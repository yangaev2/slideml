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6A5C0F-93F3-48BD-9A0C-73A939D43F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A60B184-A824-4B0B-8944-5F6631BB3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343F95-7A0F-4468-BE0B-A5C0DEFC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19917-9CE0-4FA7-8D2A-7EFA0CD7C17C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E8878B-754E-4809-B44E-08F1F286C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3F9FE4-2FCB-4B7F-9EA9-FCD583DD1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18210-2862-41F9-884F-AC49ED631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5954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7D2570-9CD6-4508-AB41-A37ACC4C1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4DF1DA-8D48-4A68-A2B6-BE8F7A26A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FA141C-9CDB-48D5-BFE3-DB98561EB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19917-9CE0-4FA7-8D2A-7EFA0CD7C17C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09098B-CF2B-41B0-B513-117B0E1AB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7B5C6B-BEAA-4A24-8D03-D403C6A39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18210-2862-41F9-884F-AC49ED631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5399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DBF151-FA7A-45CC-8B7D-80E65541D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80DE071-AD39-4ADC-8BAF-6802353C7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B8A6AC-927E-4C21-B7E4-997DB3A1E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19917-9CE0-4FA7-8D2A-7EFA0CD7C17C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FF7531-7487-490C-85A4-BC785F44B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654A34-64F7-4018-9FBC-CF95B062B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18210-2862-41F9-884F-AC49ED631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3417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D1F314-B2B5-4FC3-8F09-123455282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35EA4D-510C-476B-86F8-838262CBA5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EE9BE-0551-440B-8589-FD21813C7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8E5E5E5-BBDF-4079-B69C-4F1A6B5C6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19917-9CE0-4FA7-8D2A-7EFA0CD7C17C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F8439AD-B859-405E-9050-3CD0354AD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8DF8C2-69C3-4A1A-ACAF-AB58EB689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18210-2862-41F9-884F-AC49ED631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6661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6AA3A1-7749-444D-8996-392556C42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69089EF-F54C-4B21-A631-0FD54B378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75BC216-0D20-4544-8F6B-754E0D1F4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906F316-5382-483E-B485-1C4C30840F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7150291-6B6D-4E38-9D08-F5ACCBADB9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1E65003-D865-4376-AE7B-A29E69CA1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19917-9CE0-4FA7-8D2A-7EFA0CD7C17C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4DAFFB9-2AA5-43C0-8BE3-6EBB5CCC7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1D3741B-10B3-438F-8807-CBBFDF8B4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18210-2862-41F9-884F-AC49ED631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7126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0DBB0F-D25D-4913-8907-7D827DBBE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A0009D7-38ED-46B4-AB40-E3F0A3C5C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19917-9CE0-4FA7-8D2A-7EFA0CD7C17C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6609150-EA97-4C06-A4DB-469DBAA78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8A11763-F72C-4CD7-B476-6B2F8F96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18210-2862-41F9-884F-AC49ED631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1628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E3FE190-0977-4EA9-940A-C4DD7B6C0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19917-9CE0-4FA7-8D2A-7EFA0CD7C17C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F935029-0C19-4955-92BF-AE75821D2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CFC0643-D9D1-4D6E-9519-E91B287A3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18210-2862-41F9-884F-AC49ED631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0887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BE058A-5E31-49AD-B80E-53E01817B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774613-485A-42C2-AA17-F06F91B3C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F4F7697-48BA-4DE1-B83D-6F9DF38E46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573B8C0-7865-4E7F-A541-7D3F62492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19917-9CE0-4FA7-8D2A-7EFA0CD7C17C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7C093E2-B471-42EE-847D-D8DB8EA0F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CDA102F-76AB-44A2-8B73-88A9297A7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18210-2862-41F9-884F-AC49ED631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6397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434D7F-AAD5-406F-9BB8-C9CCA4F49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95B84D0-C4BC-4948-A59C-DC57A6C08D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0B7B443-B12B-4A2E-9DDE-834E4FA399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C90DFF0-27C7-49B3-A616-8EFD5B157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19917-9CE0-4FA7-8D2A-7EFA0CD7C17C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096CF04-9D0D-4760-9C3E-5F0AC19DB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06D1A3-7DF6-473F-8752-1A326F77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18210-2862-41F9-884F-AC49ED631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9121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CFCCE2-B778-44D9-9B72-AA06EB21B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6509A11-429A-4E3D-BF31-FFE95B3118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767B43-5E58-4174-8575-405DFCF17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19917-9CE0-4FA7-8D2A-7EFA0CD7C17C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105892-F90B-4840-9E40-696DEBFA9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6738D15-29B0-4D3E-81B6-5E766C79D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18210-2862-41F9-884F-AC49ED631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8414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2677836-BA93-418C-A339-3CBBF67979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B2CD0A-CB83-47F9-BB45-9CA0750CC6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5775EF-59A0-4186-91A6-2975E9F34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19917-9CE0-4FA7-8D2A-7EFA0CD7C17C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445C97-5FDE-4DEB-B48B-53C64DC35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15C74D-4D38-4048-815E-71702C47C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18210-2862-41F9-884F-AC49ED631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7240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F2331E-EE52-4BE9-982F-978A2E1D2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BEB931C-8EF6-4D98-A998-4ACE4041F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002BFF-C59A-47A2-A2A4-D1F94BBC25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B19917-9CE0-4FA7-8D2A-7EFA0CD7C17C}" type="datetimeFigureOut">
              <a:rPr lang="ru-RU" smtClean="0"/>
              <a:t>15.10.2026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5B7593-16C7-4370-B85D-2C6E2CB2A5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51682A-1D6A-453F-A7D0-D8C47D3A12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18210-2862-41F9-884F-AC49ED6316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837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ppear">
            <a:extLst>
              <a:ext uri="{FF2B5EF4-FFF2-40B4-BE49-F238E27FC236}">
                <a16:creationId xmlns:a16="http://schemas.microsoft.com/office/drawing/2014/main" id="{32722BBE-14CD-4BEE-918E-C16D69453AD0}"/>
              </a:ext>
            </a:extLst>
          </p:cNvPr>
          <p:cNvSpPr/>
          <p:nvPr/>
        </p:nvSpPr>
        <p:spPr>
          <a:xfrm>
            <a:off x="254000" y="254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fade">
            <a:extLst>
              <a:ext uri="{FF2B5EF4-FFF2-40B4-BE49-F238E27FC236}">
                <a16:creationId xmlns:a16="http://schemas.microsoft.com/office/drawing/2014/main" id="{5EEFDE2E-198A-4DB8-9A77-38186B421D58}"/>
              </a:ext>
            </a:extLst>
          </p:cNvPr>
          <p:cNvSpPr/>
          <p:nvPr/>
        </p:nvSpPr>
        <p:spPr>
          <a:xfrm>
            <a:off x="1016000" y="254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fly-left">
            <a:extLst>
              <a:ext uri="{FF2B5EF4-FFF2-40B4-BE49-F238E27FC236}">
                <a16:creationId xmlns:a16="http://schemas.microsoft.com/office/drawing/2014/main" id="{91EDFE73-4B00-4FCE-B80B-796B28A3262F}"/>
              </a:ext>
            </a:extLst>
          </p:cNvPr>
          <p:cNvSpPr/>
          <p:nvPr/>
        </p:nvSpPr>
        <p:spPr>
          <a:xfrm>
            <a:off x="1778000" y="254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fly-bottom-down">
            <a:extLst>
              <a:ext uri="{FF2B5EF4-FFF2-40B4-BE49-F238E27FC236}">
                <a16:creationId xmlns:a16="http://schemas.microsoft.com/office/drawing/2014/main" id="{1C00B401-3002-4EAA-9A41-42474A7949F3}"/>
              </a:ext>
            </a:extLst>
          </p:cNvPr>
          <p:cNvSpPr/>
          <p:nvPr/>
        </p:nvSpPr>
        <p:spPr>
          <a:xfrm>
            <a:off x="2540000" y="254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fly-bottom">
            <a:extLst>
              <a:ext uri="{FF2B5EF4-FFF2-40B4-BE49-F238E27FC236}">
                <a16:creationId xmlns:a16="http://schemas.microsoft.com/office/drawing/2014/main" id="{96211EA2-0526-4F45-BD34-877920753D69}"/>
              </a:ext>
            </a:extLst>
          </p:cNvPr>
          <p:cNvSpPr/>
          <p:nvPr/>
        </p:nvSpPr>
        <p:spPr>
          <a:xfrm>
            <a:off x="3302000" y="254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wipe-left">
            <a:extLst>
              <a:ext uri="{FF2B5EF4-FFF2-40B4-BE49-F238E27FC236}">
                <a16:creationId xmlns:a16="http://schemas.microsoft.com/office/drawing/2014/main" id="{0D32C94D-8519-451F-99E5-7080057556F0}"/>
              </a:ext>
            </a:extLst>
          </p:cNvPr>
          <p:cNvSpPr/>
          <p:nvPr/>
        </p:nvSpPr>
        <p:spPr>
          <a:xfrm>
            <a:off x="4064000" y="254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wipe-down">
            <a:extLst>
              <a:ext uri="{FF2B5EF4-FFF2-40B4-BE49-F238E27FC236}">
                <a16:creationId xmlns:a16="http://schemas.microsoft.com/office/drawing/2014/main" id="{34899990-2C3F-4DA4-836C-6E73149E691E}"/>
              </a:ext>
            </a:extLst>
          </p:cNvPr>
          <p:cNvSpPr/>
          <p:nvPr/>
        </p:nvSpPr>
        <p:spPr>
          <a:xfrm>
            <a:off x="4826000" y="254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wipe-bottom">
            <a:extLst>
              <a:ext uri="{FF2B5EF4-FFF2-40B4-BE49-F238E27FC236}">
                <a16:creationId xmlns:a16="http://schemas.microsoft.com/office/drawing/2014/main" id="{152A913B-DC8F-423D-8AD4-650D178C4314}"/>
              </a:ext>
            </a:extLst>
          </p:cNvPr>
          <p:cNvSpPr/>
          <p:nvPr/>
        </p:nvSpPr>
        <p:spPr>
          <a:xfrm>
            <a:off x="5588000" y="254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zoom23">
            <a:extLst>
              <a:ext uri="{FF2B5EF4-FFF2-40B4-BE49-F238E27FC236}">
                <a16:creationId xmlns:a16="http://schemas.microsoft.com/office/drawing/2014/main" id="{6954A124-6397-41F7-BF06-DAE6C267AA08}"/>
              </a:ext>
            </a:extLst>
          </p:cNvPr>
          <p:cNvSpPr/>
          <p:nvPr/>
        </p:nvSpPr>
        <p:spPr>
          <a:xfrm>
            <a:off x="6350000" y="254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zoom53">
            <a:extLst>
              <a:ext uri="{FF2B5EF4-FFF2-40B4-BE49-F238E27FC236}">
                <a16:creationId xmlns:a16="http://schemas.microsoft.com/office/drawing/2014/main" id="{7E58E8B1-9EF7-4B3C-83C6-A6785F50C438}"/>
              </a:ext>
            </a:extLst>
          </p:cNvPr>
          <p:cNvSpPr/>
          <p:nvPr/>
        </p:nvSpPr>
        <p:spPr>
          <a:xfrm>
            <a:off x="7112000" y="254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float42">
            <a:extLst>
              <a:ext uri="{FF2B5EF4-FFF2-40B4-BE49-F238E27FC236}">
                <a16:creationId xmlns:a16="http://schemas.microsoft.com/office/drawing/2014/main" id="{6BDEC6B9-C2A8-4A97-9195-E2219617C534}"/>
              </a:ext>
            </a:extLst>
          </p:cNvPr>
          <p:cNvSpPr/>
          <p:nvPr/>
        </p:nvSpPr>
        <p:spPr>
          <a:xfrm>
            <a:off x="7874000" y="254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float47">
            <a:extLst>
              <a:ext uri="{FF2B5EF4-FFF2-40B4-BE49-F238E27FC236}">
                <a16:creationId xmlns:a16="http://schemas.microsoft.com/office/drawing/2014/main" id="{085BB082-5CEC-4D35-8ADB-2805C2C71D52}"/>
              </a:ext>
            </a:extLst>
          </p:cNvPr>
          <p:cNvSpPr/>
          <p:nvPr/>
        </p:nvSpPr>
        <p:spPr>
          <a:xfrm>
            <a:off x="8636000" y="254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grow55">
            <a:extLst>
              <a:ext uri="{FF2B5EF4-FFF2-40B4-BE49-F238E27FC236}">
                <a16:creationId xmlns:a16="http://schemas.microsoft.com/office/drawing/2014/main" id="{7180FB01-E0FE-4074-9FE5-EFDAA35FB785}"/>
              </a:ext>
            </a:extLst>
          </p:cNvPr>
          <p:cNvSpPr/>
          <p:nvPr/>
        </p:nvSpPr>
        <p:spPr>
          <a:xfrm>
            <a:off x="9398000" y="254000"/>
            <a:ext cx="635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5876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8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7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mph" presetSubtype="0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6"/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77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style.fontFamily</p:attrName>
                                        </p:attrNameLst>
                                      </p:cBhvr>
                                      <p:to>
                                        <p:strVal val="Times New Roma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Yan Gaev</dc:creator>
  <cp:lastModifiedBy>Yan Gaev</cp:lastModifiedBy>
  <cp:revision>1</cp:revision>
  <dcterms:created xsi:type="dcterms:W3CDTF">2026-10-15T06:30:41Z</dcterms:created>
  <dcterms:modified xsi:type="dcterms:W3CDTF">2026-10-15T06:30:41Z</dcterms:modified>
</cp:coreProperties>
</file>