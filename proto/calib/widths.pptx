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0"/>
          <p:cNvSpPr txBox="1"/>
          <p:nvPr/>
        </p:nvSpPr>
        <p:spPr>
          <a:xfrm>
            <a:off x="0" y="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Inter"/>
                <a:cs typeface="Inter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3" name="w1"/>
          <p:cNvSpPr txBox="1"/>
          <p:nvPr/>
        </p:nvSpPr>
        <p:spPr>
          <a:xfrm>
            <a:off x="0" y="127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4" name="w2"/>
          <p:cNvSpPr txBox="1"/>
          <p:nvPr/>
        </p:nvSpPr>
        <p:spPr>
          <a:xfrm>
            <a:off x="0" y="254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Inter"/>
                <a:cs typeface="Inter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5" name="w3"/>
          <p:cNvSpPr txBox="1"/>
          <p:nvPr/>
        </p:nvSpPr>
        <p:spPr>
          <a:xfrm>
            <a:off x="0" y="381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Inter SemiBold"/>
                <a:cs typeface="Inter SemiBold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6" name="w4"/>
          <p:cNvSpPr txBox="1"/>
          <p:nvPr/>
        </p:nvSpPr>
        <p:spPr>
          <a:xfrm>
            <a:off x="0" y="508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Inter SemiBold"/>
                <a:cs typeface="Inter SemiBold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7" name="w5"/>
          <p:cNvSpPr txBox="1"/>
          <p:nvPr/>
        </p:nvSpPr>
        <p:spPr>
          <a:xfrm>
            <a:off x="0" y="635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Inter SemiBold"/>
                <a:cs typeface="Inter SemiBold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Inter SemiBold"/>
              <a:cs typeface="Inter SemiBold"/>
            </a:endParaRPr>
          </a:p>
        </p:txBody>
      </p:sp>
      <p:sp>
        <p:nvSpPr>
          <p:cNvPr id="8" name="w6"/>
          <p:cNvSpPr txBox="1"/>
          <p:nvPr/>
        </p:nvSpPr>
        <p:spPr>
          <a:xfrm>
            <a:off x="0" y="762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Manrope"/>
                <a:cs typeface="Manrope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9" name="w7"/>
          <p:cNvSpPr txBox="1"/>
          <p:nvPr/>
        </p:nvSpPr>
        <p:spPr>
          <a:xfrm>
            <a:off x="0" y="889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0" name="w8"/>
          <p:cNvSpPr txBox="1"/>
          <p:nvPr/>
        </p:nvSpPr>
        <p:spPr>
          <a:xfrm>
            <a:off x="0" y="1016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Manrope"/>
                <a:cs typeface="Manrope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11" name="w9"/>
          <p:cNvSpPr txBox="1"/>
          <p:nvPr/>
        </p:nvSpPr>
        <p:spPr>
          <a:xfrm>
            <a:off x="0" y="1143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Manrope ExtraBold"/>
                <a:cs typeface="Manrope ExtraBold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12" name="w10"/>
          <p:cNvSpPr txBox="1"/>
          <p:nvPr/>
        </p:nvSpPr>
        <p:spPr>
          <a:xfrm>
            <a:off x="0" y="1270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Manrope ExtraBold"/>
                <a:cs typeface="Manrope ExtraBold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13" name="w11"/>
          <p:cNvSpPr txBox="1"/>
          <p:nvPr/>
        </p:nvSpPr>
        <p:spPr>
          <a:xfrm>
            <a:off x="0" y="1397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Manrope ExtraBold"/>
                <a:cs typeface="Manrope ExtraBold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Manrope ExtraBold"/>
              <a:cs typeface="Manrope ExtraBold"/>
            </a:endParaRPr>
          </a:p>
        </p:txBody>
      </p:sp>
      <p:sp>
        <p:nvSpPr>
          <p:cNvPr id="14" name="w12"/>
          <p:cNvSpPr txBox="1"/>
          <p:nvPr/>
        </p:nvSpPr>
        <p:spPr>
          <a:xfrm>
            <a:off x="0" y="1524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Unbounded"/>
                <a:cs typeface="Unbounded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15" name="w13"/>
          <p:cNvSpPr txBox="1"/>
          <p:nvPr/>
        </p:nvSpPr>
        <p:spPr>
          <a:xfrm>
            <a:off x="0" y="1651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16" name="w14"/>
          <p:cNvSpPr txBox="1"/>
          <p:nvPr/>
        </p:nvSpPr>
        <p:spPr>
          <a:xfrm>
            <a:off x="0" y="1778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Unbounded"/>
                <a:cs typeface="Unbounded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17" name="w15"/>
          <p:cNvSpPr txBox="1"/>
          <p:nvPr/>
        </p:nvSpPr>
        <p:spPr>
          <a:xfrm>
            <a:off x="0" y="1905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Unbounded ExtraBold"/>
                <a:cs typeface="Unbounded ExtraBold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18" name="w16"/>
          <p:cNvSpPr txBox="1"/>
          <p:nvPr/>
        </p:nvSpPr>
        <p:spPr>
          <a:xfrm>
            <a:off x="0" y="2032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Unbounded ExtraBold"/>
                <a:cs typeface="Unbounded ExtraBold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19" name="w17"/>
          <p:cNvSpPr txBox="1"/>
          <p:nvPr/>
        </p:nvSpPr>
        <p:spPr>
          <a:xfrm>
            <a:off x="0" y="2159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Unbounded ExtraBold"/>
                <a:cs typeface="Unbounded ExtraBold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Unbounded ExtraBold"/>
              <a:cs typeface="Unbounded ExtraBold"/>
            </a:endParaRPr>
          </a:p>
        </p:txBody>
      </p:sp>
      <p:sp>
        <p:nvSpPr>
          <p:cNvPr id="20" name="w18"/>
          <p:cNvSpPr txBox="1"/>
          <p:nvPr/>
        </p:nvSpPr>
        <p:spPr>
          <a:xfrm>
            <a:off x="0" y="2286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Montserrat"/>
                <a:cs typeface="Montserrat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21" name="w19"/>
          <p:cNvSpPr txBox="1"/>
          <p:nvPr/>
        </p:nvSpPr>
        <p:spPr>
          <a:xfrm>
            <a:off x="0" y="2413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Montserrat"/>
                <a:cs typeface="Montserrat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22" name="w20"/>
          <p:cNvSpPr txBox="1"/>
          <p:nvPr/>
        </p:nvSpPr>
        <p:spPr>
          <a:xfrm>
            <a:off x="0" y="2540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Montserrat"/>
                <a:cs typeface="Montserrat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Montserrat"/>
              <a:cs typeface="Montserrat"/>
            </a:endParaRPr>
          </a:p>
        </p:txBody>
      </p:sp>
      <p:sp>
        <p:nvSpPr>
          <p:cNvPr id="23" name="w21"/>
          <p:cNvSpPr txBox="1"/>
          <p:nvPr/>
        </p:nvSpPr>
        <p:spPr>
          <a:xfrm>
            <a:off x="0" y="2667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Arial Black"/>
                <a:cs typeface="Arial Black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24" name="w22"/>
          <p:cNvSpPr txBox="1"/>
          <p:nvPr/>
        </p:nvSpPr>
        <p:spPr>
          <a:xfrm>
            <a:off x="0" y="2794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Arial Black"/>
                <a:cs typeface="Arial Black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25" name="w23"/>
          <p:cNvSpPr txBox="1"/>
          <p:nvPr/>
        </p:nvSpPr>
        <p:spPr>
          <a:xfrm>
            <a:off x="0" y="2921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Arial Black"/>
                <a:cs typeface="Arial Black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Arial Black"/>
              <a:cs typeface="Arial Black"/>
            </a:endParaRPr>
          </a:p>
        </p:txBody>
      </p:sp>
      <p:sp>
        <p:nvSpPr>
          <p:cNvPr id="26" name="w24"/>
          <p:cNvSpPr txBox="1"/>
          <p:nvPr/>
        </p:nvSpPr>
        <p:spPr>
          <a:xfrm>
            <a:off x="0" y="3048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Segoe UI"/>
                <a:cs typeface="Segoe UI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27" name="w25"/>
          <p:cNvSpPr txBox="1"/>
          <p:nvPr/>
        </p:nvSpPr>
        <p:spPr>
          <a:xfrm>
            <a:off x="0" y="3175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28" name="w26"/>
          <p:cNvSpPr txBox="1"/>
          <p:nvPr/>
        </p:nvSpPr>
        <p:spPr>
          <a:xfrm>
            <a:off x="0" y="3302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Segoe UI"/>
                <a:cs typeface="Segoe UI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29" name="w27"/>
          <p:cNvSpPr txBox="1"/>
          <p:nvPr/>
        </p:nvSpPr>
        <p:spPr>
          <a:xfrm>
            <a:off x="0" y="3429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1200" dirty="0">
                <a:solidFill>
                  <a:schemeClr val="tx1"/>
                </a:solidFill>
                <a:latin typeface="Cascadia Mono"/>
                <a:cs typeface="Cascadia Mono"/>
              </a:rPr>
              <a:t>Съешь же ещё этих мягких французских булок, да выпей чаю 0123456789</a:t>
            </a:r>
            <a:endParaRPr lang="ru-RU" sz="12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30" name="w28"/>
          <p:cNvSpPr txBox="1"/>
          <p:nvPr/>
        </p:nvSpPr>
        <p:spPr>
          <a:xfrm>
            <a:off x="0" y="3556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2400" dirty="0">
                <a:solidFill>
                  <a:schemeClr val="tx1"/>
                </a:solidFill>
                <a:latin typeface="Cascadia Mono"/>
                <a:cs typeface="Cascadia Mono"/>
              </a:rPr>
              <a:t>Съешь же ещё этих мягких французских булок, да выпей чаю 0123456789</a:t>
            </a:r>
            <a:endParaRPr lang="ru-RU" sz="24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  <p:sp>
        <p:nvSpPr>
          <p:cNvPr id="31" name="w29"/>
          <p:cNvSpPr txBox="1"/>
          <p:nvPr/>
        </p:nvSpPr>
        <p:spPr>
          <a:xfrm>
            <a:off x="0" y="3683000"/>
            <a:ext cx="11430000" cy="127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>
              <a:buNone/>
            </a:pPr>
            <a:r>
              <a:rPr lang="ru-RU" sz="4000" dirty="0">
                <a:solidFill>
                  <a:schemeClr val="tx1"/>
                </a:solidFill>
                <a:latin typeface="Cascadia Mono"/>
                <a:cs typeface="Cascadia Mono"/>
              </a:rPr>
              <a:t>Съешь же ещё этих мягких французских булок, да выпей чаю 0123456789</a:t>
            </a:r>
            <a:endParaRPr lang="ru-RU" sz="4000" dirty="0">
              <a:solidFill>
                <a:schemeClr val="tx1"/>
              </a:solidFill>
              <a:latin typeface="Cascadia Mono"/>
              <a:cs typeface="Cascadia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ML">
  <a:themeElements>
    <a:clrScheme name="SlideML">
      <a:dk1>
        <a:srgbClr val="111418"/>
      </a:dk1>
      <a:lt1>
        <a:srgbClr val="FFFFFF"/>
      </a:lt1>
      <a:dk2>
        <a:srgbClr val="1D2433"/>
      </a:dk2>
      <a:lt2>
        <a:srgbClr val="F2F4F7"/>
      </a:lt2>
      <a:accent1>
        <a:srgbClr val="2F6BFF"/>
      </a:accent1>
      <a:accent2>
        <a:srgbClr val="FF7A1A"/>
      </a:accent2>
      <a:accent3>
        <a:srgbClr val="18B39B"/>
      </a:accent3>
      <a:accent4>
        <a:srgbClr val="8B5CF6"/>
      </a:accent4>
      <a:accent5>
        <a:srgbClr val="F2B705"/>
      </a:accent5>
      <a:accent6>
        <a:srgbClr val="E5484D"/>
      </a:accent6>
      <a:hlink>
        <a:srgbClr val="2F6BFF"/>
      </a:hlink>
      <a:folHlink>
        <a:srgbClr val="8B5CF6"/>
      </a:folHlink>
    </a:clrScheme>
    <a:fontScheme name="SlideML">
      <a:majorFont>
        <a:latin typeface="Inter SemiBold"/>
        <a:ea typeface=""/>
        <a:cs typeface=""/>
      </a:majorFont>
      <a:minorFont>
        <a:latin typeface="Inter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widths</dc:title>
  <dc:creator>SlideML</dc:creator>
</cp:coreProperties>
</file>