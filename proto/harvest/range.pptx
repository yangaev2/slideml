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2E4BD-DCA0-4909-8BE3-458990BAE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F4859D-35FA-460D-A3F2-84B25868C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9DF143-A51E-459D-BEF0-CDE9E2839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60F36-6395-4250-8E54-214741C1819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C7C9B2-5D73-4383-B992-F63C7D960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35A53A-5253-4C6E-859F-1BB19C8F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BBFFF-8CEE-4AC5-8A86-D3D1F25BA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888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61AF7-829A-477C-9162-CA46F75E5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0DBE93-57CE-48B0-B15A-458740649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C9E256-22AD-48AC-A702-E9C918245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60F36-6395-4250-8E54-214741C1819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0A8595-174E-4136-8C67-1796FE45B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01DC53-A5D0-4AE3-954F-06578BB0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BBFFF-8CEE-4AC5-8A86-D3D1F25BA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540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D33BA-C727-480A-B5AC-090E9C675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DB6AD8-85DF-435D-A35E-5D830E249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907F12-2AC5-46AF-B992-0CD1B9257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60F36-6395-4250-8E54-214741C1819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1E806D-F8BF-40A5-808B-27364FFDB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7A5165-EE03-466B-9A08-AEAC3F6B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BBFFF-8CEE-4AC5-8A86-D3D1F25BA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660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C7ECD8-181E-464D-88A0-57287C0B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B61B0A-A782-4AC3-A885-56A3DC5B4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907217-C0CF-47DF-83B2-638CAFC4A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F4E62D-1D55-4861-925E-895C240B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60F36-6395-4250-8E54-214741C1819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D3F55F-11CC-4BE4-AB4A-7C15A5EB6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FAF95B-8970-4FAD-AE92-B0CAF6D38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BBFFF-8CEE-4AC5-8A86-D3D1F25BA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179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B0506-CE13-4817-BBEF-7F7709CC5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087D7A-65FF-436E-A2FC-0A750E61A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990728-7994-4E1C-AAEF-B6D3DE81F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D2E757-7586-4E16-AFAB-B862C90EC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A65959-CB4E-4FB5-9B8C-7B9B994E16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76C094C-F272-4173-A463-94D228E6A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60F36-6395-4250-8E54-214741C1819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46AC25-FDDA-4AC1-92B1-D45A706D6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A6C3753-6893-436B-A328-D3FDFBA45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BBFFF-8CEE-4AC5-8A86-D3D1F25BA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374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5B6C00-0DF2-459F-A15C-CD30225B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3FCC874-285A-4E45-BE6C-922B0554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60F36-6395-4250-8E54-214741C1819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DF436DA-149D-48D9-8511-D6C1E599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053BBA-F326-4060-A715-7915F0E9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BBFFF-8CEE-4AC5-8A86-D3D1F25BA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607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34A3F68-4C3B-4CF0-8E93-BD10C68D3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60F36-6395-4250-8E54-214741C1819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336156D-B551-45EE-A9DC-475379F4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EC2EAD-C019-4055-9C99-E658E6B2C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BBFFF-8CEE-4AC5-8A86-D3D1F25BA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229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26A59-80B4-4EA9-BE06-D0D592202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565DA6-B475-4608-AD12-4F98D4CB3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A72FFB-8757-4B1F-B014-4EFC880BA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EACA0D-2320-4C84-89DF-E46F5EC44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60F36-6395-4250-8E54-214741C1819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CFF9BE-A97F-4976-A874-C4C70BCF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D980D3-E42D-40BD-B733-A97D5BD0D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BBFFF-8CEE-4AC5-8A86-D3D1F25BA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904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B6B22-459E-40BF-92A1-573907993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D5BBC6C-0104-477D-BB88-CBC71D0D2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1321A8-CA94-4C19-A276-25D9A9EA7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DCEF31-4BCD-455B-9A94-BEACE86F0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60F36-6395-4250-8E54-214741C1819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4D3861-DCA0-4435-A659-AC527B3C3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80A2C6-229E-427D-908D-0DFCF380A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BBFFF-8CEE-4AC5-8A86-D3D1F25BA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863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E3058C-2530-49C1-A3E4-711954E97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2E39D7-C3E3-4A1E-95A5-2E46E5102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983E3E-AFBB-492E-9AE6-488FBEBED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60F36-6395-4250-8E54-214741C1819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D505B8-507E-44B8-88A8-A4F492985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AA26F1-3807-499A-9E5D-8A6A80270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BBFFF-8CEE-4AC5-8A86-D3D1F25BA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6587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1F6FB45-D26D-4727-84A5-D069CBD15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835162-AFC8-43CD-952C-2881D770E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5A0307-DF3E-4FA6-9B59-B777291D2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60F36-6395-4250-8E54-214741C1819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85A3A6-13E2-4093-BADE-B6D5F135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7C5956-ECC2-4C30-BF18-DB1ED91D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BBFFF-8CEE-4AC5-8A86-D3D1F25BA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915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1B52E-CC06-4849-929F-44FDC6773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4CD1EA-31D3-4DF7-8841-D4BF0DBA3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1AECD7-19DB-4759-A029-7EC86191D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60F36-6395-4250-8E54-214741C18198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9CE109-4430-4317-8F24-A9535830FC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AC7707-8F7A-4EC1-8836-1F580DC20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BBFFF-8CEE-4AC5-8A86-D3D1F25BA1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100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4">
            <a:extLst>
              <a:ext uri="{FF2B5EF4-FFF2-40B4-BE49-F238E27FC236}">
                <a16:creationId xmlns:a16="http://schemas.microsoft.com/office/drawing/2014/main" id="{DA913271-E5CC-4728-8A51-4131F1086B59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e25">
            <a:extLst>
              <a:ext uri="{FF2B5EF4-FFF2-40B4-BE49-F238E27FC236}">
                <a16:creationId xmlns:a16="http://schemas.microsoft.com/office/drawing/2014/main" id="{9E99D3B9-4C53-432C-B1A2-CA0223B98992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e26">
            <a:extLst>
              <a:ext uri="{FF2B5EF4-FFF2-40B4-BE49-F238E27FC236}">
                <a16:creationId xmlns:a16="http://schemas.microsoft.com/office/drawing/2014/main" id="{3199C09C-9E51-465D-9293-A6244F140417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e27">
            <a:extLst>
              <a:ext uri="{FF2B5EF4-FFF2-40B4-BE49-F238E27FC236}">
                <a16:creationId xmlns:a16="http://schemas.microsoft.com/office/drawing/2014/main" id="{0A4BC8A3-564F-4302-B5D5-2144BE5A9905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e28">
            <a:extLst>
              <a:ext uri="{FF2B5EF4-FFF2-40B4-BE49-F238E27FC236}">
                <a16:creationId xmlns:a16="http://schemas.microsoft.com/office/drawing/2014/main" id="{0540A136-2B5B-41C7-884E-62A45F3FB5FB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e29">
            <a:extLst>
              <a:ext uri="{FF2B5EF4-FFF2-40B4-BE49-F238E27FC236}">
                <a16:creationId xmlns:a16="http://schemas.microsoft.com/office/drawing/2014/main" id="{7678DB0F-C438-45DD-94EB-BAAD78786C0E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e30">
            <a:extLst>
              <a:ext uri="{FF2B5EF4-FFF2-40B4-BE49-F238E27FC236}">
                <a16:creationId xmlns:a16="http://schemas.microsoft.com/office/drawing/2014/main" id="{15EB1697-402A-47E5-B69C-38FCF385868B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e31">
            <a:extLst>
              <a:ext uri="{FF2B5EF4-FFF2-40B4-BE49-F238E27FC236}">
                <a16:creationId xmlns:a16="http://schemas.microsoft.com/office/drawing/2014/main" id="{40BC767A-A608-470E-A2D9-ED6B98A2EEB6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e32">
            <a:extLst>
              <a:ext uri="{FF2B5EF4-FFF2-40B4-BE49-F238E27FC236}">
                <a16:creationId xmlns:a16="http://schemas.microsoft.com/office/drawing/2014/main" id="{3648B58C-80DE-4F26-9986-560433FD0BA4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e33">
            <a:extLst>
              <a:ext uri="{FF2B5EF4-FFF2-40B4-BE49-F238E27FC236}">
                <a16:creationId xmlns:a16="http://schemas.microsoft.com/office/drawing/2014/main" id="{FF637860-C27D-4818-9E97-819A12CAFAC0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e34">
            <a:extLst>
              <a:ext uri="{FF2B5EF4-FFF2-40B4-BE49-F238E27FC236}">
                <a16:creationId xmlns:a16="http://schemas.microsoft.com/office/drawing/2014/main" id="{4C6E225B-9DF0-454E-8353-71670487A261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e35">
            <a:extLst>
              <a:ext uri="{FF2B5EF4-FFF2-40B4-BE49-F238E27FC236}">
                <a16:creationId xmlns:a16="http://schemas.microsoft.com/office/drawing/2014/main" id="{61281093-B00A-44FA-92EF-7030ED543909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e36">
            <a:extLst>
              <a:ext uri="{FF2B5EF4-FFF2-40B4-BE49-F238E27FC236}">
                <a16:creationId xmlns:a16="http://schemas.microsoft.com/office/drawing/2014/main" id="{4DC3983E-0227-4903-9906-786FD482C941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e37">
            <a:extLst>
              <a:ext uri="{FF2B5EF4-FFF2-40B4-BE49-F238E27FC236}">
                <a16:creationId xmlns:a16="http://schemas.microsoft.com/office/drawing/2014/main" id="{95C833DC-4E8F-4D8D-8400-9AFA6BF07371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e38">
            <a:extLst>
              <a:ext uri="{FF2B5EF4-FFF2-40B4-BE49-F238E27FC236}">
                <a16:creationId xmlns:a16="http://schemas.microsoft.com/office/drawing/2014/main" id="{7048C03F-87C9-4046-9280-64C38F7EC63A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e39">
            <a:extLst>
              <a:ext uri="{FF2B5EF4-FFF2-40B4-BE49-F238E27FC236}">
                <a16:creationId xmlns:a16="http://schemas.microsoft.com/office/drawing/2014/main" id="{D88A0539-47E7-47B3-8449-4F27FAF8662B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e40">
            <a:extLst>
              <a:ext uri="{FF2B5EF4-FFF2-40B4-BE49-F238E27FC236}">
                <a16:creationId xmlns:a16="http://schemas.microsoft.com/office/drawing/2014/main" id="{7B02E1E8-319F-4580-8E2A-0D627DFCDE14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e41">
            <a:extLst>
              <a:ext uri="{FF2B5EF4-FFF2-40B4-BE49-F238E27FC236}">
                <a16:creationId xmlns:a16="http://schemas.microsoft.com/office/drawing/2014/main" id="{EC0F4B8C-A1F2-46B9-8FA1-CBC9E596153D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e42">
            <a:extLst>
              <a:ext uri="{FF2B5EF4-FFF2-40B4-BE49-F238E27FC236}">
                <a16:creationId xmlns:a16="http://schemas.microsoft.com/office/drawing/2014/main" id="{22F5E0F7-E003-4288-A61D-5F06CBD820EA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e43">
            <a:extLst>
              <a:ext uri="{FF2B5EF4-FFF2-40B4-BE49-F238E27FC236}">
                <a16:creationId xmlns:a16="http://schemas.microsoft.com/office/drawing/2014/main" id="{FC2B3C7D-FD07-43B3-943B-5CB7E1849563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e44">
            <a:extLst>
              <a:ext uri="{FF2B5EF4-FFF2-40B4-BE49-F238E27FC236}">
                <a16:creationId xmlns:a16="http://schemas.microsoft.com/office/drawing/2014/main" id="{8233DC9F-E2C6-4731-AA56-EDB135C9AF93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e45">
            <a:extLst>
              <a:ext uri="{FF2B5EF4-FFF2-40B4-BE49-F238E27FC236}">
                <a16:creationId xmlns:a16="http://schemas.microsoft.com/office/drawing/2014/main" id="{68E7BAF9-0943-43C7-A7D4-AC25A8074A3D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e46">
            <a:extLst>
              <a:ext uri="{FF2B5EF4-FFF2-40B4-BE49-F238E27FC236}">
                <a16:creationId xmlns:a16="http://schemas.microsoft.com/office/drawing/2014/main" id="{E7B50D18-1C23-4429-9C95-9F3B2EC8F9EA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e47">
            <a:extLst>
              <a:ext uri="{FF2B5EF4-FFF2-40B4-BE49-F238E27FC236}">
                <a16:creationId xmlns:a16="http://schemas.microsoft.com/office/drawing/2014/main" id="{360F5606-8845-4332-AF6F-AD661BDB23C9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e48">
            <a:extLst>
              <a:ext uri="{FF2B5EF4-FFF2-40B4-BE49-F238E27FC236}">
                <a16:creationId xmlns:a16="http://schemas.microsoft.com/office/drawing/2014/main" id="{E50405D3-56CD-45EB-BA1D-89CB76FDCF78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e49">
            <a:extLst>
              <a:ext uri="{FF2B5EF4-FFF2-40B4-BE49-F238E27FC236}">
                <a16:creationId xmlns:a16="http://schemas.microsoft.com/office/drawing/2014/main" id="{87E292B7-3CEB-4709-AC71-229F36139613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e50">
            <a:extLst>
              <a:ext uri="{FF2B5EF4-FFF2-40B4-BE49-F238E27FC236}">
                <a16:creationId xmlns:a16="http://schemas.microsoft.com/office/drawing/2014/main" id="{0148D25C-D179-43DB-8703-7C7B65C984AE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e51">
            <a:extLst>
              <a:ext uri="{FF2B5EF4-FFF2-40B4-BE49-F238E27FC236}">
                <a16:creationId xmlns:a16="http://schemas.microsoft.com/office/drawing/2014/main" id="{E41AFDD9-F1EA-4C7C-92A7-CE4897A054C9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e52">
            <a:extLst>
              <a:ext uri="{FF2B5EF4-FFF2-40B4-BE49-F238E27FC236}">
                <a16:creationId xmlns:a16="http://schemas.microsoft.com/office/drawing/2014/main" id="{FC7CE790-4B85-4EE6-B82C-87FC3ABC7541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e53">
            <a:extLst>
              <a:ext uri="{FF2B5EF4-FFF2-40B4-BE49-F238E27FC236}">
                <a16:creationId xmlns:a16="http://schemas.microsoft.com/office/drawing/2014/main" id="{D1A92F03-4F83-4D99-8EDC-0D6F6A5AD9AC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e54">
            <a:extLst>
              <a:ext uri="{FF2B5EF4-FFF2-40B4-BE49-F238E27FC236}">
                <a16:creationId xmlns:a16="http://schemas.microsoft.com/office/drawing/2014/main" id="{0011B9ED-ED38-4FB3-A500-754185DB74D9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e55">
            <a:extLst>
              <a:ext uri="{FF2B5EF4-FFF2-40B4-BE49-F238E27FC236}">
                <a16:creationId xmlns:a16="http://schemas.microsoft.com/office/drawing/2014/main" id="{DBB48EA3-B15D-40AC-84F4-6737727CDC7D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e56">
            <a:extLst>
              <a:ext uri="{FF2B5EF4-FFF2-40B4-BE49-F238E27FC236}">
                <a16:creationId xmlns:a16="http://schemas.microsoft.com/office/drawing/2014/main" id="{50543B9C-DFE6-463D-80E5-04F92BD498AD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e57">
            <a:extLst>
              <a:ext uri="{FF2B5EF4-FFF2-40B4-BE49-F238E27FC236}">
                <a16:creationId xmlns:a16="http://schemas.microsoft.com/office/drawing/2014/main" id="{84A71654-E2DA-4CD0-8ACC-0C01C1A6CCCF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e58">
            <a:extLst>
              <a:ext uri="{FF2B5EF4-FFF2-40B4-BE49-F238E27FC236}">
                <a16:creationId xmlns:a16="http://schemas.microsoft.com/office/drawing/2014/main" id="{BB57D0B8-B3AF-4BD9-BAA5-4D8E408ACD2F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e59">
            <a:extLst>
              <a:ext uri="{FF2B5EF4-FFF2-40B4-BE49-F238E27FC236}">
                <a16:creationId xmlns:a16="http://schemas.microsoft.com/office/drawing/2014/main" id="{0B62EB4B-12D5-4ECF-A030-C507E22F3CF6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e60">
            <a:extLst>
              <a:ext uri="{FF2B5EF4-FFF2-40B4-BE49-F238E27FC236}">
                <a16:creationId xmlns:a16="http://schemas.microsoft.com/office/drawing/2014/main" id="{498819D3-BB06-43F1-AB48-CEADF7CFDF86}"/>
              </a:ext>
            </a:extLst>
          </p:cNvPr>
          <p:cNvSpPr/>
          <p:nvPr/>
        </p:nvSpPr>
        <p:spPr>
          <a:xfrm>
            <a:off x="127000" y="127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71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8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1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8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8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77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1" dur="770" decel="100000"/>
                                        <p:tgtEl>
                                          <p:spTgt spid="2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9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93" dur="77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9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5" dur="77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9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0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3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3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3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3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3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4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4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58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" presetClass="emph" presetSubtype="0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9"/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60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Times New Roma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3" presetClass="emph" presetSubtype="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3"/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26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4" presetClass="emph" presetSubtype="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7"/>
                                    </p:cond>
                                  </p:endCondLst>
                                  <p:childTnLst>
                                    <p:anim to="1.5" calcmode="lin" valueType="num">
                                      <p:cBhvr override="childStyle">
                                        <p:cTn id="26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5" presetClass="emph" presetSubtype="1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1"/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272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73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74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8" dur="2000" fill="hold"/>
                                        <p:tgtEl>
                                          <p:spTgt spid="3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8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/>
      <p:bldP spid="34" grpId="0"/>
      <p:bldP spid="35" grpId="0"/>
      <p:bldP spid="36" grpId="0"/>
      <p:bldP spid="37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Yan Gaev</dc:creator>
  <cp:lastModifiedBy>Yan Gaev</cp:lastModifiedBy>
  <cp:revision>1</cp:revision>
  <dcterms:created xsi:type="dcterms:W3CDTF">2026-10-15T06:31:19Z</dcterms:created>
  <dcterms:modified xsi:type="dcterms:W3CDTF">2026-10-15T06:31:19Z</dcterms:modified>
</cp:coreProperties>
</file>