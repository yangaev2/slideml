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xlsx" ContentType="application/vnd.openxmlformats-officedocument.spreadsheetml.sheet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D9CF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s 2"/>
          <p:cNvSpPr/>
          <p:nvPr/>
        </p:nvSpPr>
        <p:spPr>
          <a:xfrm>
            <a:off x="0" y="5080000"/>
            <a:ext cx="2286000" cy="1778000"/>
          </a:xfrm>
          <a:custGeom>
            <a:avLst/>
            <a:gdLst/>
            <a:ahLst/>
            <a:cxnLst/>
            <a:rect l="0" t="0" r="r" b="b"/>
            <a:pathLst>
              <a:path w="18000" h="1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8720" y="500"/>
                </a:moveTo>
                <a:cubicBezTo>
                  <a:pt x="8720" y="622"/>
                  <a:pt x="8622" y="720"/>
                  <a:pt x="8500" y="720"/>
                </a:cubicBezTo>
                <a:cubicBezTo>
                  <a:pt x="8378" y="720"/>
                  <a:pt x="8280" y="622"/>
                  <a:pt x="8280" y="500"/>
                </a:cubicBezTo>
                <a:cubicBezTo>
                  <a:pt x="8280" y="378"/>
                  <a:pt x="8378" y="280"/>
                  <a:pt x="8500" y="280"/>
                </a:cubicBezTo>
                <a:cubicBezTo>
                  <a:pt x="8622" y="280"/>
                  <a:pt x="8720" y="378"/>
                  <a:pt x="8720" y="500"/>
                </a:cubicBezTo>
                <a:close/>
                <a:moveTo>
                  <a:pt x="9720" y="500"/>
                </a:moveTo>
                <a:cubicBezTo>
                  <a:pt x="9720" y="622"/>
                  <a:pt x="9622" y="720"/>
                  <a:pt x="9500" y="720"/>
                </a:cubicBezTo>
                <a:cubicBezTo>
                  <a:pt x="9378" y="720"/>
                  <a:pt x="9280" y="622"/>
                  <a:pt x="9280" y="500"/>
                </a:cubicBezTo>
                <a:cubicBezTo>
                  <a:pt x="9280" y="378"/>
                  <a:pt x="9378" y="280"/>
                  <a:pt x="9500" y="280"/>
                </a:cubicBezTo>
                <a:cubicBezTo>
                  <a:pt x="9622" y="280"/>
                  <a:pt x="9720" y="378"/>
                  <a:pt x="9720" y="500"/>
                </a:cubicBezTo>
                <a:close/>
                <a:moveTo>
                  <a:pt x="10720" y="500"/>
                </a:moveTo>
                <a:cubicBezTo>
                  <a:pt x="10720" y="622"/>
                  <a:pt x="10622" y="720"/>
                  <a:pt x="10500" y="720"/>
                </a:cubicBezTo>
                <a:cubicBezTo>
                  <a:pt x="10378" y="720"/>
                  <a:pt x="10280" y="622"/>
                  <a:pt x="10280" y="500"/>
                </a:cubicBezTo>
                <a:cubicBezTo>
                  <a:pt x="10280" y="378"/>
                  <a:pt x="10378" y="280"/>
                  <a:pt x="10500" y="280"/>
                </a:cubicBezTo>
                <a:cubicBezTo>
                  <a:pt x="10622" y="280"/>
                  <a:pt x="10720" y="378"/>
                  <a:pt x="10720" y="500"/>
                </a:cubicBezTo>
                <a:close/>
                <a:moveTo>
                  <a:pt x="11720" y="500"/>
                </a:moveTo>
                <a:cubicBezTo>
                  <a:pt x="11720" y="622"/>
                  <a:pt x="11622" y="720"/>
                  <a:pt x="11500" y="720"/>
                </a:cubicBezTo>
                <a:cubicBezTo>
                  <a:pt x="11378" y="720"/>
                  <a:pt x="11280" y="622"/>
                  <a:pt x="11280" y="500"/>
                </a:cubicBezTo>
                <a:cubicBezTo>
                  <a:pt x="11280" y="378"/>
                  <a:pt x="11378" y="280"/>
                  <a:pt x="11500" y="280"/>
                </a:cubicBezTo>
                <a:cubicBezTo>
                  <a:pt x="11622" y="280"/>
                  <a:pt x="11720" y="378"/>
                  <a:pt x="11720" y="500"/>
                </a:cubicBezTo>
                <a:close/>
                <a:moveTo>
                  <a:pt x="12720" y="500"/>
                </a:moveTo>
                <a:cubicBezTo>
                  <a:pt x="12720" y="622"/>
                  <a:pt x="12622" y="720"/>
                  <a:pt x="12500" y="720"/>
                </a:cubicBezTo>
                <a:cubicBezTo>
                  <a:pt x="12378" y="720"/>
                  <a:pt x="12280" y="622"/>
                  <a:pt x="12280" y="500"/>
                </a:cubicBezTo>
                <a:cubicBezTo>
                  <a:pt x="12280" y="378"/>
                  <a:pt x="12378" y="280"/>
                  <a:pt x="12500" y="280"/>
                </a:cubicBezTo>
                <a:cubicBezTo>
                  <a:pt x="12622" y="280"/>
                  <a:pt x="12720" y="378"/>
                  <a:pt x="12720" y="500"/>
                </a:cubicBezTo>
                <a:close/>
                <a:moveTo>
                  <a:pt x="13720" y="500"/>
                </a:moveTo>
                <a:cubicBezTo>
                  <a:pt x="13720" y="622"/>
                  <a:pt x="13622" y="720"/>
                  <a:pt x="13500" y="720"/>
                </a:cubicBezTo>
                <a:cubicBezTo>
                  <a:pt x="13378" y="720"/>
                  <a:pt x="13280" y="622"/>
                  <a:pt x="13280" y="500"/>
                </a:cubicBezTo>
                <a:cubicBezTo>
                  <a:pt x="13280" y="378"/>
                  <a:pt x="13378" y="280"/>
                  <a:pt x="13500" y="280"/>
                </a:cubicBezTo>
                <a:cubicBezTo>
                  <a:pt x="13622" y="280"/>
                  <a:pt x="13720" y="378"/>
                  <a:pt x="13720" y="500"/>
                </a:cubicBezTo>
                <a:close/>
                <a:moveTo>
                  <a:pt x="14720" y="500"/>
                </a:moveTo>
                <a:cubicBezTo>
                  <a:pt x="14720" y="622"/>
                  <a:pt x="14622" y="720"/>
                  <a:pt x="14500" y="720"/>
                </a:cubicBezTo>
                <a:cubicBezTo>
                  <a:pt x="14378" y="720"/>
                  <a:pt x="14280" y="622"/>
                  <a:pt x="14280" y="500"/>
                </a:cubicBezTo>
                <a:cubicBezTo>
                  <a:pt x="14280" y="378"/>
                  <a:pt x="14378" y="280"/>
                  <a:pt x="14500" y="280"/>
                </a:cubicBezTo>
                <a:cubicBezTo>
                  <a:pt x="14622" y="280"/>
                  <a:pt x="14720" y="378"/>
                  <a:pt x="14720" y="500"/>
                </a:cubicBezTo>
                <a:close/>
                <a:moveTo>
                  <a:pt x="15720" y="500"/>
                </a:moveTo>
                <a:cubicBezTo>
                  <a:pt x="15720" y="622"/>
                  <a:pt x="15622" y="720"/>
                  <a:pt x="15500" y="720"/>
                </a:cubicBezTo>
                <a:cubicBezTo>
                  <a:pt x="15378" y="720"/>
                  <a:pt x="15280" y="622"/>
                  <a:pt x="15280" y="500"/>
                </a:cubicBezTo>
                <a:cubicBezTo>
                  <a:pt x="15280" y="378"/>
                  <a:pt x="15378" y="280"/>
                  <a:pt x="15500" y="280"/>
                </a:cubicBezTo>
                <a:cubicBezTo>
                  <a:pt x="15622" y="280"/>
                  <a:pt x="15720" y="378"/>
                  <a:pt x="15720" y="500"/>
                </a:cubicBezTo>
                <a:close/>
                <a:moveTo>
                  <a:pt x="16720" y="500"/>
                </a:moveTo>
                <a:cubicBezTo>
                  <a:pt x="16720" y="622"/>
                  <a:pt x="16622" y="720"/>
                  <a:pt x="16500" y="720"/>
                </a:cubicBezTo>
                <a:cubicBezTo>
                  <a:pt x="16378" y="720"/>
                  <a:pt x="16280" y="622"/>
                  <a:pt x="16280" y="500"/>
                </a:cubicBezTo>
                <a:cubicBezTo>
                  <a:pt x="16280" y="378"/>
                  <a:pt x="16378" y="280"/>
                  <a:pt x="16500" y="280"/>
                </a:cubicBezTo>
                <a:cubicBezTo>
                  <a:pt x="16622" y="280"/>
                  <a:pt x="16720" y="378"/>
                  <a:pt x="16720" y="500"/>
                </a:cubicBezTo>
                <a:close/>
                <a:moveTo>
                  <a:pt x="17720" y="500"/>
                </a:moveTo>
                <a:cubicBezTo>
                  <a:pt x="17720" y="622"/>
                  <a:pt x="17622" y="720"/>
                  <a:pt x="17500" y="720"/>
                </a:cubicBezTo>
                <a:cubicBezTo>
                  <a:pt x="17378" y="720"/>
                  <a:pt x="17280" y="622"/>
                  <a:pt x="17280" y="500"/>
                </a:cubicBezTo>
                <a:cubicBezTo>
                  <a:pt x="17280" y="378"/>
                  <a:pt x="17378" y="280"/>
                  <a:pt x="17500" y="280"/>
                </a:cubicBezTo>
                <a:cubicBezTo>
                  <a:pt x="17622" y="280"/>
                  <a:pt x="17720" y="378"/>
                  <a:pt x="1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8720" y="1500"/>
                </a:moveTo>
                <a:cubicBezTo>
                  <a:pt x="8720" y="1622"/>
                  <a:pt x="8622" y="1720"/>
                  <a:pt x="8500" y="1720"/>
                </a:cubicBezTo>
                <a:cubicBezTo>
                  <a:pt x="8378" y="1720"/>
                  <a:pt x="8280" y="1622"/>
                  <a:pt x="8280" y="1500"/>
                </a:cubicBezTo>
                <a:cubicBezTo>
                  <a:pt x="8280" y="1378"/>
                  <a:pt x="8378" y="1280"/>
                  <a:pt x="8500" y="1280"/>
                </a:cubicBezTo>
                <a:cubicBezTo>
                  <a:pt x="8622" y="1280"/>
                  <a:pt x="8720" y="1378"/>
                  <a:pt x="8720" y="1500"/>
                </a:cubicBezTo>
                <a:close/>
                <a:moveTo>
                  <a:pt x="9720" y="1500"/>
                </a:moveTo>
                <a:cubicBezTo>
                  <a:pt x="9720" y="1622"/>
                  <a:pt x="9622" y="1720"/>
                  <a:pt x="9500" y="1720"/>
                </a:cubicBezTo>
                <a:cubicBezTo>
                  <a:pt x="9378" y="1720"/>
                  <a:pt x="9280" y="1622"/>
                  <a:pt x="9280" y="1500"/>
                </a:cubicBezTo>
                <a:cubicBezTo>
                  <a:pt x="9280" y="1378"/>
                  <a:pt x="9378" y="1280"/>
                  <a:pt x="9500" y="1280"/>
                </a:cubicBezTo>
                <a:cubicBezTo>
                  <a:pt x="9622" y="1280"/>
                  <a:pt x="9720" y="1378"/>
                  <a:pt x="9720" y="1500"/>
                </a:cubicBezTo>
                <a:close/>
                <a:moveTo>
                  <a:pt x="10720" y="1500"/>
                </a:moveTo>
                <a:cubicBezTo>
                  <a:pt x="10720" y="1622"/>
                  <a:pt x="10622" y="1720"/>
                  <a:pt x="10500" y="1720"/>
                </a:cubicBezTo>
                <a:cubicBezTo>
                  <a:pt x="10378" y="1720"/>
                  <a:pt x="10280" y="1622"/>
                  <a:pt x="10280" y="1500"/>
                </a:cubicBezTo>
                <a:cubicBezTo>
                  <a:pt x="10280" y="1378"/>
                  <a:pt x="10378" y="1280"/>
                  <a:pt x="10500" y="1280"/>
                </a:cubicBezTo>
                <a:cubicBezTo>
                  <a:pt x="10622" y="1280"/>
                  <a:pt x="10720" y="1378"/>
                  <a:pt x="10720" y="1500"/>
                </a:cubicBezTo>
                <a:close/>
                <a:moveTo>
                  <a:pt x="11720" y="1500"/>
                </a:moveTo>
                <a:cubicBezTo>
                  <a:pt x="11720" y="1622"/>
                  <a:pt x="11622" y="1720"/>
                  <a:pt x="11500" y="1720"/>
                </a:cubicBezTo>
                <a:cubicBezTo>
                  <a:pt x="11378" y="1720"/>
                  <a:pt x="11280" y="1622"/>
                  <a:pt x="11280" y="1500"/>
                </a:cubicBezTo>
                <a:cubicBezTo>
                  <a:pt x="11280" y="1378"/>
                  <a:pt x="11378" y="1280"/>
                  <a:pt x="11500" y="1280"/>
                </a:cubicBezTo>
                <a:cubicBezTo>
                  <a:pt x="11622" y="1280"/>
                  <a:pt x="11720" y="1378"/>
                  <a:pt x="11720" y="1500"/>
                </a:cubicBezTo>
                <a:close/>
                <a:moveTo>
                  <a:pt x="12720" y="1500"/>
                </a:moveTo>
                <a:cubicBezTo>
                  <a:pt x="12720" y="1622"/>
                  <a:pt x="12622" y="1720"/>
                  <a:pt x="12500" y="1720"/>
                </a:cubicBezTo>
                <a:cubicBezTo>
                  <a:pt x="12378" y="1720"/>
                  <a:pt x="12280" y="1622"/>
                  <a:pt x="12280" y="1500"/>
                </a:cubicBezTo>
                <a:cubicBezTo>
                  <a:pt x="12280" y="1378"/>
                  <a:pt x="12378" y="1280"/>
                  <a:pt x="12500" y="1280"/>
                </a:cubicBezTo>
                <a:cubicBezTo>
                  <a:pt x="12622" y="1280"/>
                  <a:pt x="12720" y="1378"/>
                  <a:pt x="12720" y="1500"/>
                </a:cubicBezTo>
                <a:close/>
                <a:moveTo>
                  <a:pt x="13720" y="1500"/>
                </a:moveTo>
                <a:cubicBezTo>
                  <a:pt x="13720" y="1622"/>
                  <a:pt x="13622" y="1720"/>
                  <a:pt x="13500" y="1720"/>
                </a:cubicBezTo>
                <a:cubicBezTo>
                  <a:pt x="13378" y="1720"/>
                  <a:pt x="13280" y="1622"/>
                  <a:pt x="13280" y="1500"/>
                </a:cubicBezTo>
                <a:cubicBezTo>
                  <a:pt x="13280" y="1378"/>
                  <a:pt x="13378" y="1280"/>
                  <a:pt x="13500" y="1280"/>
                </a:cubicBezTo>
                <a:cubicBezTo>
                  <a:pt x="13622" y="1280"/>
                  <a:pt x="13720" y="1378"/>
                  <a:pt x="13720" y="1500"/>
                </a:cubicBezTo>
                <a:close/>
                <a:moveTo>
                  <a:pt x="14720" y="1500"/>
                </a:moveTo>
                <a:cubicBezTo>
                  <a:pt x="14720" y="1622"/>
                  <a:pt x="14622" y="1720"/>
                  <a:pt x="14500" y="1720"/>
                </a:cubicBezTo>
                <a:cubicBezTo>
                  <a:pt x="14378" y="1720"/>
                  <a:pt x="14280" y="1622"/>
                  <a:pt x="14280" y="1500"/>
                </a:cubicBezTo>
                <a:cubicBezTo>
                  <a:pt x="14280" y="1378"/>
                  <a:pt x="14378" y="1280"/>
                  <a:pt x="14500" y="1280"/>
                </a:cubicBezTo>
                <a:cubicBezTo>
                  <a:pt x="14622" y="1280"/>
                  <a:pt x="14720" y="1378"/>
                  <a:pt x="14720" y="1500"/>
                </a:cubicBezTo>
                <a:close/>
                <a:moveTo>
                  <a:pt x="15720" y="1500"/>
                </a:moveTo>
                <a:cubicBezTo>
                  <a:pt x="15720" y="1622"/>
                  <a:pt x="15622" y="1720"/>
                  <a:pt x="15500" y="1720"/>
                </a:cubicBezTo>
                <a:cubicBezTo>
                  <a:pt x="15378" y="1720"/>
                  <a:pt x="15280" y="1622"/>
                  <a:pt x="15280" y="1500"/>
                </a:cubicBezTo>
                <a:cubicBezTo>
                  <a:pt x="15280" y="1378"/>
                  <a:pt x="15378" y="1280"/>
                  <a:pt x="15500" y="1280"/>
                </a:cubicBezTo>
                <a:cubicBezTo>
                  <a:pt x="15622" y="1280"/>
                  <a:pt x="15720" y="1378"/>
                  <a:pt x="15720" y="1500"/>
                </a:cubicBezTo>
                <a:close/>
                <a:moveTo>
                  <a:pt x="16720" y="1500"/>
                </a:moveTo>
                <a:cubicBezTo>
                  <a:pt x="16720" y="1622"/>
                  <a:pt x="16622" y="1720"/>
                  <a:pt x="16500" y="1720"/>
                </a:cubicBezTo>
                <a:cubicBezTo>
                  <a:pt x="16378" y="1720"/>
                  <a:pt x="16280" y="1622"/>
                  <a:pt x="16280" y="1500"/>
                </a:cubicBezTo>
                <a:cubicBezTo>
                  <a:pt x="16280" y="1378"/>
                  <a:pt x="16378" y="1280"/>
                  <a:pt x="16500" y="1280"/>
                </a:cubicBezTo>
                <a:cubicBezTo>
                  <a:pt x="16622" y="1280"/>
                  <a:pt x="16720" y="1378"/>
                  <a:pt x="16720" y="1500"/>
                </a:cubicBezTo>
                <a:close/>
                <a:moveTo>
                  <a:pt x="17720" y="1500"/>
                </a:moveTo>
                <a:cubicBezTo>
                  <a:pt x="17720" y="1622"/>
                  <a:pt x="17622" y="1720"/>
                  <a:pt x="17500" y="1720"/>
                </a:cubicBezTo>
                <a:cubicBezTo>
                  <a:pt x="17378" y="1720"/>
                  <a:pt x="17280" y="1622"/>
                  <a:pt x="17280" y="1500"/>
                </a:cubicBezTo>
                <a:cubicBezTo>
                  <a:pt x="17280" y="1378"/>
                  <a:pt x="17378" y="1280"/>
                  <a:pt x="17500" y="1280"/>
                </a:cubicBezTo>
                <a:cubicBezTo>
                  <a:pt x="17622" y="1280"/>
                  <a:pt x="17720" y="1378"/>
                  <a:pt x="1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8720" y="2500"/>
                </a:moveTo>
                <a:cubicBezTo>
                  <a:pt x="8720" y="2622"/>
                  <a:pt x="8622" y="2720"/>
                  <a:pt x="8500" y="2720"/>
                </a:cubicBezTo>
                <a:cubicBezTo>
                  <a:pt x="8378" y="2720"/>
                  <a:pt x="8280" y="2622"/>
                  <a:pt x="8280" y="2500"/>
                </a:cubicBezTo>
                <a:cubicBezTo>
                  <a:pt x="8280" y="2378"/>
                  <a:pt x="8378" y="2280"/>
                  <a:pt x="8500" y="2280"/>
                </a:cubicBezTo>
                <a:cubicBezTo>
                  <a:pt x="8622" y="2280"/>
                  <a:pt x="8720" y="2378"/>
                  <a:pt x="8720" y="2500"/>
                </a:cubicBezTo>
                <a:close/>
                <a:moveTo>
                  <a:pt x="9720" y="2500"/>
                </a:moveTo>
                <a:cubicBezTo>
                  <a:pt x="9720" y="2622"/>
                  <a:pt x="9622" y="2720"/>
                  <a:pt x="9500" y="2720"/>
                </a:cubicBezTo>
                <a:cubicBezTo>
                  <a:pt x="9378" y="2720"/>
                  <a:pt x="9280" y="2622"/>
                  <a:pt x="9280" y="2500"/>
                </a:cubicBezTo>
                <a:cubicBezTo>
                  <a:pt x="9280" y="2378"/>
                  <a:pt x="9378" y="2280"/>
                  <a:pt x="9500" y="2280"/>
                </a:cubicBezTo>
                <a:cubicBezTo>
                  <a:pt x="9622" y="2280"/>
                  <a:pt x="9720" y="2378"/>
                  <a:pt x="9720" y="2500"/>
                </a:cubicBezTo>
                <a:close/>
                <a:moveTo>
                  <a:pt x="10720" y="2500"/>
                </a:moveTo>
                <a:cubicBezTo>
                  <a:pt x="10720" y="2622"/>
                  <a:pt x="10622" y="2720"/>
                  <a:pt x="10500" y="2720"/>
                </a:cubicBezTo>
                <a:cubicBezTo>
                  <a:pt x="10378" y="2720"/>
                  <a:pt x="10280" y="2622"/>
                  <a:pt x="10280" y="2500"/>
                </a:cubicBezTo>
                <a:cubicBezTo>
                  <a:pt x="10280" y="2378"/>
                  <a:pt x="10378" y="2280"/>
                  <a:pt x="10500" y="2280"/>
                </a:cubicBezTo>
                <a:cubicBezTo>
                  <a:pt x="10622" y="2280"/>
                  <a:pt x="10720" y="2378"/>
                  <a:pt x="10720" y="2500"/>
                </a:cubicBezTo>
                <a:close/>
                <a:moveTo>
                  <a:pt x="11720" y="2500"/>
                </a:moveTo>
                <a:cubicBezTo>
                  <a:pt x="11720" y="2622"/>
                  <a:pt x="11622" y="2720"/>
                  <a:pt x="11500" y="2720"/>
                </a:cubicBezTo>
                <a:cubicBezTo>
                  <a:pt x="11378" y="2720"/>
                  <a:pt x="11280" y="2622"/>
                  <a:pt x="11280" y="2500"/>
                </a:cubicBezTo>
                <a:cubicBezTo>
                  <a:pt x="11280" y="2378"/>
                  <a:pt x="11378" y="2280"/>
                  <a:pt x="11500" y="2280"/>
                </a:cubicBezTo>
                <a:cubicBezTo>
                  <a:pt x="11622" y="2280"/>
                  <a:pt x="11720" y="2378"/>
                  <a:pt x="11720" y="2500"/>
                </a:cubicBezTo>
                <a:close/>
                <a:moveTo>
                  <a:pt x="12720" y="2500"/>
                </a:moveTo>
                <a:cubicBezTo>
                  <a:pt x="12720" y="2622"/>
                  <a:pt x="12622" y="2720"/>
                  <a:pt x="12500" y="2720"/>
                </a:cubicBezTo>
                <a:cubicBezTo>
                  <a:pt x="12378" y="2720"/>
                  <a:pt x="12280" y="2622"/>
                  <a:pt x="12280" y="2500"/>
                </a:cubicBezTo>
                <a:cubicBezTo>
                  <a:pt x="12280" y="2378"/>
                  <a:pt x="12378" y="2280"/>
                  <a:pt x="12500" y="2280"/>
                </a:cubicBezTo>
                <a:cubicBezTo>
                  <a:pt x="12622" y="2280"/>
                  <a:pt x="12720" y="2378"/>
                  <a:pt x="12720" y="2500"/>
                </a:cubicBezTo>
                <a:close/>
                <a:moveTo>
                  <a:pt x="13720" y="2500"/>
                </a:moveTo>
                <a:cubicBezTo>
                  <a:pt x="13720" y="2622"/>
                  <a:pt x="13622" y="2720"/>
                  <a:pt x="13500" y="2720"/>
                </a:cubicBezTo>
                <a:cubicBezTo>
                  <a:pt x="13378" y="2720"/>
                  <a:pt x="13280" y="2622"/>
                  <a:pt x="13280" y="2500"/>
                </a:cubicBezTo>
                <a:cubicBezTo>
                  <a:pt x="13280" y="2378"/>
                  <a:pt x="13378" y="2280"/>
                  <a:pt x="13500" y="2280"/>
                </a:cubicBezTo>
                <a:cubicBezTo>
                  <a:pt x="13622" y="2280"/>
                  <a:pt x="13720" y="2378"/>
                  <a:pt x="13720" y="2500"/>
                </a:cubicBezTo>
                <a:close/>
                <a:moveTo>
                  <a:pt x="14720" y="2500"/>
                </a:moveTo>
                <a:cubicBezTo>
                  <a:pt x="14720" y="2622"/>
                  <a:pt x="14622" y="2720"/>
                  <a:pt x="14500" y="2720"/>
                </a:cubicBezTo>
                <a:cubicBezTo>
                  <a:pt x="14378" y="2720"/>
                  <a:pt x="14280" y="2622"/>
                  <a:pt x="14280" y="2500"/>
                </a:cubicBezTo>
                <a:cubicBezTo>
                  <a:pt x="14280" y="2378"/>
                  <a:pt x="14378" y="2280"/>
                  <a:pt x="14500" y="2280"/>
                </a:cubicBezTo>
                <a:cubicBezTo>
                  <a:pt x="14622" y="2280"/>
                  <a:pt x="14720" y="2378"/>
                  <a:pt x="14720" y="2500"/>
                </a:cubicBezTo>
                <a:close/>
                <a:moveTo>
                  <a:pt x="15720" y="2500"/>
                </a:moveTo>
                <a:cubicBezTo>
                  <a:pt x="15720" y="2622"/>
                  <a:pt x="15622" y="2720"/>
                  <a:pt x="15500" y="2720"/>
                </a:cubicBezTo>
                <a:cubicBezTo>
                  <a:pt x="15378" y="2720"/>
                  <a:pt x="15280" y="2622"/>
                  <a:pt x="15280" y="2500"/>
                </a:cubicBezTo>
                <a:cubicBezTo>
                  <a:pt x="15280" y="2378"/>
                  <a:pt x="15378" y="2280"/>
                  <a:pt x="15500" y="2280"/>
                </a:cubicBezTo>
                <a:cubicBezTo>
                  <a:pt x="15622" y="2280"/>
                  <a:pt x="15720" y="2378"/>
                  <a:pt x="15720" y="2500"/>
                </a:cubicBezTo>
                <a:close/>
                <a:moveTo>
                  <a:pt x="16720" y="2500"/>
                </a:moveTo>
                <a:cubicBezTo>
                  <a:pt x="16720" y="2622"/>
                  <a:pt x="16622" y="2720"/>
                  <a:pt x="16500" y="2720"/>
                </a:cubicBezTo>
                <a:cubicBezTo>
                  <a:pt x="16378" y="2720"/>
                  <a:pt x="16280" y="2622"/>
                  <a:pt x="16280" y="2500"/>
                </a:cubicBezTo>
                <a:cubicBezTo>
                  <a:pt x="16280" y="2378"/>
                  <a:pt x="16378" y="2280"/>
                  <a:pt x="16500" y="2280"/>
                </a:cubicBezTo>
                <a:cubicBezTo>
                  <a:pt x="16622" y="2280"/>
                  <a:pt x="16720" y="2378"/>
                  <a:pt x="16720" y="2500"/>
                </a:cubicBezTo>
                <a:close/>
                <a:moveTo>
                  <a:pt x="17720" y="2500"/>
                </a:moveTo>
                <a:cubicBezTo>
                  <a:pt x="17720" y="2622"/>
                  <a:pt x="17622" y="2720"/>
                  <a:pt x="17500" y="2720"/>
                </a:cubicBezTo>
                <a:cubicBezTo>
                  <a:pt x="17378" y="2720"/>
                  <a:pt x="17280" y="2622"/>
                  <a:pt x="17280" y="2500"/>
                </a:cubicBezTo>
                <a:cubicBezTo>
                  <a:pt x="17280" y="2378"/>
                  <a:pt x="17378" y="2280"/>
                  <a:pt x="17500" y="2280"/>
                </a:cubicBezTo>
                <a:cubicBezTo>
                  <a:pt x="17622" y="2280"/>
                  <a:pt x="17720" y="2378"/>
                  <a:pt x="1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8720" y="3500"/>
                </a:moveTo>
                <a:cubicBezTo>
                  <a:pt x="8720" y="3622"/>
                  <a:pt x="8622" y="3720"/>
                  <a:pt x="8500" y="3720"/>
                </a:cubicBezTo>
                <a:cubicBezTo>
                  <a:pt x="8378" y="3720"/>
                  <a:pt x="8280" y="3622"/>
                  <a:pt x="8280" y="3500"/>
                </a:cubicBezTo>
                <a:cubicBezTo>
                  <a:pt x="8280" y="3378"/>
                  <a:pt x="8378" y="3280"/>
                  <a:pt x="8500" y="3280"/>
                </a:cubicBezTo>
                <a:cubicBezTo>
                  <a:pt x="8622" y="3280"/>
                  <a:pt x="8720" y="3378"/>
                  <a:pt x="8720" y="3500"/>
                </a:cubicBezTo>
                <a:close/>
                <a:moveTo>
                  <a:pt x="9720" y="3500"/>
                </a:moveTo>
                <a:cubicBezTo>
                  <a:pt x="9720" y="3622"/>
                  <a:pt x="9622" y="3720"/>
                  <a:pt x="9500" y="3720"/>
                </a:cubicBezTo>
                <a:cubicBezTo>
                  <a:pt x="9378" y="3720"/>
                  <a:pt x="9280" y="3622"/>
                  <a:pt x="9280" y="3500"/>
                </a:cubicBezTo>
                <a:cubicBezTo>
                  <a:pt x="9280" y="3378"/>
                  <a:pt x="9378" y="3280"/>
                  <a:pt x="9500" y="3280"/>
                </a:cubicBezTo>
                <a:cubicBezTo>
                  <a:pt x="9622" y="3280"/>
                  <a:pt x="9720" y="3378"/>
                  <a:pt x="9720" y="3500"/>
                </a:cubicBezTo>
                <a:close/>
                <a:moveTo>
                  <a:pt x="10720" y="3500"/>
                </a:moveTo>
                <a:cubicBezTo>
                  <a:pt x="10720" y="3622"/>
                  <a:pt x="10622" y="3720"/>
                  <a:pt x="10500" y="3720"/>
                </a:cubicBezTo>
                <a:cubicBezTo>
                  <a:pt x="10378" y="3720"/>
                  <a:pt x="10280" y="3622"/>
                  <a:pt x="10280" y="3500"/>
                </a:cubicBezTo>
                <a:cubicBezTo>
                  <a:pt x="10280" y="3378"/>
                  <a:pt x="10378" y="3280"/>
                  <a:pt x="10500" y="3280"/>
                </a:cubicBezTo>
                <a:cubicBezTo>
                  <a:pt x="10622" y="3280"/>
                  <a:pt x="10720" y="3378"/>
                  <a:pt x="10720" y="3500"/>
                </a:cubicBezTo>
                <a:close/>
                <a:moveTo>
                  <a:pt x="11720" y="3500"/>
                </a:moveTo>
                <a:cubicBezTo>
                  <a:pt x="11720" y="3622"/>
                  <a:pt x="11622" y="3720"/>
                  <a:pt x="11500" y="3720"/>
                </a:cubicBezTo>
                <a:cubicBezTo>
                  <a:pt x="11378" y="3720"/>
                  <a:pt x="11280" y="3622"/>
                  <a:pt x="11280" y="3500"/>
                </a:cubicBezTo>
                <a:cubicBezTo>
                  <a:pt x="11280" y="3378"/>
                  <a:pt x="11378" y="3280"/>
                  <a:pt x="11500" y="3280"/>
                </a:cubicBezTo>
                <a:cubicBezTo>
                  <a:pt x="11622" y="3280"/>
                  <a:pt x="11720" y="3378"/>
                  <a:pt x="11720" y="3500"/>
                </a:cubicBezTo>
                <a:close/>
                <a:moveTo>
                  <a:pt x="12720" y="3500"/>
                </a:moveTo>
                <a:cubicBezTo>
                  <a:pt x="12720" y="3622"/>
                  <a:pt x="12622" y="3720"/>
                  <a:pt x="12500" y="3720"/>
                </a:cubicBezTo>
                <a:cubicBezTo>
                  <a:pt x="12378" y="3720"/>
                  <a:pt x="12280" y="3622"/>
                  <a:pt x="12280" y="3500"/>
                </a:cubicBezTo>
                <a:cubicBezTo>
                  <a:pt x="12280" y="3378"/>
                  <a:pt x="12378" y="3280"/>
                  <a:pt x="12500" y="3280"/>
                </a:cubicBezTo>
                <a:cubicBezTo>
                  <a:pt x="12622" y="3280"/>
                  <a:pt x="12720" y="3378"/>
                  <a:pt x="12720" y="3500"/>
                </a:cubicBezTo>
                <a:close/>
                <a:moveTo>
                  <a:pt x="13720" y="3500"/>
                </a:moveTo>
                <a:cubicBezTo>
                  <a:pt x="13720" y="3622"/>
                  <a:pt x="13622" y="3720"/>
                  <a:pt x="13500" y="3720"/>
                </a:cubicBezTo>
                <a:cubicBezTo>
                  <a:pt x="13378" y="3720"/>
                  <a:pt x="13280" y="3622"/>
                  <a:pt x="13280" y="3500"/>
                </a:cubicBezTo>
                <a:cubicBezTo>
                  <a:pt x="13280" y="3378"/>
                  <a:pt x="13378" y="3280"/>
                  <a:pt x="13500" y="3280"/>
                </a:cubicBezTo>
                <a:cubicBezTo>
                  <a:pt x="13622" y="3280"/>
                  <a:pt x="13720" y="3378"/>
                  <a:pt x="13720" y="3500"/>
                </a:cubicBezTo>
                <a:close/>
                <a:moveTo>
                  <a:pt x="14720" y="3500"/>
                </a:moveTo>
                <a:cubicBezTo>
                  <a:pt x="14720" y="3622"/>
                  <a:pt x="14622" y="3720"/>
                  <a:pt x="14500" y="3720"/>
                </a:cubicBezTo>
                <a:cubicBezTo>
                  <a:pt x="14378" y="3720"/>
                  <a:pt x="14280" y="3622"/>
                  <a:pt x="14280" y="3500"/>
                </a:cubicBezTo>
                <a:cubicBezTo>
                  <a:pt x="14280" y="3378"/>
                  <a:pt x="14378" y="3280"/>
                  <a:pt x="14500" y="3280"/>
                </a:cubicBezTo>
                <a:cubicBezTo>
                  <a:pt x="14622" y="3280"/>
                  <a:pt x="14720" y="3378"/>
                  <a:pt x="14720" y="3500"/>
                </a:cubicBezTo>
                <a:close/>
                <a:moveTo>
                  <a:pt x="15720" y="3500"/>
                </a:moveTo>
                <a:cubicBezTo>
                  <a:pt x="15720" y="3622"/>
                  <a:pt x="15622" y="3720"/>
                  <a:pt x="15500" y="3720"/>
                </a:cubicBezTo>
                <a:cubicBezTo>
                  <a:pt x="15378" y="3720"/>
                  <a:pt x="15280" y="3622"/>
                  <a:pt x="15280" y="3500"/>
                </a:cubicBezTo>
                <a:cubicBezTo>
                  <a:pt x="15280" y="3378"/>
                  <a:pt x="15378" y="3280"/>
                  <a:pt x="15500" y="3280"/>
                </a:cubicBezTo>
                <a:cubicBezTo>
                  <a:pt x="15622" y="3280"/>
                  <a:pt x="15720" y="3378"/>
                  <a:pt x="15720" y="3500"/>
                </a:cubicBezTo>
                <a:close/>
                <a:moveTo>
                  <a:pt x="16720" y="3500"/>
                </a:moveTo>
                <a:cubicBezTo>
                  <a:pt x="16720" y="3622"/>
                  <a:pt x="16622" y="3720"/>
                  <a:pt x="16500" y="3720"/>
                </a:cubicBezTo>
                <a:cubicBezTo>
                  <a:pt x="16378" y="3720"/>
                  <a:pt x="16280" y="3622"/>
                  <a:pt x="16280" y="3500"/>
                </a:cubicBezTo>
                <a:cubicBezTo>
                  <a:pt x="16280" y="3378"/>
                  <a:pt x="16378" y="3280"/>
                  <a:pt x="16500" y="3280"/>
                </a:cubicBezTo>
                <a:cubicBezTo>
                  <a:pt x="16622" y="3280"/>
                  <a:pt x="16720" y="3378"/>
                  <a:pt x="16720" y="3500"/>
                </a:cubicBezTo>
                <a:close/>
                <a:moveTo>
                  <a:pt x="17720" y="3500"/>
                </a:moveTo>
                <a:cubicBezTo>
                  <a:pt x="17720" y="3622"/>
                  <a:pt x="17622" y="3720"/>
                  <a:pt x="17500" y="3720"/>
                </a:cubicBezTo>
                <a:cubicBezTo>
                  <a:pt x="17378" y="3720"/>
                  <a:pt x="17280" y="3622"/>
                  <a:pt x="17280" y="3500"/>
                </a:cubicBezTo>
                <a:cubicBezTo>
                  <a:pt x="17280" y="3378"/>
                  <a:pt x="17378" y="3280"/>
                  <a:pt x="17500" y="3280"/>
                </a:cubicBezTo>
                <a:cubicBezTo>
                  <a:pt x="17622" y="3280"/>
                  <a:pt x="17720" y="3378"/>
                  <a:pt x="1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8720" y="4500"/>
                </a:moveTo>
                <a:cubicBezTo>
                  <a:pt x="8720" y="4622"/>
                  <a:pt x="8622" y="4720"/>
                  <a:pt x="8500" y="4720"/>
                </a:cubicBezTo>
                <a:cubicBezTo>
                  <a:pt x="8378" y="4720"/>
                  <a:pt x="8280" y="4622"/>
                  <a:pt x="8280" y="4500"/>
                </a:cubicBezTo>
                <a:cubicBezTo>
                  <a:pt x="8280" y="4378"/>
                  <a:pt x="8378" y="4280"/>
                  <a:pt x="8500" y="4280"/>
                </a:cubicBezTo>
                <a:cubicBezTo>
                  <a:pt x="8622" y="4280"/>
                  <a:pt x="8720" y="4378"/>
                  <a:pt x="8720" y="4500"/>
                </a:cubicBezTo>
                <a:close/>
                <a:moveTo>
                  <a:pt x="9720" y="4500"/>
                </a:moveTo>
                <a:cubicBezTo>
                  <a:pt x="9720" y="4622"/>
                  <a:pt x="9622" y="4720"/>
                  <a:pt x="9500" y="4720"/>
                </a:cubicBezTo>
                <a:cubicBezTo>
                  <a:pt x="9378" y="4720"/>
                  <a:pt x="9280" y="4622"/>
                  <a:pt x="9280" y="4500"/>
                </a:cubicBezTo>
                <a:cubicBezTo>
                  <a:pt x="9280" y="4378"/>
                  <a:pt x="9378" y="4280"/>
                  <a:pt x="9500" y="4280"/>
                </a:cubicBezTo>
                <a:cubicBezTo>
                  <a:pt x="9622" y="4280"/>
                  <a:pt x="9720" y="4378"/>
                  <a:pt x="9720" y="4500"/>
                </a:cubicBezTo>
                <a:close/>
                <a:moveTo>
                  <a:pt x="10720" y="4500"/>
                </a:moveTo>
                <a:cubicBezTo>
                  <a:pt x="10720" y="4622"/>
                  <a:pt x="10622" y="4720"/>
                  <a:pt x="10500" y="4720"/>
                </a:cubicBezTo>
                <a:cubicBezTo>
                  <a:pt x="10378" y="4720"/>
                  <a:pt x="10280" y="4622"/>
                  <a:pt x="10280" y="4500"/>
                </a:cubicBezTo>
                <a:cubicBezTo>
                  <a:pt x="10280" y="4378"/>
                  <a:pt x="10378" y="4280"/>
                  <a:pt x="10500" y="4280"/>
                </a:cubicBezTo>
                <a:cubicBezTo>
                  <a:pt x="10622" y="4280"/>
                  <a:pt x="10720" y="4378"/>
                  <a:pt x="10720" y="4500"/>
                </a:cubicBezTo>
                <a:close/>
                <a:moveTo>
                  <a:pt x="11720" y="4500"/>
                </a:moveTo>
                <a:cubicBezTo>
                  <a:pt x="11720" y="4622"/>
                  <a:pt x="11622" y="4720"/>
                  <a:pt x="11500" y="4720"/>
                </a:cubicBezTo>
                <a:cubicBezTo>
                  <a:pt x="11378" y="4720"/>
                  <a:pt x="11280" y="4622"/>
                  <a:pt x="11280" y="4500"/>
                </a:cubicBezTo>
                <a:cubicBezTo>
                  <a:pt x="11280" y="4378"/>
                  <a:pt x="11378" y="4280"/>
                  <a:pt x="11500" y="4280"/>
                </a:cubicBezTo>
                <a:cubicBezTo>
                  <a:pt x="11622" y="4280"/>
                  <a:pt x="11720" y="4378"/>
                  <a:pt x="11720" y="4500"/>
                </a:cubicBezTo>
                <a:close/>
                <a:moveTo>
                  <a:pt x="12720" y="4500"/>
                </a:moveTo>
                <a:cubicBezTo>
                  <a:pt x="12720" y="4622"/>
                  <a:pt x="12622" y="4720"/>
                  <a:pt x="12500" y="4720"/>
                </a:cubicBezTo>
                <a:cubicBezTo>
                  <a:pt x="12378" y="4720"/>
                  <a:pt x="12280" y="4622"/>
                  <a:pt x="12280" y="4500"/>
                </a:cubicBezTo>
                <a:cubicBezTo>
                  <a:pt x="12280" y="4378"/>
                  <a:pt x="12378" y="4280"/>
                  <a:pt x="12500" y="4280"/>
                </a:cubicBezTo>
                <a:cubicBezTo>
                  <a:pt x="12622" y="4280"/>
                  <a:pt x="12720" y="4378"/>
                  <a:pt x="12720" y="4500"/>
                </a:cubicBezTo>
                <a:close/>
                <a:moveTo>
                  <a:pt x="13720" y="4500"/>
                </a:moveTo>
                <a:cubicBezTo>
                  <a:pt x="13720" y="4622"/>
                  <a:pt x="13622" y="4720"/>
                  <a:pt x="13500" y="4720"/>
                </a:cubicBezTo>
                <a:cubicBezTo>
                  <a:pt x="13378" y="4720"/>
                  <a:pt x="13280" y="4622"/>
                  <a:pt x="13280" y="4500"/>
                </a:cubicBezTo>
                <a:cubicBezTo>
                  <a:pt x="13280" y="4378"/>
                  <a:pt x="13378" y="4280"/>
                  <a:pt x="13500" y="4280"/>
                </a:cubicBezTo>
                <a:cubicBezTo>
                  <a:pt x="13622" y="4280"/>
                  <a:pt x="13720" y="4378"/>
                  <a:pt x="13720" y="4500"/>
                </a:cubicBezTo>
                <a:close/>
                <a:moveTo>
                  <a:pt x="14720" y="4500"/>
                </a:moveTo>
                <a:cubicBezTo>
                  <a:pt x="14720" y="4622"/>
                  <a:pt x="14622" y="4720"/>
                  <a:pt x="14500" y="4720"/>
                </a:cubicBezTo>
                <a:cubicBezTo>
                  <a:pt x="14378" y="4720"/>
                  <a:pt x="14280" y="4622"/>
                  <a:pt x="14280" y="4500"/>
                </a:cubicBezTo>
                <a:cubicBezTo>
                  <a:pt x="14280" y="4378"/>
                  <a:pt x="14378" y="4280"/>
                  <a:pt x="14500" y="4280"/>
                </a:cubicBezTo>
                <a:cubicBezTo>
                  <a:pt x="14622" y="4280"/>
                  <a:pt x="14720" y="4378"/>
                  <a:pt x="14720" y="4500"/>
                </a:cubicBezTo>
                <a:close/>
                <a:moveTo>
                  <a:pt x="15720" y="4500"/>
                </a:moveTo>
                <a:cubicBezTo>
                  <a:pt x="15720" y="4622"/>
                  <a:pt x="15622" y="4720"/>
                  <a:pt x="15500" y="4720"/>
                </a:cubicBezTo>
                <a:cubicBezTo>
                  <a:pt x="15378" y="4720"/>
                  <a:pt x="15280" y="4622"/>
                  <a:pt x="15280" y="4500"/>
                </a:cubicBezTo>
                <a:cubicBezTo>
                  <a:pt x="15280" y="4378"/>
                  <a:pt x="15378" y="4280"/>
                  <a:pt x="15500" y="4280"/>
                </a:cubicBezTo>
                <a:cubicBezTo>
                  <a:pt x="15622" y="4280"/>
                  <a:pt x="15720" y="4378"/>
                  <a:pt x="15720" y="4500"/>
                </a:cubicBezTo>
                <a:close/>
                <a:moveTo>
                  <a:pt x="16720" y="4500"/>
                </a:moveTo>
                <a:cubicBezTo>
                  <a:pt x="16720" y="4622"/>
                  <a:pt x="16622" y="4720"/>
                  <a:pt x="16500" y="4720"/>
                </a:cubicBezTo>
                <a:cubicBezTo>
                  <a:pt x="16378" y="4720"/>
                  <a:pt x="16280" y="4622"/>
                  <a:pt x="16280" y="4500"/>
                </a:cubicBezTo>
                <a:cubicBezTo>
                  <a:pt x="16280" y="4378"/>
                  <a:pt x="16378" y="4280"/>
                  <a:pt x="16500" y="4280"/>
                </a:cubicBezTo>
                <a:cubicBezTo>
                  <a:pt x="16622" y="4280"/>
                  <a:pt x="16720" y="4378"/>
                  <a:pt x="16720" y="4500"/>
                </a:cubicBezTo>
                <a:close/>
                <a:moveTo>
                  <a:pt x="17720" y="4500"/>
                </a:moveTo>
                <a:cubicBezTo>
                  <a:pt x="17720" y="4622"/>
                  <a:pt x="17622" y="4720"/>
                  <a:pt x="17500" y="4720"/>
                </a:cubicBezTo>
                <a:cubicBezTo>
                  <a:pt x="17378" y="4720"/>
                  <a:pt x="17280" y="4622"/>
                  <a:pt x="17280" y="4500"/>
                </a:cubicBezTo>
                <a:cubicBezTo>
                  <a:pt x="17280" y="4378"/>
                  <a:pt x="17378" y="4280"/>
                  <a:pt x="17500" y="4280"/>
                </a:cubicBezTo>
                <a:cubicBezTo>
                  <a:pt x="17622" y="4280"/>
                  <a:pt x="17720" y="4378"/>
                  <a:pt x="1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8720" y="5500"/>
                </a:moveTo>
                <a:cubicBezTo>
                  <a:pt x="8720" y="5622"/>
                  <a:pt x="8622" y="5720"/>
                  <a:pt x="8500" y="5720"/>
                </a:cubicBezTo>
                <a:cubicBezTo>
                  <a:pt x="8378" y="5720"/>
                  <a:pt x="8280" y="5622"/>
                  <a:pt x="8280" y="5500"/>
                </a:cubicBezTo>
                <a:cubicBezTo>
                  <a:pt x="8280" y="5378"/>
                  <a:pt x="8378" y="5280"/>
                  <a:pt x="8500" y="5280"/>
                </a:cubicBezTo>
                <a:cubicBezTo>
                  <a:pt x="8622" y="5280"/>
                  <a:pt x="8720" y="5378"/>
                  <a:pt x="8720" y="5500"/>
                </a:cubicBezTo>
                <a:close/>
                <a:moveTo>
                  <a:pt x="9720" y="5500"/>
                </a:moveTo>
                <a:cubicBezTo>
                  <a:pt x="9720" y="5622"/>
                  <a:pt x="9622" y="5720"/>
                  <a:pt x="9500" y="5720"/>
                </a:cubicBezTo>
                <a:cubicBezTo>
                  <a:pt x="9378" y="5720"/>
                  <a:pt x="9280" y="5622"/>
                  <a:pt x="9280" y="5500"/>
                </a:cubicBezTo>
                <a:cubicBezTo>
                  <a:pt x="9280" y="5378"/>
                  <a:pt x="9378" y="5280"/>
                  <a:pt x="9500" y="5280"/>
                </a:cubicBezTo>
                <a:cubicBezTo>
                  <a:pt x="9622" y="5280"/>
                  <a:pt x="9720" y="5378"/>
                  <a:pt x="9720" y="5500"/>
                </a:cubicBezTo>
                <a:close/>
                <a:moveTo>
                  <a:pt x="10720" y="5500"/>
                </a:moveTo>
                <a:cubicBezTo>
                  <a:pt x="10720" y="5622"/>
                  <a:pt x="10622" y="5720"/>
                  <a:pt x="10500" y="5720"/>
                </a:cubicBezTo>
                <a:cubicBezTo>
                  <a:pt x="10378" y="5720"/>
                  <a:pt x="10280" y="5622"/>
                  <a:pt x="10280" y="5500"/>
                </a:cubicBezTo>
                <a:cubicBezTo>
                  <a:pt x="10280" y="5378"/>
                  <a:pt x="10378" y="5280"/>
                  <a:pt x="10500" y="5280"/>
                </a:cubicBezTo>
                <a:cubicBezTo>
                  <a:pt x="10622" y="5280"/>
                  <a:pt x="10720" y="5378"/>
                  <a:pt x="10720" y="5500"/>
                </a:cubicBezTo>
                <a:close/>
                <a:moveTo>
                  <a:pt x="11720" y="5500"/>
                </a:moveTo>
                <a:cubicBezTo>
                  <a:pt x="11720" y="5622"/>
                  <a:pt x="11622" y="5720"/>
                  <a:pt x="11500" y="5720"/>
                </a:cubicBezTo>
                <a:cubicBezTo>
                  <a:pt x="11378" y="5720"/>
                  <a:pt x="11280" y="5622"/>
                  <a:pt x="11280" y="5500"/>
                </a:cubicBezTo>
                <a:cubicBezTo>
                  <a:pt x="11280" y="5378"/>
                  <a:pt x="11378" y="5280"/>
                  <a:pt x="11500" y="5280"/>
                </a:cubicBezTo>
                <a:cubicBezTo>
                  <a:pt x="11622" y="5280"/>
                  <a:pt x="11720" y="5378"/>
                  <a:pt x="11720" y="5500"/>
                </a:cubicBezTo>
                <a:close/>
                <a:moveTo>
                  <a:pt x="12720" y="5500"/>
                </a:moveTo>
                <a:cubicBezTo>
                  <a:pt x="12720" y="5622"/>
                  <a:pt x="12622" y="5720"/>
                  <a:pt x="12500" y="5720"/>
                </a:cubicBezTo>
                <a:cubicBezTo>
                  <a:pt x="12378" y="5720"/>
                  <a:pt x="12280" y="5622"/>
                  <a:pt x="12280" y="5500"/>
                </a:cubicBezTo>
                <a:cubicBezTo>
                  <a:pt x="12280" y="5378"/>
                  <a:pt x="12378" y="5280"/>
                  <a:pt x="12500" y="5280"/>
                </a:cubicBezTo>
                <a:cubicBezTo>
                  <a:pt x="12622" y="5280"/>
                  <a:pt x="12720" y="5378"/>
                  <a:pt x="12720" y="5500"/>
                </a:cubicBezTo>
                <a:close/>
                <a:moveTo>
                  <a:pt x="13720" y="5500"/>
                </a:moveTo>
                <a:cubicBezTo>
                  <a:pt x="13720" y="5622"/>
                  <a:pt x="13622" y="5720"/>
                  <a:pt x="13500" y="5720"/>
                </a:cubicBezTo>
                <a:cubicBezTo>
                  <a:pt x="13378" y="5720"/>
                  <a:pt x="13280" y="5622"/>
                  <a:pt x="13280" y="5500"/>
                </a:cubicBezTo>
                <a:cubicBezTo>
                  <a:pt x="13280" y="5378"/>
                  <a:pt x="13378" y="5280"/>
                  <a:pt x="13500" y="5280"/>
                </a:cubicBezTo>
                <a:cubicBezTo>
                  <a:pt x="13622" y="5280"/>
                  <a:pt x="13720" y="5378"/>
                  <a:pt x="13720" y="5500"/>
                </a:cubicBezTo>
                <a:close/>
                <a:moveTo>
                  <a:pt x="14720" y="5500"/>
                </a:moveTo>
                <a:cubicBezTo>
                  <a:pt x="14720" y="5622"/>
                  <a:pt x="14622" y="5720"/>
                  <a:pt x="14500" y="5720"/>
                </a:cubicBezTo>
                <a:cubicBezTo>
                  <a:pt x="14378" y="5720"/>
                  <a:pt x="14280" y="5622"/>
                  <a:pt x="14280" y="5500"/>
                </a:cubicBezTo>
                <a:cubicBezTo>
                  <a:pt x="14280" y="5378"/>
                  <a:pt x="14378" y="5280"/>
                  <a:pt x="14500" y="5280"/>
                </a:cubicBezTo>
                <a:cubicBezTo>
                  <a:pt x="14622" y="5280"/>
                  <a:pt x="14720" y="5378"/>
                  <a:pt x="14720" y="5500"/>
                </a:cubicBezTo>
                <a:close/>
                <a:moveTo>
                  <a:pt x="15720" y="5500"/>
                </a:moveTo>
                <a:cubicBezTo>
                  <a:pt x="15720" y="5622"/>
                  <a:pt x="15622" y="5720"/>
                  <a:pt x="15500" y="5720"/>
                </a:cubicBezTo>
                <a:cubicBezTo>
                  <a:pt x="15378" y="5720"/>
                  <a:pt x="15280" y="5622"/>
                  <a:pt x="15280" y="5500"/>
                </a:cubicBezTo>
                <a:cubicBezTo>
                  <a:pt x="15280" y="5378"/>
                  <a:pt x="15378" y="5280"/>
                  <a:pt x="15500" y="5280"/>
                </a:cubicBezTo>
                <a:cubicBezTo>
                  <a:pt x="15622" y="5280"/>
                  <a:pt x="15720" y="5378"/>
                  <a:pt x="15720" y="5500"/>
                </a:cubicBezTo>
                <a:close/>
                <a:moveTo>
                  <a:pt x="16720" y="5500"/>
                </a:moveTo>
                <a:cubicBezTo>
                  <a:pt x="16720" y="5622"/>
                  <a:pt x="16622" y="5720"/>
                  <a:pt x="16500" y="5720"/>
                </a:cubicBezTo>
                <a:cubicBezTo>
                  <a:pt x="16378" y="5720"/>
                  <a:pt x="16280" y="5622"/>
                  <a:pt x="16280" y="5500"/>
                </a:cubicBezTo>
                <a:cubicBezTo>
                  <a:pt x="16280" y="5378"/>
                  <a:pt x="16378" y="5280"/>
                  <a:pt x="16500" y="5280"/>
                </a:cubicBezTo>
                <a:cubicBezTo>
                  <a:pt x="16622" y="5280"/>
                  <a:pt x="16720" y="5378"/>
                  <a:pt x="16720" y="5500"/>
                </a:cubicBezTo>
                <a:close/>
                <a:moveTo>
                  <a:pt x="17720" y="5500"/>
                </a:moveTo>
                <a:cubicBezTo>
                  <a:pt x="17720" y="5622"/>
                  <a:pt x="17622" y="5720"/>
                  <a:pt x="17500" y="5720"/>
                </a:cubicBezTo>
                <a:cubicBezTo>
                  <a:pt x="17378" y="5720"/>
                  <a:pt x="17280" y="5622"/>
                  <a:pt x="17280" y="5500"/>
                </a:cubicBezTo>
                <a:cubicBezTo>
                  <a:pt x="17280" y="5378"/>
                  <a:pt x="17378" y="5280"/>
                  <a:pt x="17500" y="5280"/>
                </a:cubicBezTo>
                <a:cubicBezTo>
                  <a:pt x="17622" y="5280"/>
                  <a:pt x="17720" y="5378"/>
                  <a:pt x="1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8720" y="6500"/>
                </a:moveTo>
                <a:cubicBezTo>
                  <a:pt x="8720" y="6622"/>
                  <a:pt x="8622" y="6720"/>
                  <a:pt x="8500" y="6720"/>
                </a:cubicBezTo>
                <a:cubicBezTo>
                  <a:pt x="8378" y="6720"/>
                  <a:pt x="8280" y="6622"/>
                  <a:pt x="8280" y="6500"/>
                </a:cubicBezTo>
                <a:cubicBezTo>
                  <a:pt x="8280" y="6378"/>
                  <a:pt x="8378" y="6280"/>
                  <a:pt x="8500" y="6280"/>
                </a:cubicBezTo>
                <a:cubicBezTo>
                  <a:pt x="8622" y="6280"/>
                  <a:pt x="8720" y="6378"/>
                  <a:pt x="8720" y="6500"/>
                </a:cubicBezTo>
                <a:close/>
                <a:moveTo>
                  <a:pt x="9720" y="6500"/>
                </a:moveTo>
                <a:cubicBezTo>
                  <a:pt x="9720" y="6622"/>
                  <a:pt x="9622" y="6720"/>
                  <a:pt x="9500" y="6720"/>
                </a:cubicBezTo>
                <a:cubicBezTo>
                  <a:pt x="9378" y="6720"/>
                  <a:pt x="9280" y="6622"/>
                  <a:pt x="9280" y="6500"/>
                </a:cubicBezTo>
                <a:cubicBezTo>
                  <a:pt x="9280" y="6378"/>
                  <a:pt x="9378" y="6280"/>
                  <a:pt x="9500" y="6280"/>
                </a:cubicBezTo>
                <a:cubicBezTo>
                  <a:pt x="9622" y="6280"/>
                  <a:pt x="9720" y="6378"/>
                  <a:pt x="9720" y="6500"/>
                </a:cubicBezTo>
                <a:close/>
                <a:moveTo>
                  <a:pt x="10720" y="6500"/>
                </a:moveTo>
                <a:cubicBezTo>
                  <a:pt x="10720" y="6622"/>
                  <a:pt x="10622" y="6720"/>
                  <a:pt x="10500" y="6720"/>
                </a:cubicBezTo>
                <a:cubicBezTo>
                  <a:pt x="10378" y="6720"/>
                  <a:pt x="10280" y="6622"/>
                  <a:pt x="10280" y="6500"/>
                </a:cubicBezTo>
                <a:cubicBezTo>
                  <a:pt x="10280" y="6378"/>
                  <a:pt x="10378" y="6280"/>
                  <a:pt x="10500" y="6280"/>
                </a:cubicBezTo>
                <a:cubicBezTo>
                  <a:pt x="10622" y="6280"/>
                  <a:pt x="10720" y="6378"/>
                  <a:pt x="10720" y="6500"/>
                </a:cubicBezTo>
                <a:close/>
                <a:moveTo>
                  <a:pt x="11720" y="6500"/>
                </a:moveTo>
                <a:cubicBezTo>
                  <a:pt x="11720" y="6622"/>
                  <a:pt x="11622" y="6720"/>
                  <a:pt x="11500" y="6720"/>
                </a:cubicBezTo>
                <a:cubicBezTo>
                  <a:pt x="11378" y="6720"/>
                  <a:pt x="11280" y="6622"/>
                  <a:pt x="11280" y="6500"/>
                </a:cubicBezTo>
                <a:cubicBezTo>
                  <a:pt x="11280" y="6378"/>
                  <a:pt x="11378" y="6280"/>
                  <a:pt x="11500" y="6280"/>
                </a:cubicBezTo>
                <a:cubicBezTo>
                  <a:pt x="11622" y="6280"/>
                  <a:pt x="11720" y="6378"/>
                  <a:pt x="11720" y="6500"/>
                </a:cubicBezTo>
                <a:close/>
                <a:moveTo>
                  <a:pt x="12720" y="6500"/>
                </a:moveTo>
                <a:cubicBezTo>
                  <a:pt x="12720" y="6622"/>
                  <a:pt x="12622" y="6720"/>
                  <a:pt x="12500" y="6720"/>
                </a:cubicBezTo>
                <a:cubicBezTo>
                  <a:pt x="12378" y="6720"/>
                  <a:pt x="12280" y="6622"/>
                  <a:pt x="12280" y="6500"/>
                </a:cubicBezTo>
                <a:cubicBezTo>
                  <a:pt x="12280" y="6378"/>
                  <a:pt x="12378" y="6280"/>
                  <a:pt x="12500" y="6280"/>
                </a:cubicBezTo>
                <a:cubicBezTo>
                  <a:pt x="12622" y="6280"/>
                  <a:pt x="12720" y="6378"/>
                  <a:pt x="12720" y="6500"/>
                </a:cubicBezTo>
                <a:close/>
                <a:moveTo>
                  <a:pt x="13720" y="6500"/>
                </a:moveTo>
                <a:cubicBezTo>
                  <a:pt x="13720" y="6622"/>
                  <a:pt x="13622" y="6720"/>
                  <a:pt x="13500" y="6720"/>
                </a:cubicBezTo>
                <a:cubicBezTo>
                  <a:pt x="13378" y="6720"/>
                  <a:pt x="13280" y="6622"/>
                  <a:pt x="13280" y="6500"/>
                </a:cubicBezTo>
                <a:cubicBezTo>
                  <a:pt x="13280" y="6378"/>
                  <a:pt x="13378" y="6280"/>
                  <a:pt x="13500" y="6280"/>
                </a:cubicBezTo>
                <a:cubicBezTo>
                  <a:pt x="13622" y="6280"/>
                  <a:pt x="13720" y="6378"/>
                  <a:pt x="13720" y="6500"/>
                </a:cubicBezTo>
                <a:close/>
                <a:moveTo>
                  <a:pt x="14720" y="6500"/>
                </a:moveTo>
                <a:cubicBezTo>
                  <a:pt x="14720" y="6622"/>
                  <a:pt x="14622" y="6720"/>
                  <a:pt x="14500" y="6720"/>
                </a:cubicBezTo>
                <a:cubicBezTo>
                  <a:pt x="14378" y="6720"/>
                  <a:pt x="14280" y="6622"/>
                  <a:pt x="14280" y="6500"/>
                </a:cubicBezTo>
                <a:cubicBezTo>
                  <a:pt x="14280" y="6378"/>
                  <a:pt x="14378" y="6280"/>
                  <a:pt x="14500" y="6280"/>
                </a:cubicBezTo>
                <a:cubicBezTo>
                  <a:pt x="14622" y="6280"/>
                  <a:pt x="14720" y="6378"/>
                  <a:pt x="14720" y="6500"/>
                </a:cubicBezTo>
                <a:close/>
                <a:moveTo>
                  <a:pt x="15720" y="6500"/>
                </a:moveTo>
                <a:cubicBezTo>
                  <a:pt x="15720" y="6622"/>
                  <a:pt x="15622" y="6720"/>
                  <a:pt x="15500" y="6720"/>
                </a:cubicBezTo>
                <a:cubicBezTo>
                  <a:pt x="15378" y="6720"/>
                  <a:pt x="15280" y="6622"/>
                  <a:pt x="15280" y="6500"/>
                </a:cubicBezTo>
                <a:cubicBezTo>
                  <a:pt x="15280" y="6378"/>
                  <a:pt x="15378" y="6280"/>
                  <a:pt x="15500" y="6280"/>
                </a:cubicBezTo>
                <a:cubicBezTo>
                  <a:pt x="15622" y="6280"/>
                  <a:pt x="15720" y="6378"/>
                  <a:pt x="15720" y="6500"/>
                </a:cubicBezTo>
                <a:close/>
                <a:moveTo>
                  <a:pt x="16720" y="6500"/>
                </a:moveTo>
                <a:cubicBezTo>
                  <a:pt x="16720" y="6622"/>
                  <a:pt x="16622" y="6720"/>
                  <a:pt x="16500" y="6720"/>
                </a:cubicBezTo>
                <a:cubicBezTo>
                  <a:pt x="16378" y="6720"/>
                  <a:pt x="16280" y="6622"/>
                  <a:pt x="16280" y="6500"/>
                </a:cubicBezTo>
                <a:cubicBezTo>
                  <a:pt x="16280" y="6378"/>
                  <a:pt x="16378" y="6280"/>
                  <a:pt x="16500" y="6280"/>
                </a:cubicBezTo>
                <a:cubicBezTo>
                  <a:pt x="16622" y="6280"/>
                  <a:pt x="16720" y="6378"/>
                  <a:pt x="16720" y="6500"/>
                </a:cubicBezTo>
                <a:close/>
                <a:moveTo>
                  <a:pt x="17720" y="6500"/>
                </a:moveTo>
                <a:cubicBezTo>
                  <a:pt x="17720" y="6622"/>
                  <a:pt x="17622" y="6720"/>
                  <a:pt x="17500" y="6720"/>
                </a:cubicBezTo>
                <a:cubicBezTo>
                  <a:pt x="17378" y="6720"/>
                  <a:pt x="17280" y="6622"/>
                  <a:pt x="17280" y="6500"/>
                </a:cubicBezTo>
                <a:cubicBezTo>
                  <a:pt x="17280" y="6378"/>
                  <a:pt x="17378" y="6280"/>
                  <a:pt x="17500" y="6280"/>
                </a:cubicBezTo>
                <a:cubicBezTo>
                  <a:pt x="17622" y="6280"/>
                  <a:pt x="17720" y="6378"/>
                  <a:pt x="1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8720" y="7500"/>
                </a:moveTo>
                <a:cubicBezTo>
                  <a:pt x="8720" y="7622"/>
                  <a:pt x="8622" y="7720"/>
                  <a:pt x="8500" y="7720"/>
                </a:cubicBezTo>
                <a:cubicBezTo>
                  <a:pt x="8378" y="7720"/>
                  <a:pt x="8280" y="7622"/>
                  <a:pt x="8280" y="7500"/>
                </a:cubicBezTo>
                <a:cubicBezTo>
                  <a:pt x="8280" y="7378"/>
                  <a:pt x="8378" y="7280"/>
                  <a:pt x="8500" y="7280"/>
                </a:cubicBezTo>
                <a:cubicBezTo>
                  <a:pt x="8622" y="7280"/>
                  <a:pt x="8720" y="7378"/>
                  <a:pt x="8720" y="7500"/>
                </a:cubicBezTo>
                <a:close/>
                <a:moveTo>
                  <a:pt x="9720" y="7500"/>
                </a:moveTo>
                <a:cubicBezTo>
                  <a:pt x="9720" y="7622"/>
                  <a:pt x="9622" y="7720"/>
                  <a:pt x="9500" y="7720"/>
                </a:cubicBezTo>
                <a:cubicBezTo>
                  <a:pt x="9378" y="7720"/>
                  <a:pt x="9280" y="7622"/>
                  <a:pt x="9280" y="7500"/>
                </a:cubicBezTo>
                <a:cubicBezTo>
                  <a:pt x="9280" y="7378"/>
                  <a:pt x="9378" y="7280"/>
                  <a:pt x="9500" y="7280"/>
                </a:cubicBezTo>
                <a:cubicBezTo>
                  <a:pt x="9622" y="7280"/>
                  <a:pt x="9720" y="7378"/>
                  <a:pt x="9720" y="7500"/>
                </a:cubicBezTo>
                <a:close/>
                <a:moveTo>
                  <a:pt x="10720" y="7500"/>
                </a:moveTo>
                <a:cubicBezTo>
                  <a:pt x="10720" y="7622"/>
                  <a:pt x="10622" y="7720"/>
                  <a:pt x="10500" y="7720"/>
                </a:cubicBezTo>
                <a:cubicBezTo>
                  <a:pt x="10378" y="7720"/>
                  <a:pt x="10280" y="7622"/>
                  <a:pt x="10280" y="7500"/>
                </a:cubicBezTo>
                <a:cubicBezTo>
                  <a:pt x="10280" y="7378"/>
                  <a:pt x="10378" y="7280"/>
                  <a:pt x="10500" y="7280"/>
                </a:cubicBezTo>
                <a:cubicBezTo>
                  <a:pt x="10622" y="7280"/>
                  <a:pt x="10720" y="7378"/>
                  <a:pt x="10720" y="7500"/>
                </a:cubicBezTo>
                <a:close/>
                <a:moveTo>
                  <a:pt x="11720" y="7500"/>
                </a:moveTo>
                <a:cubicBezTo>
                  <a:pt x="11720" y="7622"/>
                  <a:pt x="11622" y="7720"/>
                  <a:pt x="11500" y="7720"/>
                </a:cubicBezTo>
                <a:cubicBezTo>
                  <a:pt x="11378" y="7720"/>
                  <a:pt x="11280" y="7622"/>
                  <a:pt x="11280" y="7500"/>
                </a:cubicBezTo>
                <a:cubicBezTo>
                  <a:pt x="11280" y="7378"/>
                  <a:pt x="11378" y="7280"/>
                  <a:pt x="11500" y="7280"/>
                </a:cubicBezTo>
                <a:cubicBezTo>
                  <a:pt x="11622" y="7280"/>
                  <a:pt x="11720" y="7378"/>
                  <a:pt x="11720" y="7500"/>
                </a:cubicBezTo>
                <a:close/>
                <a:moveTo>
                  <a:pt x="12720" y="7500"/>
                </a:moveTo>
                <a:cubicBezTo>
                  <a:pt x="12720" y="7622"/>
                  <a:pt x="12622" y="7720"/>
                  <a:pt x="12500" y="7720"/>
                </a:cubicBezTo>
                <a:cubicBezTo>
                  <a:pt x="12378" y="7720"/>
                  <a:pt x="12280" y="7622"/>
                  <a:pt x="12280" y="7500"/>
                </a:cubicBezTo>
                <a:cubicBezTo>
                  <a:pt x="12280" y="7378"/>
                  <a:pt x="12378" y="7280"/>
                  <a:pt x="12500" y="7280"/>
                </a:cubicBezTo>
                <a:cubicBezTo>
                  <a:pt x="12622" y="7280"/>
                  <a:pt x="12720" y="7378"/>
                  <a:pt x="12720" y="7500"/>
                </a:cubicBezTo>
                <a:close/>
                <a:moveTo>
                  <a:pt x="13720" y="7500"/>
                </a:moveTo>
                <a:cubicBezTo>
                  <a:pt x="13720" y="7622"/>
                  <a:pt x="13622" y="7720"/>
                  <a:pt x="13500" y="7720"/>
                </a:cubicBezTo>
                <a:cubicBezTo>
                  <a:pt x="13378" y="7720"/>
                  <a:pt x="13280" y="7622"/>
                  <a:pt x="13280" y="7500"/>
                </a:cubicBezTo>
                <a:cubicBezTo>
                  <a:pt x="13280" y="7378"/>
                  <a:pt x="13378" y="7280"/>
                  <a:pt x="13500" y="7280"/>
                </a:cubicBezTo>
                <a:cubicBezTo>
                  <a:pt x="13622" y="7280"/>
                  <a:pt x="13720" y="7378"/>
                  <a:pt x="13720" y="7500"/>
                </a:cubicBezTo>
                <a:close/>
                <a:moveTo>
                  <a:pt x="14720" y="7500"/>
                </a:moveTo>
                <a:cubicBezTo>
                  <a:pt x="14720" y="7622"/>
                  <a:pt x="14622" y="7720"/>
                  <a:pt x="14500" y="7720"/>
                </a:cubicBezTo>
                <a:cubicBezTo>
                  <a:pt x="14378" y="7720"/>
                  <a:pt x="14280" y="7622"/>
                  <a:pt x="14280" y="7500"/>
                </a:cubicBezTo>
                <a:cubicBezTo>
                  <a:pt x="14280" y="7378"/>
                  <a:pt x="14378" y="7280"/>
                  <a:pt x="14500" y="7280"/>
                </a:cubicBezTo>
                <a:cubicBezTo>
                  <a:pt x="14622" y="7280"/>
                  <a:pt x="14720" y="7378"/>
                  <a:pt x="14720" y="7500"/>
                </a:cubicBezTo>
                <a:close/>
                <a:moveTo>
                  <a:pt x="15720" y="7500"/>
                </a:moveTo>
                <a:cubicBezTo>
                  <a:pt x="15720" y="7622"/>
                  <a:pt x="15622" y="7720"/>
                  <a:pt x="15500" y="7720"/>
                </a:cubicBezTo>
                <a:cubicBezTo>
                  <a:pt x="15378" y="7720"/>
                  <a:pt x="15280" y="7622"/>
                  <a:pt x="15280" y="7500"/>
                </a:cubicBezTo>
                <a:cubicBezTo>
                  <a:pt x="15280" y="7378"/>
                  <a:pt x="15378" y="7280"/>
                  <a:pt x="15500" y="7280"/>
                </a:cubicBezTo>
                <a:cubicBezTo>
                  <a:pt x="15622" y="7280"/>
                  <a:pt x="15720" y="7378"/>
                  <a:pt x="15720" y="7500"/>
                </a:cubicBezTo>
                <a:close/>
                <a:moveTo>
                  <a:pt x="16720" y="7500"/>
                </a:moveTo>
                <a:cubicBezTo>
                  <a:pt x="16720" y="7622"/>
                  <a:pt x="16622" y="7720"/>
                  <a:pt x="16500" y="7720"/>
                </a:cubicBezTo>
                <a:cubicBezTo>
                  <a:pt x="16378" y="7720"/>
                  <a:pt x="16280" y="7622"/>
                  <a:pt x="16280" y="7500"/>
                </a:cubicBezTo>
                <a:cubicBezTo>
                  <a:pt x="16280" y="7378"/>
                  <a:pt x="16378" y="7280"/>
                  <a:pt x="16500" y="7280"/>
                </a:cubicBezTo>
                <a:cubicBezTo>
                  <a:pt x="16622" y="7280"/>
                  <a:pt x="16720" y="7378"/>
                  <a:pt x="16720" y="7500"/>
                </a:cubicBezTo>
                <a:close/>
                <a:moveTo>
                  <a:pt x="17720" y="7500"/>
                </a:moveTo>
                <a:cubicBezTo>
                  <a:pt x="17720" y="7622"/>
                  <a:pt x="17622" y="7720"/>
                  <a:pt x="17500" y="7720"/>
                </a:cubicBezTo>
                <a:cubicBezTo>
                  <a:pt x="17378" y="7720"/>
                  <a:pt x="17280" y="7622"/>
                  <a:pt x="17280" y="7500"/>
                </a:cubicBezTo>
                <a:cubicBezTo>
                  <a:pt x="17280" y="7378"/>
                  <a:pt x="17378" y="7280"/>
                  <a:pt x="17500" y="7280"/>
                </a:cubicBezTo>
                <a:cubicBezTo>
                  <a:pt x="17622" y="7280"/>
                  <a:pt x="17720" y="7378"/>
                  <a:pt x="1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8720" y="8500"/>
                </a:moveTo>
                <a:cubicBezTo>
                  <a:pt x="8720" y="8622"/>
                  <a:pt x="8622" y="8720"/>
                  <a:pt x="8500" y="8720"/>
                </a:cubicBezTo>
                <a:cubicBezTo>
                  <a:pt x="8378" y="8720"/>
                  <a:pt x="8280" y="8622"/>
                  <a:pt x="8280" y="8500"/>
                </a:cubicBezTo>
                <a:cubicBezTo>
                  <a:pt x="8280" y="8378"/>
                  <a:pt x="8378" y="8280"/>
                  <a:pt x="8500" y="8280"/>
                </a:cubicBezTo>
                <a:cubicBezTo>
                  <a:pt x="8622" y="8280"/>
                  <a:pt x="8720" y="8378"/>
                  <a:pt x="8720" y="8500"/>
                </a:cubicBezTo>
                <a:close/>
                <a:moveTo>
                  <a:pt x="9720" y="8500"/>
                </a:moveTo>
                <a:cubicBezTo>
                  <a:pt x="9720" y="8622"/>
                  <a:pt x="9622" y="8720"/>
                  <a:pt x="9500" y="8720"/>
                </a:cubicBezTo>
                <a:cubicBezTo>
                  <a:pt x="9378" y="8720"/>
                  <a:pt x="9280" y="8622"/>
                  <a:pt x="9280" y="8500"/>
                </a:cubicBezTo>
                <a:cubicBezTo>
                  <a:pt x="9280" y="8378"/>
                  <a:pt x="9378" y="8280"/>
                  <a:pt x="9500" y="8280"/>
                </a:cubicBezTo>
                <a:cubicBezTo>
                  <a:pt x="9622" y="8280"/>
                  <a:pt x="9720" y="8378"/>
                  <a:pt x="9720" y="8500"/>
                </a:cubicBezTo>
                <a:close/>
                <a:moveTo>
                  <a:pt x="10720" y="8500"/>
                </a:moveTo>
                <a:cubicBezTo>
                  <a:pt x="10720" y="8622"/>
                  <a:pt x="10622" y="8720"/>
                  <a:pt x="10500" y="8720"/>
                </a:cubicBezTo>
                <a:cubicBezTo>
                  <a:pt x="10378" y="8720"/>
                  <a:pt x="10280" y="8622"/>
                  <a:pt x="10280" y="8500"/>
                </a:cubicBezTo>
                <a:cubicBezTo>
                  <a:pt x="10280" y="8378"/>
                  <a:pt x="10378" y="8280"/>
                  <a:pt x="10500" y="8280"/>
                </a:cubicBezTo>
                <a:cubicBezTo>
                  <a:pt x="10622" y="8280"/>
                  <a:pt x="10720" y="8378"/>
                  <a:pt x="10720" y="8500"/>
                </a:cubicBezTo>
                <a:close/>
                <a:moveTo>
                  <a:pt x="11720" y="8500"/>
                </a:moveTo>
                <a:cubicBezTo>
                  <a:pt x="11720" y="8622"/>
                  <a:pt x="11622" y="8720"/>
                  <a:pt x="11500" y="8720"/>
                </a:cubicBezTo>
                <a:cubicBezTo>
                  <a:pt x="11378" y="8720"/>
                  <a:pt x="11280" y="8622"/>
                  <a:pt x="11280" y="8500"/>
                </a:cubicBezTo>
                <a:cubicBezTo>
                  <a:pt x="11280" y="8378"/>
                  <a:pt x="11378" y="8280"/>
                  <a:pt x="11500" y="8280"/>
                </a:cubicBezTo>
                <a:cubicBezTo>
                  <a:pt x="11622" y="8280"/>
                  <a:pt x="11720" y="8378"/>
                  <a:pt x="11720" y="8500"/>
                </a:cubicBezTo>
                <a:close/>
                <a:moveTo>
                  <a:pt x="12720" y="8500"/>
                </a:moveTo>
                <a:cubicBezTo>
                  <a:pt x="12720" y="8622"/>
                  <a:pt x="12622" y="8720"/>
                  <a:pt x="12500" y="8720"/>
                </a:cubicBezTo>
                <a:cubicBezTo>
                  <a:pt x="12378" y="8720"/>
                  <a:pt x="12280" y="8622"/>
                  <a:pt x="12280" y="8500"/>
                </a:cubicBezTo>
                <a:cubicBezTo>
                  <a:pt x="12280" y="8378"/>
                  <a:pt x="12378" y="8280"/>
                  <a:pt x="12500" y="8280"/>
                </a:cubicBezTo>
                <a:cubicBezTo>
                  <a:pt x="12622" y="8280"/>
                  <a:pt x="12720" y="8378"/>
                  <a:pt x="12720" y="8500"/>
                </a:cubicBezTo>
                <a:close/>
                <a:moveTo>
                  <a:pt x="13720" y="8500"/>
                </a:moveTo>
                <a:cubicBezTo>
                  <a:pt x="13720" y="8622"/>
                  <a:pt x="13622" y="8720"/>
                  <a:pt x="13500" y="8720"/>
                </a:cubicBezTo>
                <a:cubicBezTo>
                  <a:pt x="13378" y="8720"/>
                  <a:pt x="13280" y="8622"/>
                  <a:pt x="13280" y="8500"/>
                </a:cubicBezTo>
                <a:cubicBezTo>
                  <a:pt x="13280" y="8378"/>
                  <a:pt x="13378" y="8280"/>
                  <a:pt x="13500" y="8280"/>
                </a:cubicBezTo>
                <a:cubicBezTo>
                  <a:pt x="13622" y="8280"/>
                  <a:pt x="13720" y="8378"/>
                  <a:pt x="13720" y="8500"/>
                </a:cubicBezTo>
                <a:close/>
                <a:moveTo>
                  <a:pt x="14720" y="8500"/>
                </a:moveTo>
                <a:cubicBezTo>
                  <a:pt x="14720" y="8622"/>
                  <a:pt x="14622" y="8720"/>
                  <a:pt x="14500" y="8720"/>
                </a:cubicBezTo>
                <a:cubicBezTo>
                  <a:pt x="14378" y="8720"/>
                  <a:pt x="14280" y="8622"/>
                  <a:pt x="14280" y="8500"/>
                </a:cubicBezTo>
                <a:cubicBezTo>
                  <a:pt x="14280" y="8378"/>
                  <a:pt x="14378" y="8280"/>
                  <a:pt x="14500" y="8280"/>
                </a:cubicBezTo>
                <a:cubicBezTo>
                  <a:pt x="14622" y="8280"/>
                  <a:pt x="14720" y="8378"/>
                  <a:pt x="14720" y="8500"/>
                </a:cubicBezTo>
                <a:close/>
                <a:moveTo>
                  <a:pt x="15720" y="8500"/>
                </a:moveTo>
                <a:cubicBezTo>
                  <a:pt x="15720" y="8622"/>
                  <a:pt x="15622" y="8720"/>
                  <a:pt x="15500" y="8720"/>
                </a:cubicBezTo>
                <a:cubicBezTo>
                  <a:pt x="15378" y="8720"/>
                  <a:pt x="15280" y="8622"/>
                  <a:pt x="15280" y="8500"/>
                </a:cubicBezTo>
                <a:cubicBezTo>
                  <a:pt x="15280" y="8378"/>
                  <a:pt x="15378" y="8280"/>
                  <a:pt x="15500" y="8280"/>
                </a:cubicBezTo>
                <a:cubicBezTo>
                  <a:pt x="15622" y="8280"/>
                  <a:pt x="15720" y="8378"/>
                  <a:pt x="15720" y="8500"/>
                </a:cubicBezTo>
                <a:close/>
                <a:moveTo>
                  <a:pt x="16720" y="8500"/>
                </a:moveTo>
                <a:cubicBezTo>
                  <a:pt x="16720" y="8622"/>
                  <a:pt x="16622" y="8720"/>
                  <a:pt x="16500" y="8720"/>
                </a:cubicBezTo>
                <a:cubicBezTo>
                  <a:pt x="16378" y="8720"/>
                  <a:pt x="16280" y="8622"/>
                  <a:pt x="16280" y="8500"/>
                </a:cubicBezTo>
                <a:cubicBezTo>
                  <a:pt x="16280" y="8378"/>
                  <a:pt x="16378" y="8280"/>
                  <a:pt x="16500" y="8280"/>
                </a:cubicBezTo>
                <a:cubicBezTo>
                  <a:pt x="16622" y="8280"/>
                  <a:pt x="16720" y="8378"/>
                  <a:pt x="16720" y="8500"/>
                </a:cubicBezTo>
                <a:close/>
                <a:moveTo>
                  <a:pt x="17720" y="8500"/>
                </a:moveTo>
                <a:cubicBezTo>
                  <a:pt x="17720" y="8622"/>
                  <a:pt x="17622" y="8720"/>
                  <a:pt x="17500" y="8720"/>
                </a:cubicBezTo>
                <a:cubicBezTo>
                  <a:pt x="17378" y="8720"/>
                  <a:pt x="17280" y="8622"/>
                  <a:pt x="17280" y="8500"/>
                </a:cubicBezTo>
                <a:cubicBezTo>
                  <a:pt x="17280" y="8378"/>
                  <a:pt x="17378" y="8280"/>
                  <a:pt x="17500" y="8280"/>
                </a:cubicBezTo>
                <a:cubicBezTo>
                  <a:pt x="17622" y="8280"/>
                  <a:pt x="17720" y="8378"/>
                  <a:pt x="1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8720" y="9500"/>
                </a:moveTo>
                <a:cubicBezTo>
                  <a:pt x="8720" y="9622"/>
                  <a:pt x="8622" y="9720"/>
                  <a:pt x="8500" y="9720"/>
                </a:cubicBezTo>
                <a:cubicBezTo>
                  <a:pt x="8378" y="9720"/>
                  <a:pt x="8280" y="9622"/>
                  <a:pt x="8280" y="9500"/>
                </a:cubicBezTo>
                <a:cubicBezTo>
                  <a:pt x="8280" y="9378"/>
                  <a:pt x="8378" y="9280"/>
                  <a:pt x="8500" y="9280"/>
                </a:cubicBezTo>
                <a:cubicBezTo>
                  <a:pt x="8622" y="9280"/>
                  <a:pt x="8720" y="9378"/>
                  <a:pt x="8720" y="9500"/>
                </a:cubicBezTo>
                <a:close/>
                <a:moveTo>
                  <a:pt x="9720" y="9500"/>
                </a:moveTo>
                <a:cubicBezTo>
                  <a:pt x="9720" y="9622"/>
                  <a:pt x="9622" y="9720"/>
                  <a:pt x="9500" y="9720"/>
                </a:cubicBezTo>
                <a:cubicBezTo>
                  <a:pt x="9378" y="9720"/>
                  <a:pt x="9280" y="9622"/>
                  <a:pt x="9280" y="9500"/>
                </a:cubicBezTo>
                <a:cubicBezTo>
                  <a:pt x="9280" y="9378"/>
                  <a:pt x="9378" y="9280"/>
                  <a:pt x="9500" y="9280"/>
                </a:cubicBezTo>
                <a:cubicBezTo>
                  <a:pt x="9622" y="9280"/>
                  <a:pt x="9720" y="9378"/>
                  <a:pt x="9720" y="9500"/>
                </a:cubicBezTo>
                <a:close/>
                <a:moveTo>
                  <a:pt x="10720" y="9500"/>
                </a:moveTo>
                <a:cubicBezTo>
                  <a:pt x="10720" y="9622"/>
                  <a:pt x="10622" y="9720"/>
                  <a:pt x="10500" y="9720"/>
                </a:cubicBezTo>
                <a:cubicBezTo>
                  <a:pt x="10378" y="9720"/>
                  <a:pt x="10280" y="9622"/>
                  <a:pt x="10280" y="9500"/>
                </a:cubicBezTo>
                <a:cubicBezTo>
                  <a:pt x="10280" y="9378"/>
                  <a:pt x="10378" y="9280"/>
                  <a:pt x="10500" y="9280"/>
                </a:cubicBezTo>
                <a:cubicBezTo>
                  <a:pt x="10622" y="9280"/>
                  <a:pt x="10720" y="9378"/>
                  <a:pt x="10720" y="9500"/>
                </a:cubicBezTo>
                <a:close/>
                <a:moveTo>
                  <a:pt x="11720" y="9500"/>
                </a:moveTo>
                <a:cubicBezTo>
                  <a:pt x="11720" y="9622"/>
                  <a:pt x="11622" y="9720"/>
                  <a:pt x="11500" y="9720"/>
                </a:cubicBezTo>
                <a:cubicBezTo>
                  <a:pt x="11378" y="9720"/>
                  <a:pt x="11280" y="9622"/>
                  <a:pt x="11280" y="9500"/>
                </a:cubicBezTo>
                <a:cubicBezTo>
                  <a:pt x="11280" y="9378"/>
                  <a:pt x="11378" y="9280"/>
                  <a:pt x="11500" y="9280"/>
                </a:cubicBezTo>
                <a:cubicBezTo>
                  <a:pt x="11622" y="9280"/>
                  <a:pt x="11720" y="9378"/>
                  <a:pt x="11720" y="9500"/>
                </a:cubicBezTo>
                <a:close/>
                <a:moveTo>
                  <a:pt x="12720" y="9500"/>
                </a:moveTo>
                <a:cubicBezTo>
                  <a:pt x="12720" y="9622"/>
                  <a:pt x="12622" y="9720"/>
                  <a:pt x="12500" y="9720"/>
                </a:cubicBezTo>
                <a:cubicBezTo>
                  <a:pt x="12378" y="9720"/>
                  <a:pt x="12280" y="9622"/>
                  <a:pt x="12280" y="9500"/>
                </a:cubicBezTo>
                <a:cubicBezTo>
                  <a:pt x="12280" y="9378"/>
                  <a:pt x="12378" y="9280"/>
                  <a:pt x="12500" y="9280"/>
                </a:cubicBezTo>
                <a:cubicBezTo>
                  <a:pt x="12622" y="9280"/>
                  <a:pt x="12720" y="9378"/>
                  <a:pt x="12720" y="9500"/>
                </a:cubicBezTo>
                <a:close/>
                <a:moveTo>
                  <a:pt x="13720" y="9500"/>
                </a:moveTo>
                <a:cubicBezTo>
                  <a:pt x="13720" y="9622"/>
                  <a:pt x="13622" y="9720"/>
                  <a:pt x="13500" y="9720"/>
                </a:cubicBezTo>
                <a:cubicBezTo>
                  <a:pt x="13378" y="9720"/>
                  <a:pt x="13280" y="9622"/>
                  <a:pt x="13280" y="9500"/>
                </a:cubicBezTo>
                <a:cubicBezTo>
                  <a:pt x="13280" y="9378"/>
                  <a:pt x="13378" y="9280"/>
                  <a:pt x="13500" y="9280"/>
                </a:cubicBezTo>
                <a:cubicBezTo>
                  <a:pt x="13622" y="9280"/>
                  <a:pt x="13720" y="9378"/>
                  <a:pt x="13720" y="9500"/>
                </a:cubicBezTo>
                <a:close/>
                <a:moveTo>
                  <a:pt x="14720" y="9500"/>
                </a:moveTo>
                <a:cubicBezTo>
                  <a:pt x="14720" y="9622"/>
                  <a:pt x="14622" y="9720"/>
                  <a:pt x="14500" y="9720"/>
                </a:cubicBezTo>
                <a:cubicBezTo>
                  <a:pt x="14378" y="9720"/>
                  <a:pt x="14280" y="9622"/>
                  <a:pt x="14280" y="9500"/>
                </a:cubicBezTo>
                <a:cubicBezTo>
                  <a:pt x="14280" y="9378"/>
                  <a:pt x="14378" y="9280"/>
                  <a:pt x="14500" y="9280"/>
                </a:cubicBezTo>
                <a:cubicBezTo>
                  <a:pt x="14622" y="9280"/>
                  <a:pt x="14720" y="9378"/>
                  <a:pt x="14720" y="9500"/>
                </a:cubicBezTo>
                <a:close/>
                <a:moveTo>
                  <a:pt x="15720" y="9500"/>
                </a:moveTo>
                <a:cubicBezTo>
                  <a:pt x="15720" y="9622"/>
                  <a:pt x="15622" y="9720"/>
                  <a:pt x="15500" y="9720"/>
                </a:cubicBezTo>
                <a:cubicBezTo>
                  <a:pt x="15378" y="9720"/>
                  <a:pt x="15280" y="9622"/>
                  <a:pt x="15280" y="9500"/>
                </a:cubicBezTo>
                <a:cubicBezTo>
                  <a:pt x="15280" y="9378"/>
                  <a:pt x="15378" y="9280"/>
                  <a:pt x="15500" y="9280"/>
                </a:cubicBezTo>
                <a:cubicBezTo>
                  <a:pt x="15622" y="9280"/>
                  <a:pt x="15720" y="9378"/>
                  <a:pt x="15720" y="9500"/>
                </a:cubicBezTo>
                <a:close/>
                <a:moveTo>
                  <a:pt x="16720" y="9500"/>
                </a:moveTo>
                <a:cubicBezTo>
                  <a:pt x="16720" y="9622"/>
                  <a:pt x="16622" y="9720"/>
                  <a:pt x="16500" y="9720"/>
                </a:cubicBezTo>
                <a:cubicBezTo>
                  <a:pt x="16378" y="9720"/>
                  <a:pt x="16280" y="9622"/>
                  <a:pt x="16280" y="9500"/>
                </a:cubicBezTo>
                <a:cubicBezTo>
                  <a:pt x="16280" y="9378"/>
                  <a:pt x="16378" y="9280"/>
                  <a:pt x="16500" y="9280"/>
                </a:cubicBezTo>
                <a:cubicBezTo>
                  <a:pt x="16622" y="9280"/>
                  <a:pt x="16720" y="9378"/>
                  <a:pt x="16720" y="9500"/>
                </a:cubicBezTo>
                <a:close/>
                <a:moveTo>
                  <a:pt x="17720" y="9500"/>
                </a:moveTo>
                <a:cubicBezTo>
                  <a:pt x="17720" y="9622"/>
                  <a:pt x="17622" y="9720"/>
                  <a:pt x="17500" y="9720"/>
                </a:cubicBezTo>
                <a:cubicBezTo>
                  <a:pt x="17378" y="9720"/>
                  <a:pt x="17280" y="9622"/>
                  <a:pt x="17280" y="9500"/>
                </a:cubicBezTo>
                <a:cubicBezTo>
                  <a:pt x="17280" y="9378"/>
                  <a:pt x="17378" y="9280"/>
                  <a:pt x="17500" y="9280"/>
                </a:cubicBezTo>
                <a:cubicBezTo>
                  <a:pt x="17622" y="9280"/>
                  <a:pt x="17720" y="9378"/>
                  <a:pt x="1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8720" y="10500"/>
                </a:moveTo>
                <a:cubicBezTo>
                  <a:pt x="8720" y="10622"/>
                  <a:pt x="8622" y="10720"/>
                  <a:pt x="8500" y="10720"/>
                </a:cubicBezTo>
                <a:cubicBezTo>
                  <a:pt x="8378" y="10720"/>
                  <a:pt x="8280" y="10622"/>
                  <a:pt x="8280" y="10500"/>
                </a:cubicBezTo>
                <a:cubicBezTo>
                  <a:pt x="8280" y="10378"/>
                  <a:pt x="8378" y="10280"/>
                  <a:pt x="8500" y="10280"/>
                </a:cubicBezTo>
                <a:cubicBezTo>
                  <a:pt x="8622" y="10280"/>
                  <a:pt x="8720" y="10378"/>
                  <a:pt x="8720" y="10500"/>
                </a:cubicBezTo>
                <a:close/>
                <a:moveTo>
                  <a:pt x="9720" y="10500"/>
                </a:moveTo>
                <a:cubicBezTo>
                  <a:pt x="9720" y="10622"/>
                  <a:pt x="9622" y="10720"/>
                  <a:pt x="9500" y="10720"/>
                </a:cubicBezTo>
                <a:cubicBezTo>
                  <a:pt x="9378" y="10720"/>
                  <a:pt x="9280" y="10622"/>
                  <a:pt x="9280" y="10500"/>
                </a:cubicBezTo>
                <a:cubicBezTo>
                  <a:pt x="9280" y="10378"/>
                  <a:pt x="9378" y="10280"/>
                  <a:pt x="9500" y="10280"/>
                </a:cubicBezTo>
                <a:cubicBezTo>
                  <a:pt x="9622" y="10280"/>
                  <a:pt x="9720" y="10378"/>
                  <a:pt x="9720" y="10500"/>
                </a:cubicBezTo>
                <a:close/>
                <a:moveTo>
                  <a:pt x="10720" y="10500"/>
                </a:moveTo>
                <a:cubicBezTo>
                  <a:pt x="10720" y="10622"/>
                  <a:pt x="10622" y="10720"/>
                  <a:pt x="10500" y="10720"/>
                </a:cubicBezTo>
                <a:cubicBezTo>
                  <a:pt x="10378" y="10720"/>
                  <a:pt x="10280" y="10622"/>
                  <a:pt x="10280" y="10500"/>
                </a:cubicBezTo>
                <a:cubicBezTo>
                  <a:pt x="10280" y="10378"/>
                  <a:pt x="10378" y="10280"/>
                  <a:pt x="10500" y="10280"/>
                </a:cubicBezTo>
                <a:cubicBezTo>
                  <a:pt x="10622" y="10280"/>
                  <a:pt x="10720" y="10378"/>
                  <a:pt x="10720" y="10500"/>
                </a:cubicBezTo>
                <a:close/>
                <a:moveTo>
                  <a:pt x="11720" y="10500"/>
                </a:moveTo>
                <a:cubicBezTo>
                  <a:pt x="11720" y="10622"/>
                  <a:pt x="11622" y="10720"/>
                  <a:pt x="11500" y="10720"/>
                </a:cubicBezTo>
                <a:cubicBezTo>
                  <a:pt x="11378" y="10720"/>
                  <a:pt x="11280" y="10622"/>
                  <a:pt x="11280" y="10500"/>
                </a:cubicBezTo>
                <a:cubicBezTo>
                  <a:pt x="11280" y="10378"/>
                  <a:pt x="11378" y="10280"/>
                  <a:pt x="11500" y="10280"/>
                </a:cubicBezTo>
                <a:cubicBezTo>
                  <a:pt x="11622" y="10280"/>
                  <a:pt x="11720" y="10378"/>
                  <a:pt x="11720" y="10500"/>
                </a:cubicBezTo>
                <a:close/>
                <a:moveTo>
                  <a:pt x="12720" y="10500"/>
                </a:moveTo>
                <a:cubicBezTo>
                  <a:pt x="12720" y="10622"/>
                  <a:pt x="12622" y="10720"/>
                  <a:pt x="12500" y="10720"/>
                </a:cubicBezTo>
                <a:cubicBezTo>
                  <a:pt x="12378" y="10720"/>
                  <a:pt x="12280" y="10622"/>
                  <a:pt x="12280" y="10500"/>
                </a:cubicBezTo>
                <a:cubicBezTo>
                  <a:pt x="12280" y="10378"/>
                  <a:pt x="12378" y="10280"/>
                  <a:pt x="12500" y="10280"/>
                </a:cubicBezTo>
                <a:cubicBezTo>
                  <a:pt x="12622" y="10280"/>
                  <a:pt x="12720" y="10378"/>
                  <a:pt x="12720" y="10500"/>
                </a:cubicBezTo>
                <a:close/>
                <a:moveTo>
                  <a:pt x="13720" y="10500"/>
                </a:moveTo>
                <a:cubicBezTo>
                  <a:pt x="13720" y="10622"/>
                  <a:pt x="13622" y="10720"/>
                  <a:pt x="13500" y="10720"/>
                </a:cubicBezTo>
                <a:cubicBezTo>
                  <a:pt x="13378" y="10720"/>
                  <a:pt x="13280" y="10622"/>
                  <a:pt x="13280" y="10500"/>
                </a:cubicBezTo>
                <a:cubicBezTo>
                  <a:pt x="13280" y="10378"/>
                  <a:pt x="13378" y="10280"/>
                  <a:pt x="13500" y="10280"/>
                </a:cubicBezTo>
                <a:cubicBezTo>
                  <a:pt x="13622" y="10280"/>
                  <a:pt x="13720" y="10378"/>
                  <a:pt x="13720" y="10500"/>
                </a:cubicBezTo>
                <a:close/>
                <a:moveTo>
                  <a:pt x="14720" y="10500"/>
                </a:moveTo>
                <a:cubicBezTo>
                  <a:pt x="14720" y="10622"/>
                  <a:pt x="14622" y="10720"/>
                  <a:pt x="14500" y="10720"/>
                </a:cubicBezTo>
                <a:cubicBezTo>
                  <a:pt x="14378" y="10720"/>
                  <a:pt x="14280" y="10622"/>
                  <a:pt x="14280" y="10500"/>
                </a:cubicBezTo>
                <a:cubicBezTo>
                  <a:pt x="14280" y="10378"/>
                  <a:pt x="14378" y="10280"/>
                  <a:pt x="14500" y="10280"/>
                </a:cubicBezTo>
                <a:cubicBezTo>
                  <a:pt x="14622" y="10280"/>
                  <a:pt x="14720" y="10378"/>
                  <a:pt x="14720" y="10500"/>
                </a:cubicBezTo>
                <a:close/>
                <a:moveTo>
                  <a:pt x="15720" y="10500"/>
                </a:moveTo>
                <a:cubicBezTo>
                  <a:pt x="15720" y="10622"/>
                  <a:pt x="15622" y="10720"/>
                  <a:pt x="15500" y="10720"/>
                </a:cubicBezTo>
                <a:cubicBezTo>
                  <a:pt x="15378" y="10720"/>
                  <a:pt x="15280" y="10622"/>
                  <a:pt x="15280" y="10500"/>
                </a:cubicBezTo>
                <a:cubicBezTo>
                  <a:pt x="15280" y="10378"/>
                  <a:pt x="15378" y="10280"/>
                  <a:pt x="15500" y="10280"/>
                </a:cubicBezTo>
                <a:cubicBezTo>
                  <a:pt x="15622" y="10280"/>
                  <a:pt x="15720" y="10378"/>
                  <a:pt x="15720" y="10500"/>
                </a:cubicBezTo>
                <a:close/>
                <a:moveTo>
                  <a:pt x="16720" y="10500"/>
                </a:moveTo>
                <a:cubicBezTo>
                  <a:pt x="16720" y="10622"/>
                  <a:pt x="16622" y="10720"/>
                  <a:pt x="16500" y="10720"/>
                </a:cubicBezTo>
                <a:cubicBezTo>
                  <a:pt x="16378" y="10720"/>
                  <a:pt x="16280" y="10622"/>
                  <a:pt x="16280" y="10500"/>
                </a:cubicBezTo>
                <a:cubicBezTo>
                  <a:pt x="16280" y="10378"/>
                  <a:pt x="16378" y="10280"/>
                  <a:pt x="16500" y="10280"/>
                </a:cubicBezTo>
                <a:cubicBezTo>
                  <a:pt x="16622" y="10280"/>
                  <a:pt x="16720" y="10378"/>
                  <a:pt x="16720" y="10500"/>
                </a:cubicBezTo>
                <a:close/>
                <a:moveTo>
                  <a:pt x="17720" y="10500"/>
                </a:moveTo>
                <a:cubicBezTo>
                  <a:pt x="17720" y="10622"/>
                  <a:pt x="17622" y="10720"/>
                  <a:pt x="17500" y="10720"/>
                </a:cubicBezTo>
                <a:cubicBezTo>
                  <a:pt x="17378" y="10720"/>
                  <a:pt x="17280" y="10622"/>
                  <a:pt x="17280" y="10500"/>
                </a:cubicBezTo>
                <a:cubicBezTo>
                  <a:pt x="17280" y="10378"/>
                  <a:pt x="17378" y="10280"/>
                  <a:pt x="17500" y="10280"/>
                </a:cubicBezTo>
                <a:cubicBezTo>
                  <a:pt x="17622" y="10280"/>
                  <a:pt x="17720" y="10378"/>
                  <a:pt x="1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8720" y="11500"/>
                </a:moveTo>
                <a:cubicBezTo>
                  <a:pt x="8720" y="11622"/>
                  <a:pt x="8622" y="11720"/>
                  <a:pt x="8500" y="11720"/>
                </a:cubicBezTo>
                <a:cubicBezTo>
                  <a:pt x="8378" y="11720"/>
                  <a:pt x="8280" y="11622"/>
                  <a:pt x="8280" y="11500"/>
                </a:cubicBezTo>
                <a:cubicBezTo>
                  <a:pt x="8280" y="11378"/>
                  <a:pt x="8378" y="11280"/>
                  <a:pt x="8500" y="11280"/>
                </a:cubicBezTo>
                <a:cubicBezTo>
                  <a:pt x="8622" y="11280"/>
                  <a:pt x="8720" y="11378"/>
                  <a:pt x="8720" y="11500"/>
                </a:cubicBezTo>
                <a:close/>
                <a:moveTo>
                  <a:pt x="9720" y="11500"/>
                </a:moveTo>
                <a:cubicBezTo>
                  <a:pt x="9720" y="11622"/>
                  <a:pt x="9622" y="11720"/>
                  <a:pt x="9500" y="11720"/>
                </a:cubicBezTo>
                <a:cubicBezTo>
                  <a:pt x="9378" y="11720"/>
                  <a:pt x="9280" y="11622"/>
                  <a:pt x="9280" y="11500"/>
                </a:cubicBezTo>
                <a:cubicBezTo>
                  <a:pt x="9280" y="11378"/>
                  <a:pt x="9378" y="11280"/>
                  <a:pt x="9500" y="11280"/>
                </a:cubicBezTo>
                <a:cubicBezTo>
                  <a:pt x="9622" y="11280"/>
                  <a:pt x="9720" y="11378"/>
                  <a:pt x="9720" y="11500"/>
                </a:cubicBezTo>
                <a:close/>
                <a:moveTo>
                  <a:pt x="10720" y="11500"/>
                </a:moveTo>
                <a:cubicBezTo>
                  <a:pt x="10720" y="11622"/>
                  <a:pt x="10622" y="11720"/>
                  <a:pt x="10500" y="11720"/>
                </a:cubicBezTo>
                <a:cubicBezTo>
                  <a:pt x="10378" y="11720"/>
                  <a:pt x="10280" y="11622"/>
                  <a:pt x="10280" y="11500"/>
                </a:cubicBezTo>
                <a:cubicBezTo>
                  <a:pt x="10280" y="11378"/>
                  <a:pt x="10378" y="11280"/>
                  <a:pt x="10500" y="11280"/>
                </a:cubicBezTo>
                <a:cubicBezTo>
                  <a:pt x="10622" y="11280"/>
                  <a:pt x="10720" y="11378"/>
                  <a:pt x="10720" y="11500"/>
                </a:cubicBezTo>
                <a:close/>
                <a:moveTo>
                  <a:pt x="11720" y="11500"/>
                </a:moveTo>
                <a:cubicBezTo>
                  <a:pt x="11720" y="11622"/>
                  <a:pt x="11622" y="11720"/>
                  <a:pt x="11500" y="11720"/>
                </a:cubicBezTo>
                <a:cubicBezTo>
                  <a:pt x="11378" y="11720"/>
                  <a:pt x="11280" y="11622"/>
                  <a:pt x="11280" y="11500"/>
                </a:cubicBezTo>
                <a:cubicBezTo>
                  <a:pt x="11280" y="11378"/>
                  <a:pt x="11378" y="11280"/>
                  <a:pt x="11500" y="11280"/>
                </a:cubicBezTo>
                <a:cubicBezTo>
                  <a:pt x="11622" y="11280"/>
                  <a:pt x="11720" y="11378"/>
                  <a:pt x="11720" y="11500"/>
                </a:cubicBezTo>
                <a:close/>
                <a:moveTo>
                  <a:pt x="12720" y="11500"/>
                </a:moveTo>
                <a:cubicBezTo>
                  <a:pt x="12720" y="11622"/>
                  <a:pt x="12622" y="11720"/>
                  <a:pt x="12500" y="11720"/>
                </a:cubicBezTo>
                <a:cubicBezTo>
                  <a:pt x="12378" y="11720"/>
                  <a:pt x="12280" y="11622"/>
                  <a:pt x="12280" y="11500"/>
                </a:cubicBezTo>
                <a:cubicBezTo>
                  <a:pt x="12280" y="11378"/>
                  <a:pt x="12378" y="11280"/>
                  <a:pt x="12500" y="11280"/>
                </a:cubicBezTo>
                <a:cubicBezTo>
                  <a:pt x="12622" y="11280"/>
                  <a:pt x="12720" y="11378"/>
                  <a:pt x="12720" y="11500"/>
                </a:cubicBezTo>
                <a:close/>
                <a:moveTo>
                  <a:pt x="13720" y="11500"/>
                </a:moveTo>
                <a:cubicBezTo>
                  <a:pt x="13720" y="11622"/>
                  <a:pt x="13622" y="11720"/>
                  <a:pt x="13500" y="11720"/>
                </a:cubicBezTo>
                <a:cubicBezTo>
                  <a:pt x="13378" y="11720"/>
                  <a:pt x="13280" y="11622"/>
                  <a:pt x="13280" y="11500"/>
                </a:cubicBezTo>
                <a:cubicBezTo>
                  <a:pt x="13280" y="11378"/>
                  <a:pt x="13378" y="11280"/>
                  <a:pt x="13500" y="11280"/>
                </a:cubicBezTo>
                <a:cubicBezTo>
                  <a:pt x="13622" y="11280"/>
                  <a:pt x="13720" y="11378"/>
                  <a:pt x="13720" y="11500"/>
                </a:cubicBezTo>
                <a:close/>
                <a:moveTo>
                  <a:pt x="14720" y="11500"/>
                </a:moveTo>
                <a:cubicBezTo>
                  <a:pt x="14720" y="11622"/>
                  <a:pt x="14622" y="11720"/>
                  <a:pt x="14500" y="11720"/>
                </a:cubicBezTo>
                <a:cubicBezTo>
                  <a:pt x="14378" y="11720"/>
                  <a:pt x="14280" y="11622"/>
                  <a:pt x="14280" y="11500"/>
                </a:cubicBezTo>
                <a:cubicBezTo>
                  <a:pt x="14280" y="11378"/>
                  <a:pt x="14378" y="11280"/>
                  <a:pt x="14500" y="11280"/>
                </a:cubicBezTo>
                <a:cubicBezTo>
                  <a:pt x="14622" y="11280"/>
                  <a:pt x="14720" y="11378"/>
                  <a:pt x="14720" y="11500"/>
                </a:cubicBezTo>
                <a:close/>
                <a:moveTo>
                  <a:pt x="15720" y="11500"/>
                </a:moveTo>
                <a:cubicBezTo>
                  <a:pt x="15720" y="11622"/>
                  <a:pt x="15622" y="11720"/>
                  <a:pt x="15500" y="11720"/>
                </a:cubicBezTo>
                <a:cubicBezTo>
                  <a:pt x="15378" y="11720"/>
                  <a:pt x="15280" y="11622"/>
                  <a:pt x="15280" y="11500"/>
                </a:cubicBezTo>
                <a:cubicBezTo>
                  <a:pt x="15280" y="11378"/>
                  <a:pt x="15378" y="11280"/>
                  <a:pt x="15500" y="11280"/>
                </a:cubicBezTo>
                <a:cubicBezTo>
                  <a:pt x="15622" y="11280"/>
                  <a:pt x="15720" y="11378"/>
                  <a:pt x="15720" y="11500"/>
                </a:cubicBezTo>
                <a:close/>
                <a:moveTo>
                  <a:pt x="16720" y="11500"/>
                </a:moveTo>
                <a:cubicBezTo>
                  <a:pt x="16720" y="11622"/>
                  <a:pt x="16622" y="11720"/>
                  <a:pt x="16500" y="11720"/>
                </a:cubicBezTo>
                <a:cubicBezTo>
                  <a:pt x="16378" y="11720"/>
                  <a:pt x="16280" y="11622"/>
                  <a:pt x="16280" y="11500"/>
                </a:cubicBezTo>
                <a:cubicBezTo>
                  <a:pt x="16280" y="11378"/>
                  <a:pt x="16378" y="11280"/>
                  <a:pt x="16500" y="11280"/>
                </a:cubicBezTo>
                <a:cubicBezTo>
                  <a:pt x="16622" y="11280"/>
                  <a:pt x="16720" y="11378"/>
                  <a:pt x="16720" y="11500"/>
                </a:cubicBezTo>
                <a:close/>
                <a:moveTo>
                  <a:pt x="17720" y="11500"/>
                </a:moveTo>
                <a:cubicBezTo>
                  <a:pt x="17720" y="11622"/>
                  <a:pt x="17622" y="11720"/>
                  <a:pt x="17500" y="11720"/>
                </a:cubicBezTo>
                <a:cubicBezTo>
                  <a:pt x="17378" y="11720"/>
                  <a:pt x="17280" y="11622"/>
                  <a:pt x="17280" y="11500"/>
                </a:cubicBezTo>
                <a:cubicBezTo>
                  <a:pt x="17280" y="11378"/>
                  <a:pt x="17378" y="11280"/>
                  <a:pt x="17500" y="11280"/>
                </a:cubicBezTo>
                <a:cubicBezTo>
                  <a:pt x="17622" y="11280"/>
                  <a:pt x="17720" y="11378"/>
                  <a:pt x="1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8720" y="12500"/>
                </a:moveTo>
                <a:cubicBezTo>
                  <a:pt x="8720" y="12622"/>
                  <a:pt x="8622" y="12720"/>
                  <a:pt x="8500" y="12720"/>
                </a:cubicBezTo>
                <a:cubicBezTo>
                  <a:pt x="8378" y="12720"/>
                  <a:pt x="8280" y="12622"/>
                  <a:pt x="8280" y="12500"/>
                </a:cubicBezTo>
                <a:cubicBezTo>
                  <a:pt x="8280" y="12378"/>
                  <a:pt x="8378" y="12280"/>
                  <a:pt x="8500" y="12280"/>
                </a:cubicBezTo>
                <a:cubicBezTo>
                  <a:pt x="8622" y="12280"/>
                  <a:pt x="8720" y="12378"/>
                  <a:pt x="8720" y="12500"/>
                </a:cubicBezTo>
                <a:close/>
                <a:moveTo>
                  <a:pt x="9720" y="12500"/>
                </a:moveTo>
                <a:cubicBezTo>
                  <a:pt x="9720" y="12622"/>
                  <a:pt x="9622" y="12720"/>
                  <a:pt x="9500" y="12720"/>
                </a:cubicBezTo>
                <a:cubicBezTo>
                  <a:pt x="9378" y="12720"/>
                  <a:pt x="9280" y="12622"/>
                  <a:pt x="9280" y="12500"/>
                </a:cubicBezTo>
                <a:cubicBezTo>
                  <a:pt x="9280" y="12378"/>
                  <a:pt x="9378" y="12280"/>
                  <a:pt x="9500" y="12280"/>
                </a:cubicBezTo>
                <a:cubicBezTo>
                  <a:pt x="9622" y="12280"/>
                  <a:pt x="9720" y="12378"/>
                  <a:pt x="9720" y="12500"/>
                </a:cubicBezTo>
                <a:close/>
                <a:moveTo>
                  <a:pt x="10720" y="12500"/>
                </a:moveTo>
                <a:cubicBezTo>
                  <a:pt x="10720" y="12622"/>
                  <a:pt x="10622" y="12720"/>
                  <a:pt x="10500" y="12720"/>
                </a:cubicBezTo>
                <a:cubicBezTo>
                  <a:pt x="10378" y="12720"/>
                  <a:pt x="10280" y="12622"/>
                  <a:pt x="10280" y="12500"/>
                </a:cubicBezTo>
                <a:cubicBezTo>
                  <a:pt x="10280" y="12378"/>
                  <a:pt x="10378" y="12280"/>
                  <a:pt x="10500" y="12280"/>
                </a:cubicBezTo>
                <a:cubicBezTo>
                  <a:pt x="10622" y="12280"/>
                  <a:pt x="10720" y="12378"/>
                  <a:pt x="10720" y="12500"/>
                </a:cubicBezTo>
                <a:close/>
                <a:moveTo>
                  <a:pt x="11720" y="12500"/>
                </a:moveTo>
                <a:cubicBezTo>
                  <a:pt x="11720" y="12622"/>
                  <a:pt x="11622" y="12720"/>
                  <a:pt x="11500" y="12720"/>
                </a:cubicBezTo>
                <a:cubicBezTo>
                  <a:pt x="11378" y="12720"/>
                  <a:pt x="11280" y="12622"/>
                  <a:pt x="11280" y="12500"/>
                </a:cubicBezTo>
                <a:cubicBezTo>
                  <a:pt x="11280" y="12378"/>
                  <a:pt x="11378" y="12280"/>
                  <a:pt x="11500" y="12280"/>
                </a:cubicBezTo>
                <a:cubicBezTo>
                  <a:pt x="11622" y="12280"/>
                  <a:pt x="11720" y="12378"/>
                  <a:pt x="11720" y="12500"/>
                </a:cubicBezTo>
                <a:close/>
                <a:moveTo>
                  <a:pt x="12720" y="12500"/>
                </a:moveTo>
                <a:cubicBezTo>
                  <a:pt x="12720" y="12622"/>
                  <a:pt x="12622" y="12720"/>
                  <a:pt x="12500" y="12720"/>
                </a:cubicBezTo>
                <a:cubicBezTo>
                  <a:pt x="12378" y="12720"/>
                  <a:pt x="12280" y="12622"/>
                  <a:pt x="12280" y="12500"/>
                </a:cubicBezTo>
                <a:cubicBezTo>
                  <a:pt x="12280" y="12378"/>
                  <a:pt x="12378" y="12280"/>
                  <a:pt x="12500" y="12280"/>
                </a:cubicBezTo>
                <a:cubicBezTo>
                  <a:pt x="12622" y="12280"/>
                  <a:pt x="12720" y="12378"/>
                  <a:pt x="12720" y="12500"/>
                </a:cubicBezTo>
                <a:close/>
                <a:moveTo>
                  <a:pt x="13720" y="12500"/>
                </a:moveTo>
                <a:cubicBezTo>
                  <a:pt x="13720" y="12622"/>
                  <a:pt x="13622" y="12720"/>
                  <a:pt x="13500" y="12720"/>
                </a:cubicBezTo>
                <a:cubicBezTo>
                  <a:pt x="13378" y="12720"/>
                  <a:pt x="13280" y="12622"/>
                  <a:pt x="13280" y="12500"/>
                </a:cubicBezTo>
                <a:cubicBezTo>
                  <a:pt x="13280" y="12378"/>
                  <a:pt x="13378" y="12280"/>
                  <a:pt x="13500" y="12280"/>
                </a:cubicBezTo>
                <a:cubicBezTo>
                  <a:pt x="13622" y="12280"/>
                  <a:pt x="13720" y="12378"/>
                  <a:pt x="13720" y="12500"/>
                </a:cubicBezTo>
                <a:close/>
                <a:moveTo>
                  <a:pt x="14720" y="12500"/>
                </a:moveTo>
                <a:cubicBezTo>
                  <a:pt x="14720" y="12622"/>
                  <a:pt x="14622" y="12720"/>
                  <a:pt x="14500" y="12720"/>
                </a:cubicBezTo>
                <a:cubicBezTo>
                  <a:pt x="14378" y="12720"/>
                  <a:pt x="14280" y="12622"/>
                  <a:pt x="14280" y="12500"/>
                </a:cubicBezTo>
                <a:cubicBezTo>
                  <a:pt x="14280" y="12378"/>
                  <a:pt x="14378" y="12280"/>
                  <a:pt x="14500" y="12280"/>
                </a:cubicBezTo>
                <a:cubicBezTo>
                  <a:pt x="14622" y="12280"/>
                  <a:pt x="14720" y="12378"/>
                  <a:pt x="14720" y="12500"/>
                </a:cubicBezTo>
                <a:close/>
                <a:moveTo>
                  <a:pt x="15720" y="12500"/>
                </a:moveTo>
                <a:cubicBezTo>
                  <a:pt x="15720" y="12622"/>
                  <a:pt x="15622" y="12720"/>
                  <a:pt x="15500" y="12720"/>
                </a:cubicBezTo>
                <a:cubicBezTo>
                  <a:pt x="15378" y="12720"/>
                  <a:pt x="15280" y="12622"/>
                  <a:pt x="15280" y="12500"/>
                </a:cubicBezTo>
                <a:cubicBezTo>
                  <a:pt x="15280" y="12378"/>
                  <a:pt x="15378" y="12280"/>
                  <a:pt x="15500" y="12280"/>
                </a:cubicBezTo>
                <a:cubicBezTo>
                  <a:pt x="15622" y="12280"/>
                  <a:pt x="15720" y="12378"/>
                  <a:pt x="15720" y="12500"/>
                </a:cubicBezTo>
                <a:close/>
                <a:moveTo>
                  <a:pt x="16720" y="12500"/>
                </a:moveTo>
                <a:cubicBezTo>
                  <a:pt x="16720" y="12622"/>
                  <a:pt x="16622" y="12720"/>
                  <a:pt x="16500" y="12720"/>
                </a:cubicBezTo>
                <a:cubicBezTo>
                  <a:pt x="16378" y="12720"/>
                  <a:pt x="16280" y="12622"/>
                  <a:pt x="16280" y="12500"/>
                </a:cubicBezTo>
                <a:cubicBezTo>
                  <a:pt x="16280" y="12378"/>
                  <a:pt x="16378" y="12280"/>
                  <a:pt x="16500" y="12280"/>
                </a:cubicBezTo>
                <a:cubicBezTo>
                  <a:pt x="16622" y="12280"/>
                  <a:pt x="16720" y="12378"/>
                  <a:pt x="16720" y="12500"/>
                </a:cubicBezTo>
                <a:close/>
                <a:moveTo>
                  <a:pt x="17720" y="12500"/>
                </a:moveTo>
                <a:cubicBezTo>
                  <a:pt x="17720" y="12622"/>
                  <a:pt x="17622" y="12720"/>
                  <a:pt x="17500" y="12720"/>
                </a:cubicBezTo>
                <a:cubicBezTo>
                  <a:pt x="17378" y="12720"/>
                  <a:pt x="17280" y="12622"/>
                  <a:pt x="17280" y="12500"/>
                </a:cubicBezTo>
                <a:cubicBezTo>
                  <a:pt x="17280" y="12378"/>
                  <a:pt x="17378" y="12280"/>
                  <a:pt x="17500" y="12280"/>
                </a:cubicBezTo>
                <a:cubicBezTo>
                  <a:pt x="17622" y="12280"/>
                  <a:pt x="17720" y="12378"/>
                  <a:pt x="1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8720" y="13500"/>
                </a:moveTo>
                <a:cubicBezTo>
                  <a:pt x="8720" y="13622"/>
                  <a:pt x="8622" y="13720"/>
                  <a:pt x="8500" y="13720"/>
                </a:cubicBezTo>
                <a:cubicBezTo>
                  <a:pt x="8378" y="13720"/>
                  <a:pt x="8280" y="13622"/>
                  <a:pt x="8280" y="13500"/>
                </a:cubicBezTo>
                <a:cubicBezTo>
                  <a:pt x="8280" y="13378"/>
                  <a:pt x="8378" y="13280"/>
                  <a:pt x="8500" y="13280"/>
                </a:cubicBezTo>
                <a:cubicBezTo>
                  <a:pt x="8622" y="13280"/>
                  <a:pt x="8720" y="13378"/>
                  <a:pt x="8720" y="13500"/>
                </a:cubicBezTo>
                <a:close/>
                <a:moveTo>
                  <a:pt x="9720" y="13500"/>
                </a:moveTo>
                <a:cubicBezTo>
                  <a:pt x="9720" y="13622"/>
                  <a:pt x="9622" y="13720"/>
                  <a:pt x="9500" y="13720"/>
                </a:cubicBezTo>
                <a:cubicBezTo>
                  <a:pt x="9378" y="13720"/>
                  <a:pt x="9280" y="13622"/>
                  <a:pt x="9280" y="13500"/>
                </a:cubicBezTo>
                <a:cubicBezTo>
                  <a:pt x="9280" y="13378"/>
                  <a:pt x="9378" y="13280"/>
                  <a:pt x="9500" y="13280"/>
                </a:cubicBezTo>
                <a:cubicBezTo>
                  <a:pt x="9622" y="13280"/>
                  <a:pt x="9720" y="13378"/>
                  <a:pt x="9720" y="13500"/>
                </a:cubicBezTo>
                <a:close/>
                <a:moveTo>
                  <a:pt x="10720" y="13500"/>
                </a:moveTo>
                <a:cubicBezTo>
                  <a:pt x="10720" y="13622"/>
                  <a:pt x="10622" y="13720"/>
                  <a:pt x="10500" y="13720"/>
                </a:cubicBezTo>
                <a:cubicBezTo>
                  <a:pt x="10378" y="13720"/>
                  <a:pt x="10280" y="13622"/>
                  <a:pt x="10280" y="13500"/>
                </a:cubicBezTo>
                <a:cubicBezTo>
                  <a:pt x="10280" y="13378"/>
                  <a:pt x="10378" y="13280"/>
                  <a:pt x="10500" y="13280"/>
                </a:cubicBezTo>
                <a:cubicBezTo>
                  <a:pt x="10622" y="13280"/>
                  <a:pt x="10720" y="13378"/>
                  <a:pt x="10720" y="13500"/>
                </a:cubicBezTo>
                <a:close/>
                <a:moveTo>
                  <a:pt x="11720" y="13500"/>
                </a:moveTo>
                <a:cubicBezTo>
                  <a:pt x="11720" y="13622"/>
                  <a:pt x="11622" y="13720"/>
                  <a:pt x="11500" y="13720"/>
                </a:cubicBezTo>
                <a:cubicBezTo>
                  <a:pt x="11378" y="13720"/>
                  <a:pt x="11280" y="13622"/>
                  <a:pt x="11280" y="13500"/>
                </a:cubicBezTo>
                <a:cubicBezTo>
                  <a:pt x="11280" y="13378"/>
                  <a:pt x="11378" y="13280"/>
                  <a:pt x="11500" y="13280"/>
                </a:cubicBezTo>
                <a:cubicBezTo>
                  <a:pt x="11622" y="13280"/>
                  <a:pt x="11720" y="13378"/>
                  <a:pt x="11720" y="13500"/>
                </a:cubicBezTo>
                <a:close/>
                <a:moveTo>
                  <a:pt x="12720" y="13500"/>
                </a:moveTo>
                <a:cubicBezTo>
                  <a:pt x="12720" y="13622"/>
                  <a:pt x="12622" y="13720"/>
                  <a:pt x="12500" y="13720"/>
                </a:cubicBezTo>
                <a:cubicBezTo>
                  <a:pt x="12378" y="13720"/>
                  <a:pt x="12280" y="13622"/>
                  <a:pt x="12280" y="13500"/>
                </a:cubicBezTo>
                <a:cubicBezTo>
                  <a:pt x="12280" y="13378"/>
                  <a:pt x="12378" y="13280"/>
                  <a:pt x="12500" y="13280"/>
                </a:cubicBezTo>
                <a:cubicBezTo>
                  <a:pt x="12622" y="13280"/>
                  <a:pt x="12720" y="13378"/>
                  <a:pt x="12720" y="13500"/>
                </a:cubicBezTo>
                <a:close/>
                <a:moveTo>
                  <a:pt x="13720" y="13500"/>
                </a:moveTo>
                <a:cubicBezTo>
                  <a:pt x="13720" y="13622"/>
                  <a:pt x="13622" y="13720"/>
                  <a:pt x="13500" y="13720"/>
                </a:cubicBezTo>
                <a:cubicBezTo>
                  <a:pt x="13378" y="13720"/>
                  <a:pt x="13280" y="13622"/>
                  <a:pt x="13280" y="13500"/>
                </a:cubicBezTo>
                <a:cubicBezTo>
                  <a:pt x="13280" y="13378"/>
                  <a:pt x="13378" y="13280"/>
                  <a:pt x="13500" y="13280"/>
                </a:cubicBezTo>
                <a:cubicBezTo>
                  <a:pt x="13622" y="13280"/>
                  <a:pt x="13720" y="13378"/>
                  <a:pt x="13720" y="13500"/>
                </a:cubicBezTo>
                <a:close/>
                <a:moveTo>
                  <a:pt x="14720" y="13500"/>
                </a:moveTo>
                <a:cubicBezTo>
                  <a:pt x="14720" y="13622"/>
                  <a:pt x="14622" y="13720"/>
                  <a:pt x="14500" y="13720"/>
                </a:cubicBezTo>
                <a:cubicBezTo>
                  <a:pt x="14378" y="13720"/>
                  <a:pt x="14280" y="13622"/>
                  <a:pt x="14280" y="13500"/>
                </a:cubicBezTo>
                <a:cubicBezTo>
                  <a:pt x="14280" y="13378"/>
                  <a:pt x="14378" y="13280"/>
                  <a:pt x="14500" y="13280"/>
                </a:cubicBezTo>
                <a:cubicBezTo>
                  <a:pt x="14622" y="13280"/>
                  <a:pt x="14720" y="13378"/>
                  <a:pt x="14720" y="13500"/>
                </a:cubicBezTo>
                <a:close/>
                <a:moveTo>
                  <a:pt x="15720" y="13500"/>
                </a:moveTo>
                <a:cubicBezTo>
                  <a:pt x="15720" y="13622"/>
                  <a:pt x="15622" y="13720"/>
                  <a:pt x="15500" y="13720"/>
                </a:cubicBezTo>
                <a:cubicBezTo>
                  <a:pt x="15378" y="13720"/>
                  <a:pt x="15280" y="13622"/>
                  <a:pt x="15280" y="13500"/>
                </a:cubicBezTo>
                <a:cubicBezTo>
                  <a:pt x="15280" y="13378"/>
                  <a:pt x="15378" y="13280"/>
                  <a:pt x="15500" y="13280"/>
                </a:cubicBezTo>
                <a:cubicBezTo>
                  <a:pt x="15622" y="13280"/>
                  <a:pt x="15720" y="13378"/>
                  <a:pt x="15720" y="13500"/>
                </a:cubicBezTo>
                <a:close/>
                <a:moveTo>
                  <a:pt x="16720" y="13500"/>
                </a:moveTo>
                <a:cubicBezTo>
                  <a:pt x="16720" y="13622"/>
                  <a:pt x="16622" y="13720"/>
                  <a:pt x="16500" y="13720"/>
                </a:cubicBezTo>
                <a:cubicBezTo>
                  <a:pt x="16378" y="13720"/>
                  <a:pt x="16280" y="13622"/>
                  <a:pt x="16280" y="13500"/>
                </a:cubicBezTo>
                <a:cubicBezTo>
                  <a:pt x="16280" y="13378"/>
                  <a:pt x="16378" y="13280"/>
                  <a:pt x="16500" y="13280"/>
                </a:cubicBezTo>
                <a:cubicBezTo>
                  <a:pt x="16622" y="13280"/>
                  <a:pt x="16720" y="13378"/>
                  <a:pt x="16720" y="13500"/>
                </a:cubicBezTo>
                <a:close/>
                <a:moveTo>
                  <a:pt x="17720" y="13500"/>
                </a:moveTo>
                <a:cubicBezTo>
                  <a:pt x="17720" y="13622"/>
                  <a:pt x="17622" y="13720"/>
                  <a:pt x="17500" y="13720"/>
                </a:cubicBezTo>
                <a:cubicBezTo>
                  <a:pt x="17378" y="13720"/>
                  <a:pt x="17280" y="13622"/>
                  <a:pt x="17280" y="13500"/>
                </a:cubicBezTo>
                <a:cubicBezTo>
                  <a:pt x="17280" y="13378"/>
                  <a:pt x="17378" y="13280"/>
                  <a:pt x="17500" y="13280"/>
                </a:cubicBezTo>
                <a:cubicBezTo>
                  <a:pt x="17622" y="13280"/>
                  <a:pt x="17720" y="13378"/>
                  <a:pt x="17720" y="1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dots 3"/>
          <p:cNvSpPr/>
          <p:nvPr/>
        </p:nvSpPr>
        <p:spPr>
          <a:xfrm>
            <a:off x="11176000" y="3810000"/>
            <a:ext cx="1016000" cy="3048000"/>
          </a:xfrm>
          <a:custGeom>
            <a:avLst/>
            <a:gdLst/>
            <a:ahLst/>
            <a:cxnLst/>
            <a:rect l="0" t="0" r="r" b="b"/>
            <a:pathLst>
              <a:path w="8000" h="2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720" y="14500"/>
                </a:moveTo>
                <a:cubicBezTo>
                  <a:pt x="720" y="14622"/>
                  <a:pt x="622" y="14720"/>
                  <a:pt x="500" y="14720"/>
                </a:cubicBezTo>
                <a:cubicBezTo>
                  <a:pt x="378" y="14720"/>
                  <a:pt x="280" y="14622"/>
                  <a:pt x="280" y="14500"/>
                </a:cubicBezTo>
                <a:cubicBezTo>
                  <a:pt x="280" y="14378"/>
                  <a:pt x="378" y="14280"/>
                  <a:pt x="500" y="14280"/>
                </a:cubicBezTo>
                <a:cubicBezTo>
                  <a:pt x="622" y="14280"/>
                  <a:pt x="720" y="14378"/>
                  <a:pt x="720" y="14500"/>
                </a:cubicBezTo>
                <a:close/>
                <a:moveTo>
                  <a:pt x="1720" y="14500"/>
                </a:moveTo>
                <a:cubicBezTo>
                  <a:pt x="1720" y="14622"/>
                  <a:pt x="1622" y="14720"/>
                  <a:pt x="1500" y="14720"/>
                </a:cubicBezTo>
                <a:cubicBezTo>
                  <a:pt x="1378" y="14720"/>
                  <a:pt x="1280" y="14622"/>
                  <a:pt x="1280" y="14500"/>
                </a:cubicBezTo>
                <a:cubicBezTo>
                  <a:pt x="1280" y="14378"/>
                  <a:pt x="1378" y="14280"/>
                  <a:pt x="1500" y="14280"/>
                </a:cubicBezTo>
                <a:cubicBezTo>
                  <a:pt x="1622" y="14280"/>
                  <a:pt x="1720" y="14378"/>
                  <a:pt x="1720" y="14500"/>
                </a:cubicBezTo>
                <a:close/>
                <a:moveTo>
                  <a:pt x="2720" y="14500"/>
                </a:moveTo>
                <a:cubicBezTo>
                  <a:pt x="2720" y="14622"/>
                  <a:pt x="2622" y="14720"/>
                  <a:pt x="2500" y="14720"/>
                </a:cubicBezTo>
                <a:cubicBezTo>
                  <a:pt x="2378" y="14720"/>
                  <a:pt x="2280" y="14622"/>
                  <a:pt x="2280" y="14500"/>
                </a:cubicBezTo>
                <a:cubicBezTo>
                  <a:pt x="2280" y="14378"/>
                  <a:pt x="2378" y="14280"/>
                  <a:pt x="2500" y="14280"/>
                </a:cubicBezTo>
                <a:cubicBezTo>
                  <a:pt x="2622" y="14280"/>
                  <a:pt x="2720" y="14378"/>
                  <a:pt x="2720" y="14500"/>
                </a:cubicBezTo>
                <a:close/>
                <a:moveTo>
                  <a:pt x="3720" y="14500"/>
                </a:moveTo>
                <a:cubicBezTo>
                  <a:pt x="3720" y="14622"/>
                  <a:pt x="3622" y="14720"/>
                  <a:pt x="3500" y="14720"/>
                </a:cubicBezTo>
                <a:cubicBezTo>
                  <a:pt x="3378" y="14720"/>
                  <a:pt x="3280" y="14622"/>
                  <a:pt x="3280" y="14500"/>
                </a:cubicBezTo>
                <a:cubicBezTo>
                  <a:pt x="3280" y="14378"/>
                  <a:pt x="3378" y="14280"/>
                  <a:pt x="3500" y="14280"/>
                </a:cubicBezTo>
                <a:cubicBezTo>
                  <a:pt x="3622" y="14280"/>
                  <a:pt x="3720" y="14378"/>
                  <a:pt x="3720" y="14500"/>
                </a:cubicBezTo>
                <a:close/>
                <a:moveTo>
                  <a:pt x="4720" y="14500"/>
                </a:moveTo>
                <a:cubicBezTo>
                  <a:pt x="4720" y="14622"/>
                  <a:pt x="4622" y="14720"/>
                  <a:pt x="4500" y="14720"/>
                </a:cubicBezTo>
                <a:cubicBezTo>
                  <a:pt x="4378" y="14720"/>
                  <a:pt x="4280" y="14622"/>
                  <a:pt x="4280" y="14500"/>
                </a:cubicBezTo>
                <a:cubicBezTo>
                  <a:pt x="4280" y="14378"/>
                  <a:pt x="4378" y="14280"/>
                  <a:pt x="4500" y="14280"/>
                </a:cubicBezTo>
                <a:cubicBezTo>
                  <a:pt x="4622" y="14280"/>
                  <a:pt x="4720" y="14378"/>
                  <a:pt x="4720" y="14500"/>
                </a:cubicBezTo>
                <a:close/>
                <a:moveTo>
                  <a:pt x="5720" y="14500"/>
                </a:moveTo>
                <a:cubicBezTo>
                  <a:pt x="5720" y="14622"/>
                  <a:pt x="5622" y="14720"/>
                  <a:pt x="5500" y="14720"/>
                </a:cubicBezTo>
                <a:cubicBezTo>
                  <a:pt x="5378" y="14720"/>
                  <a:pt x="5280" y="14622"/>
                  <a:pt x="5280" y="14500"/>
                </a:cubicBezTo>
                <a:cubicBezTo>
                  <a:pt x="5280" y="14378"/>
                  <a:pt x="5378" y="14280"/>
                  <a:pt x="5500" y="14280"/>
                </a:cubicBezTo>
                <a:cubicBezTo>
                  <a:pt x="5622" y="14280"/>
                  <a:pt x="5720" y="14378"/>
                  <a:pt x="5720" y="14500"/>
                </a:cubicBezTo>
                <a:close/>
                <a:moveTo>
                  <a:pt x="6720" y="14500"/>
                </a:moveTo>
                <a:cubicBezTo>
                  <a:pt x="6720" y="14622"/>
                  <a:pt x="6622" y="14720"/>
                  <a:pt x="6500" y="14720"/>
                </a:cubicBezTo>
                <a:cubicBezTo>
                  <a:pt x="6378" y="14720"/>
                  <a:pt x="6280" y="14622"/>
                  <a:pt x="6280" y="14500"/>
                </a:cubicBezTo>
                <a:cubicBezTo>
                  <a:pt x="6280" y="14378"/>
                  <a:pt x="6378" y="14280"/>
                  <a:pt x="6500" y="14280"/>
                </a:cubicBezTo>
                <a:cubicBezTo>
                  <a:pt x="6622" y="14280"/>
                  <a:pt x="6720" y="14378"/>
                  <a:pt x="6720" y="14500"/>
                </a:cubicBezTo>
                <a:close/>
                <a:moveTo>
                  <a:pt x="7720" y="14500"/>
                </a:moveTo>
                <a:cubicBezTo>
                  <a:pt x="7720" y="14622"/>
                  <a:pt x="7622" y="14720"/>
                  <a:pt x="7500" y="14720"/>
                </a:cubicBezTo>
                <a:cubicBezTo>
                  <a:pt x="7378" y="14720"/>
                  <a:pt x="7280" y="14622"/>
                  <a:pt x="7280" y="14500"/>
                </a:cubicBezTo>
                <a:cubicBezTo>
                  <a:pt x="7280" y="14378"/>
                  <a:pt x="7378" y="14280"/>
                  <a:pt x="7500" y="14280"/>
                </a:cubicBezTo>
                <a:cubicBezTo>
                  <a:pt x="7622" y="14280"/>
                  <a:pt x="7720" y="14378"/>
                  <a:pt x="7720" y="14500"/>
                </a:cubicBezTo>
                <a:close/>
                <a:moveTo>
                  <a:pt x="720" y="15500"/>
                </a:moveTo>
                <a:cubicBezTo>
                  <a:pt x="720" y="15622"/>
                  <a:pt x="622" y="15720"/>
                  <a:pt x="500" y="15720"/>
                </a:cubicBezTo>
                <a:cubicBezTo>
                  <a:pt x="378" y="15720"/>
                  <a:pt x="280" y="15622"/>
                  <a:pt x="280" y="15500"/>
                </a:cubicBezTo>
                <a:cubicBezTo>
                  <a:pt x="280" y="15378"/>
                  <a:pt x="378" y="15280"/>
                  <a:pt x="500" y="15280"/>
                </a:cubicBezTo>
                <a:cubicBezTo>
                  <a:pt x="622" y="15280"/>
                  <a:pt x="720" y="15378"/>
                  <a:pt x="720" y="15500"/>
                </a:cubicBezTo>
                <a:close/>
                <a:moveTo>
                  <a:pt x="1720" y="15500"/>
                </a:moveTo>
                <a:cubicBezTo>
                  <a:pt x="1720" y="15622"/>
                  <a:pt x="1622" y="15720"/>
                  <a:pt x="1500" y="15720"/>
                </a:cubicBezTo>
                <a:cubicBezTo>
                  <a:pt x="1378" y="15720"/>
                  <a:pt x="1280" y="15622"/>
                  <a:pt x="1280" y="15500"/>
                </a:cubicBezTo>
                <a:cubicBezTo>
                  <a:pt x="1280" y="15378"/>
                  <a:pt x="1378" y="15280"/>
                  <a:pt x="1500" y="15280"/>
                </a:cubicBezTo>
                <a:cubicBezTo>
                  <a:pt x="1622" y="15280"/>
                  <a:pt x="1720" y="15378"/>
                  <a:pt x="1720" y="15500"/>
                </a:cubicBezTo>
                <a:close/>
                <a:moveTo>
                  <a:pt x="2720" y="15500"/>
                </a:moveTo>
                <a:cubicBezTo>
                  <a:pt x="2720" y="15622"/>
                  <a:pt x="2622" y="15720"/>
                  <a:pt x="2500" y="15720"/>
                </a:cubicBezTo>
                <a:cubicBezTo>
                  <a:pt x="2378" y="15720"/>
                  <a:pt x="2280" y="15622"/>
                  <a:pt x="2280" y="15500"/>
                </a:cubicBezTo>
                <a:cubicBezTo>
                  <a:pt x="2280" y="15378"/>
                  <a:pt x="2378" y="15280"/>
                  <a:pt x="2500" y="15280"/>
                </a:cubicBezTo>
                <a:cubicBezTo>
                  <a:pt x="2622" y="15280"/>
                  <a:pt x="2720" y="15378"/>
                  <a:pt x="2720" y="15500"/>
                </a:cubicBezTo>
                <a:close/>
                <a:moveTo>
                  <a:pt x="3720" y="15500"/>
                </a:moveTo>
                <a:cubicBezTo>
                  <a:pt x="3720" y="15622"/>
                  <a:pt x="3622" y="15720"/>
                  <a:pt x="3500" y="15720"/>
                </a:cubicBezTo>
                <a:cubicBezTo>
                  <a:pt x="3378" y="15720"/>
                  <a:pt x="3280" y="15622"/>
                  <a:pt x="3280" y="15500"/>
                </a:cubicBezTo>
                <a:cubicBezTo>
                  <a:pt x="3280" y="15378"/>
                  <a:pt x="3378" y="15280"/>
                  <a:pt x="3500" y="15280"/>
                </a:cubicBezTo>
                <a:cubicBezTo>
                  <a:pt x="3622" y="15280"/>
                  <a:pt x="3720" y="15378"/>
                  <a:pt x="3720" y="15500"/>
                </a:cubicBezTo>
                <a:close/>
                <a:moveTo>
                  <a:pt x="4720" y="15500"/>
                </a:moveTo>
                <a:cubicBezTo>
                  <a:pt x="4720" y="15622"/>
                  <a:pt x="4622" y="15720"/>
                  <a:pt x="4500" y="15720"/>
                </a:cubicBezTo>
                <a:cubicBezTo>
                  <a:pt x="4378" y="15720"/>
                  <a:pt x="4280" y="15622"/>
                  <a:pt x="4280" y="15500"/>
                </a:cubicBezTo>
                <a:cubicBezTo>
                  <a:pt x="4280" y="15378"/>
                  <a:pt x="4378" y="15280"/>
                  <a:pt x="4500" y="15280"/>
                </a:cubicBezTo>
                <a:cubicBezTo>
                  <a:pt x="4622" y="15280"/>
                  <a:pt x="4720" y="15378"/>
                  <a:pt x="4720" y="15500"/>
                </a:cubicBezTo>
                <a:close/>
                <a:moveTo>
                  <a:pt x="5720" y="15500"/>
                </a:moveTo>
                <a:cubicBezTo>
                  <a:pt x="5720" y="15622"/>
                  <a:pt x="5622" y="15720"/>
                  <a:pt x="5500" y="15720"/>
                </a:cubicBezTo>
                <a:cubicBezTo>
                  <a:pt x="5378" y="15720"/>
                  <a:pt x="5280" y="15622"/>
                  <a:pt x="5280" y="15500"/>
                </a:cubicBezTo>
                <a:cubicBezTo>
                  <a:pt x="5280" y="15378"/>
                  <a:pt x="5378" y="15280"/>
                  <a:pt x="5500" y="15280"/>
                </a:cubicBezTo>
                <a:cubicBezTo>
                  <a:pt x="5622" y="15280"/>
                  <a:pt x="5720" y="15378"/>
                  <a:pt x="5720" y="15500"/>
                </a:cubicBezTo>
                <a:close/>
                <a:moveTo>
                  <a:pt x="6720" y="15500"/>
                </a:moveTo>
                <a:cubicBezTo>
                  <a:pt x="6720" y="15622"/>
                  <a:pt x="6622" y="15720"/>
                  <a:pt x="6500" y="15720"/>
                </a:cubicBezTo>
                <a:cubicBezTo>
                  <a:pt x="6378" y="15720"/>
                  <a:pt x="6280" y="15622"/>
                  <a:pt x="6280" y="15500"/>
                </a:cubicBezTo>
                <a:cubicBezTo>
                  <a:pt x="6280" y="15378"/>
                  <a:pt x="6378" y="15280"/>
                  <a:pt x="6500" y="15280"/>
                </a:cubicBezTo>
                <a:cubicBezTo>
                  <a:pt x="6622" y="15280"/>
                  <a:pt x="6720" y="15378"/>
                  <a:pt x="6720" y="15500"/>
                </a:cubicBezTo>
                <a:close/>
                <a:moveTo>
                  <a:pt x="7720" y="15500"/>
                </a:moveTo>
                <a:cubicBezTo>
                  <a:pt x="7720" y="15622"/>
                  <a:pt x="7622" y="15720"/>
                  <a:pt x="7500" y="15720"/>
                </a:cubicBezTo>
                <a:cubicBezTo>
                  <a:pt x="7378" y="15720"/>
                  <a:pt x="7280" y="15622"/>
                  <a:pt x="7280" y="15500"/>
                </a:cubicBezTo>
                <a:cubicBezTo>
                  <a:pt x="7280" y="15378"/>
                  <a:pt x="7378" y="15280"/>
                  <a:pt x="7500" y="15280"/>
                </a:cubicBezTo>
                <a:cubicBezTo>
                  <a:pt x="7622" y="15280"/>
                  <a:pt x="7720" y="15378"/>
                  <a:pt x="7720" y="15500"/>
                </a:cubicBezTo>
                <a:close/>
                <a:moveTo>
                  <a:pt x="720" y="16500"/>
                </a:moveTo>
                <a:cubicBezTo>
                  <a:pt x="720" y="16622"/>
                  <a:pt x="622" y="16720"/>
                  <a:pt x="500" y="16720"/>
                </a:cubicBezTo>
                <a:cubicBezTo>
                  <a:pt x="378" y="16720"/>
                  <a:pt x="280" y="16622"/>
                  <a:pt x="280" y="16500"/>
                </a:cubicBezTo>
                <a:cubicBezTo>
                  <a:pt x="280" y="16378"/>
                  <a:pt x="378" y="16280"/>
                  <a:pt x="500" y="16280"/>
                </a:cubicBezTo>
                <a:cubicBezTo>
                  <a:pt x="622" y="16280"/>
                  <a:pt x="720" y="16378"/>
                  <a:pt x="720" y="16500"/>
                </a:cubicBezTo>
                <a:close/>
                <a:moveTo>
                  <a:pt x="1720" y="16500"/>
                </a:moveTo>
                <a:cubicBezTo>
                  <a:pt x="1720" y="16622"/>
                  <a:pt x="1622" y="16720"/>
                  <a:pt x="1500" y="16720"/>
                </a:cubicBezTo>
                <a:cubicBezTo>
                  <a:pt x="1378" y="16720"/>
                  <a:pt x="1280" y="16622"/>
                  <a:pt x="1280" y="16500"/>
                </a:cubicBezTo>
                <a:cubicBezTo>
                  <a:pt x="1280" y="16378"/>
                  <a:pt x="1378" y="16280"/>
                  <a:pt x="1500" y="16280"/>
                </a:cubicBezTo>
                <a:cubicBezTo>
                  <a:pt x="1622" y="16280"/>
                  <a:pt x="1720" y="16378"/>
                  <a:pt x="1720" y="16500"/>
                </a:cubicBezTo>
                <a:close/>
                <a:moveTo>
                  <a:pt x="2720" y="16500"/>
                </a:moveTo>
                <a:cubicBezTo>
                  <a:pt x="2720" y="16622"/>
                  <a:pt x="2622" y="16720"/>
                  <a:pt x="2500" y="16720"/>
                </a:cubicBezTo>
                <a:cubicBezTo>
                  <a:pt x="2378" y="16720"/>
                  <a:pt x="2280" y="16622"/>
                  <a:pt x="2280" y="16500"/>
                </a:cubicBezTo>
                <a:cubicBezTo>
                  <a:pt x="2280" y="16378"/>
                  <a:pt x="2378" y="16280"/>
                  <a:pt x="2500" y="16280"/>
                </a:cubicBezTo>
                <a:cubicBezTo>
                  <a:pt x="2622" y="16280"/>
                  <a:pt x="2720" y="16378"/>
                  <a:pt x="2720" y="16500"/>
                </a:cubicBezTo>
                <a:close/>
                <a:moveTo>
                  <a:pt x="3720" y="16500"/>
                </a:moveTo>
                <a:cubicBezTo>
                  <a:pt x="3720" y="16622"/>
                  <a:pt x="3622" y="16720"/>
                  <a:pt x="3500" y="16720"/>
                </a:cubicBezTo>
                <a:cubicBezTo>
                  <a:pt x="3378" y="16720"/>
                  <a:pt x="3280" y="16622"/>
                  <a:pt x="3280" y="16500"/>
                </a:cubicBezTo>
                <a:cubicBezTo>
                  <a:pt x="3280" y="16378"/>
                  <a:pt x="3378" y="16280"/>
                  <a:pt x="3500" y="16280"/>
                </a:cubicBezTo>
                <a:cubicBezTo>
                  <a:pt x="3622" y="16280"/>
                  <a:pt x="3720" y="16378"/>
                  <a:pt x="3720" y="16500"/>
                </a:cubicBezTo>
                <a:close/>
                <a:moveTo>
                  <a:pt x="4720" y="16500"/>
                </a:moveTo>
                <a:cubicBezTo>
                  <a:pt x="4720" y="16622"/>
                  <a:pt x="4622" y="16720"/>
                  <a:pt x="4500" y="16720"/>
                </a:cubicBezTo>
                <a:cubicBezTo>
                  <a:pt x="4378" y="16720"/>
                  <a:pt x="4280" y="16622"/>
                  <a:pt x="4280" y="16500"/>
                </a:cubicBezTo>
                <a:cubicBezTo>
                  <a:pt x="4280" y="16378"/>
                  <a:pt x="4378" y="16280"/>
                  <a:pt x="4500" y="16280"/>
                </a:cubicBezTo>
                <a:cubicBezTo>
                  <a:pt x="4622" y="16280"/>
                  <a:pt x="4720" y="16378"/>
                  <a:pt x="4720" y="16500"/>
                </a:cubicBezTo>
                <a:close/>
                <a:moveTo>
                  <a:pt x="5720" y="16500"/>
                </a:moveTo>
                <a:cubicBezTo>
                  <a:pt x="5720" y="16622"/>
                  <a:pt x="5622" y="16720"/>
                  <a:pt x="5500" y="16720"/>
                </a:cubicBezTo>
                <a:cubicBezTo>
                  <a:pt x="5378" y="16720"/>
                  <a:pt x="5280" y="16622"/>
                  <a:pt x="5280" y="16500"/>
                </a:cubicBezTo>
                <a:cubicBezTo>
                  <a:pt x="5280" y="16378"/>
                  <a:pt x="5378" y="16280"/>
                  <a:pt x="5500" y="16280"/>
                </a:cubicBezTo>
                <a:cubicBezTo>
                  <a:pt x="5622" y="16280"/>
                  <a:pt x="5720" y="16378"/>
                  <a:pt x="5720" y="16500"/>
                </a:cubicBezTo>
                <a:close/>
                <a:moveTo>
                  <a:pt x="6720" y="16500"/>
                </a:moveTo>
                <a:cubicBezTo>
                  <a:pt x="6720" y="16622"/>
                  <a:pt x="6622" y="16720"/>
                  <a:pt x="6500" y="16720"/>
                </a:cubicBezTo>
                <a:cubicBezTo>
                  <a:pt x="6378" y="16720"/>
                  <a:pt x="6280" y="16622"/>
                  <a:pt x="6280" y="16500"/>
                </a:cubicBezTo>
                <a:cubicBezTo>
                  <a:pt x="6280" y="16378"/>
                  <a:pt x="6378" y="16280"/>
                  <a:pt x="6500" y="16280"/>
                </a:cubicBezTo>
                <a:cubicBezTo>
                  <a:pt x="6622" y="16280"/>
                  <a:pt x="6720" y="16378"/>
                  <a:pt x="6720" y="16500"/>
                </a:cubicBezTo>
                <a:close/>
                <a:moveTo>
                  <a:pt x="7720" y="16500"/>
                </a:moveTo>
                <a:cubicBezTo>
                  <a:pt x="7720" y="16622"/>
                  <a:pt x="7622" y="16720"/>
                  <a:pt x="7500" y="16720"/>
                </a:cubicBezTo>
                <a:cubicBezTo>
                  <a:pt x="7378" y="16720"/>
                  <a:pt x="7280" y="16622"/>
                  <a:pt x="7280" y="16500"/>
                </a:cubicBezTo>
                <a:cubicBezTo>
                  <a:pt x="7280" y="16378"/>
                  <a:pt x="7378" y="16280"/>
                  <a:pt x="7500" y="16280"/>
                </a:cubicBezTo>
                <a:cubicBezTo>
                  <a:pt x="7622" y="16280"/>
                  <a:pt x="7720" y="16378"/>
                  <a:pt x="7720" y="16500"/>
                </a:cubicBezTo>
                <a:close/>
                <a:moveTo>
                  <a:pt x="720" y="17500"/>
                </a:moveTo>
                <a:cubicBezTo>
                  <a:pt x="720" y="17622"/>
                  <a:pt x="622" y="17720"/>
                  <a:pt x="500" y="17720"/>
                </a:cubicBezTo>
                <a:cubicBezTo>
                  <a:pt x="378" y="17720"/>
                  <a:pt x="280" y="17622"/>
                  <a:pt x="280" y="17500"/>
                </a:cubicBezTo>
                <a:cubicBezTo>
                  <a:pt x="280" y="17378"/>
                  <a:pt x="378" y="17280"/>
                  <a:pt x="500" y="17280"/>
                </a:cubicBezTo>
                <a:cubicBezTo>
                  <a:pt x="622" y="17280"/>
                  <a:pt x="720" y="17378"/>
                  <a:pt x="720" y="17500"/>
                </a:cubicBezTo>
                <a:close/>
                <a:moveTo>
                  <a:pt x="1720" y="17500"/>
                </a:moveTo>
                <a:cubicBezTo>
                  <a:pt x="1720" y="17622"/>
                  <a:pt x="1622" y="17720"/>
                  <a:pt x="1500" y="17720"/>
                </a:cubicBezTo>
                <a:cubicBezTo>
                  <a:pt x="1378" y="17720"/>
                  <a:pt x="1280" y="17622"/>
                  <a:pt x="1280" y="17500"/>
                </a:cubicBezTo>
                <a:cubicBezTo>
                  <a:pt x="1280" y="17378"/>
                  <a:pt x="1378" y="17280"/>
                  <a:pt x="1500" y="17280"/>
                </a:cubicBezTo>
                <a:cubicBezTo>
                  <a:pt x="1622" y="17280"/>
                  <a:pt x="1720" y="17378"/>
                  <a:pt x="1720" y="17500"/>
                </a:cubicBezTo>
                <a:close/>
                <a:moveTo>
                  <a:pt x="2720" y="17500"/>
                </a:moveTo>
                <a:cubicBezTo>
                  <a:pt x="2720" y="17622"/>
                  <a:pt x="2622" y="17720"/>
                  <a:pt x="2500" y="17720"/>
                </a:cubicBezTo>
                <a:cubicBezTo>
                  <a:pt x="2378" y="17720"/>
                  <a:pt x="2280" y="17622"/>
                  <a:pt x="2280" y="17500"/>
                </a:cubicBezTo>
                <a:cubicBezTo>
                  <a:pt x="2280" y="17378"/>
                  <a:pt x="2378" y="17280"/>
                  <a:pt x="2500" y="17280"/>
                </a:cubicBezTo>
                <a:cubicBezTo>
                  <a:pt x="2622" y="17280"/>
                  <a:pt x="2720" y="17378"/>
                  <a:pt x="2720" y="17500"/>
                </a:cubicBezTo>
                <a:close/>
                <a:moveTo>
                  <a:pt x="3720" y="17500"/>
                </a:moveTo>
                <a:cubicBezTo>
                  <a:pt x="3720" y="17622"/>
                  <a:pt x="3622" y="17720"/>
                  <a:pt x="3500" y="17720"/>
                </a:cubicBezTo>
                <a:cubicBezTo>
                  <a:pt x="3378" y="17720"/>
                  <a:pt x="3280" y="17622"/>
                  <a:pt x="3280" y="17500"/>
                </a:cubicBezTo>
                <a:cubicBezTo>
                  <a:pt x="3280" y="17378"/>
                  <a:pt x="3378" y="17280"/>
                  <a:pt x="3500" y="17280"/>
                </a:cubicBezTo>
                <a:cubicBezTo>
                  <a:pt x="3622" y="17280"/>
                  <a:pt x="3720" y="17378"/>
                  <a:pt x="3720" y="17500"/>
                </a:cubicBezTo>
                <a:close/>
                <a:moveTo>
                  <a:pt x="4720" y="17500"/>
                </a:moveTo>
                <a:cubicBezTo>
                  <a:pt x="4720" y="17622"/>
                  <a:pt x="4622" y="17720"/>
                  <a:pt x="4500" y="17720"/>
                </a:cubicBezTo>
                <a:cubicBezTo>
                  <a:pt x="4378" y="17720"/>
                  <a:pt x="4280" y="17622"/>
                  <a:pt x="4280" y="17500"/>
                </a:cubicBezTo>
                <a:cubicBezTo>
                  <a:pt x="4280" y="17378"/>
                  <a:pt x="4378" y="17280"/>
                  <a:pt x="4500" y="17280"/>
                </a:cubicBezTo>
                <a:cubicBezTo>
                  <a:pt x="4622" y="17280"/>
                  <a:pt x="4720" y="17378"/>
                  <a:pt x="4720" y="17500"/>
                </a:cubicBezTo>
                <a:close/>
                <a:moveTo>
                  <a:pt x="5720" y="17500"/>
                </a:moveTo>
                <a:cubicBezTo>
                  <a:pt x="5720" y="17622"/>
                  <a:pt x="5622" y="17720"/>
                  <a:pt x="5500" y="17720"/>
                </a:cubicBezTo>
                <a:cubicBezTo>
                  <a:pt x="5378" y="17720"/>
                  <a:pt x="5280" y="17622"/>
                  <a:pt x="5280" y="17500"/>
                </a:cubicBezTo>
                <a:cubicBezTo>
                  <a:pt x="5280" y="17378"/>
                  <a:pt x="5378" y="17280"/>
                  <a:pt x="5500" y="17280"/>
                </a:cubicBezTo>
                <a:cubicBezTo>
                  <a:pt x="5622" y="17280"/>
                  <a:pt x="5720" y="17378"/>
                  <a:pt x="5720" y="17500"/>
                </a:cubicBezTo>
                <a:close/>
                <a:moveTo>
                  <a:pt x="6720" y="17500"/>
                </a:moveTo>
                <a:cubicBezTo>
                  <a:pt x="6720" y="17622"/>
                  <a:pt x="6622" y="17720"/>
                  <a:pt x="6500" y="17720"/>
                </a:cubicBezTo>
                <a:cubicBezTo>
                  <a:pt x="6378" y="17720"/>
                  <a:pt x="6280" y="17622"/>
                  <a:pt x="6280" y="17500"/>
                </a:cubicBezTo>
                <a:cubicBezTo>
                  <a:pt x="6280" y="17378"/>
                  <a:pt x="6378" y="17280"/>
                  <a:pt x="6500" y="17280"/>
                </a:cubicBezTo>
                <a:cubicBezTo>
                  <a:pt x="6622" y="17280"/>
                  <a:pt x="6720" y="17378"/>
                  <a:pt x="6720" y="17500"/>
                </a:cubicBezTo>
                <a:close/>
                <a:moveTo>
                  <a:pt x="7720" y="17500"/>
                </a:moveTo>
                <a:cubicBezTo>
                  <a:pt x="7720" y="17622"/>
                  <a:pt x="7622" y="17720"/>
                  <a:pt x="7500" y="17720"/>
                </a:cubicBezTo>
                <a:cubicBezTo>
                  <a:pt x="7378" y="17720"/>
                  <a:pt x="7280" y="17622"/>
                  <a:pt x="7280" y="17500"/>
                </a:cubicBezTo>
                <a:cubicBezTo>
                  <a:pt x="7280" y="17378"/>
                  <a:pt x="7378" y="17280"/>
                  <a:pt x="7500" y="17280"/>
                </a:cubicBezTo>
                <a:cubicBezTo>
                  <a:pt x="7622" y="17280"/>
                  <a:pt x="7720" y="17378"/>
                  <a:pt x="7720" y="17500"/>
                </a:cubicBezTo>
                <a:close/>
                <a:moveTo>
                  <a:pt x="720" y="18500"/>
                </a:moveTo>
                <a:cubicBezTo>
                  <a:pt x="720" y="18622"/>
                  <a:pt x="622" y="18720"/>
                  <a:pt x="500" y="18720"/>
                </a:cubicBezTo>
                <a:cubicBezTo>
                  <a:pt x="378" y="18720"/>
                  <a:pt x="280" y="18622"/>
                  <a:pt x="280" y="18500"/>
                </a:cubicBezTo>
                <a:cubicBezTo>
                  <a:pt x="280" y="18378"/>
                  <a:pt x="378" y="18280"/>
                  <a:pt x="500" y="18280"/>
                </a:cubicBezTo>
                <a:cubicBezTo>
                  <a:pt x="622" y="18280"/>
                  <a:pt x="720" y="18378"/>
                  <a:pt x="720" y="18500"/>
                </a:cubicBezTo>
                <a:close/>
                <a:moveTo>
                  <a:pt x="1720" y="18500"/>
                </a:moveTo>
                <a:cubicBezTo>
                  <a:pt x="1720" y="18622"/>
                  <a:pt x="1622" y="18720"/>
                  <a:pt x="1500" y="18720"/>
                </a:cubicBezTo>
                <a:cubicBezTo>
                  <a:pt x="1378" y="18720"/>
                  <a:pt x="1280" y="18622"/>
                  <a:pt x="1280" y="18500"/>
                </a:cubicBezTo>
                <a:cubicBezTo>
                  <a:pt x="1280" y="18378"/>
                  <a:pt x="1378" y="18280"/>
                  <a:pt x="1500" y="18280"/>
                </a:cubicBezTo>
                <a:cubicBezTo>
                  <a:pt x="1622" y="18280"/>
                  <a:pt x="1720" y="18378"/>
                  <a:pt x="1720" y="18500"/>
                </a:cubicBezTo>
                <a:close/>
                <a:moveTo>
                  <a:pt x="2720" y="18500"/>
                </a:moveTo>
                <a:cubicBezTo>
                  <a:pt x="2720" y="18622"/>
                  <a:pt x="2622" y="18720"/>
                  <a:pt x="2500" y="18720"/>
                </a:cubicBezTo>
                <a:cubicBezTo>
                  <a:pt x="2378" y="18720"/>
                  <a:pt x="2280" y="18622"/>
                  <a:pt x="2280" y="18500"/>
                </a:cubicBezTo>
                <a:cubicBezTo>
                  <a:pt x="2280" y="18378"/>
                  <a:pt x="2378" y="18280"/>
                  <a:pt x="2500" y="18280"/>
                </a:cubicBezTo>
                <a:cubicBezTo>
                  <a:pt x="2622" y="18280"/>
                  <a:pt x="2720" y="18378"/>
                  <a:pt x="2720" y="18500"/>
                </a:cubicBezTo>
                <a:close/>
                <a:moveTo>
                  <a:pt x="3720" y="18500"/>
                </a:moveTo>
                <a:cubicBezTo>
                  <a:pt x="3720" y="18622"/>
                  <a:pt x="3622" y="18720"/>
                  <a:pt x="3500" y="18720"/>
                </a:cubicBezTo>
                <a:cubicBezTo>
                  <a:pt x="3378" y="18720"/>
                  <a:pt x="3280" y="18622"/>
                  <a:pt x="3280" y="18500"/>
                </a:cubicBezTo>
                <a:cubicBezTo>
                  <a:pt x="3280" y="18378"/>
                  <a:pt x="3378" y="18280"/>
                  <a:pt x="3500" y="18280"/>
                </a:cubicBezTo>
                <a:cubicBezTo>
                  <a:pt x="3622" y="18280"/>
                  <a:pt x="3720" y="18378"/>
                  <a:pt x="3720" y="18500"/>
                </a:cubicBezTo>
                <a:close/>
                <a:moveTo>
                  <a:pt x="4720" y="18500"/>
                </a:moveTo>
                <a:cubicBezTo>
                  <a:pt x="4720" y="18622"/>
                  <a:pt x="4622" y="18720"/>
                  <a:pt x="4500" y="18720"/>
                </a:cubicBezTo>
                <a:cubicBezTo>
                  <a:pt x="4378" y="18720"/>
                  <a:pt x="4280" y="18622"/>
                  <a:pt x="4280" y="18500"/>
                </a:cubicBezTo>
                <a:cubicBezTo>
                  <a:pt x="4280" y="18378"/>
                  <a:pt x="4378" y="18280"/>
                  <a:pt x="4500" y="18280"/>
                </a:cubicBezTo>
                <a:cubicBezTo>
                  <a:pt x="4622" y="18280"/>
                  <a:pt x="4720" y="18378"/>
                  <a:pt x="4720" y="18500"/>
                </a:cubicBezTo>
                <a:close/>
                <a:moveTo>
                  <a:pt x="5720" y="18500"/>
                </a:moveTo>
                <a:cubicBezTo>
                  <a:pt x="5720" y="18622"/>
                  <a:pt x="5622" y="18720"/>
                  <a:pt x="5500" y="18720"/>
                </a:cubicBezTo>
                <a:cubicBezTo>
                  <a:pt x="5378" y="18720"/>
                  <a:pt x="5280" y="18622"/>
                  <a:pt x="5280" y="18500"/>
                </a:cubicBezTo>
                <a:cubicBezTo>
                  <a:pt x="5280" y="18378"/>
                  <a:pt x="5378" y="18280"/>
                  <a:pt x="5500" y="18280"/>
                </a:cubicBezTo>
                <a:cubicBezTo>
                  <a:pt x="5622" y="18280"/>
                  <a:pt x="5720" y="18378"/>
                  <a:pt x="5720" y="18500"/>
                </a:cubicBezTo>
                <a:close/>
                <a:moveTo>
                  <a:pt x="6720" y="18500"/>
                </a:moveTo>
                <a:cubicBezTo>
                  <a:pt x="6720" y="18622"/>
                  <a:pt x="6622" y="18720"/>
                  <a:pt x="6500" y="18720"/>
                </a:cubicBezTo>
                <a:cubicBezTo>
                  <a:pt x="6378" y="18720"/>
                  <a:pt x="6280" y="18622"/>
                  <a:pt x="6280" y="18500"/>
                </a:cubicBezTo>
                <a:cubicBezTo>
                  <a:pt x="6280" y="18378"/>
                  <a:pt x="6378" y="18280"/>
                  <a:pt x="6500" y="18280"/>
                </a:cubicBezTo>
                <a:cubicBezTo>
                  <a:pt x="6622" y="18280"/>
                  <a:pt x="6720" y="18378"/>
                  <a:pt x="6720" y="18500"/>
                </a:cubicBezTo>
                <a:close/>
                <a:moveTo>
                  <a:pt x="7720" y="18500"/>
                </a:moveTo>
                <a:cubicBezTo>
                  <a:pt x="7720" y="18622"/>
                  <a:pt x="7622" y="18720"/>
                  <a:pt x="7500" y="18720"/>
                </a:cubicBezTo>
                <a:cubicBezTo>
                  <a:pt x="7378" y="18720"/>
                  <a:pt x="7280" y="18622"/>
                  <a:pt x="7280" y="18500"/>
                </a:cubicBezTo>
                <a:cubicBezTo>
                  <a:pt x="7280" y="18378"/>
                  <a:pt x="7378" y="18280"/>
                  <a:pt x="7500" y="18280"/>
                </a:cubicBezTo>
                <a:cubicBezTo>
                  <a:pt x="7622" y="18280"/>
                  <a:pt x="7720" y="18378"/>
                  <a:pt x="7720" y="18500"/>
                </a:cubicBezTo>
                <a:close/>
                <a:moveTo>
                  <a:pt x="720" y="19500"/>
                </a:moveTo>
                <a:cubicBezTo>
                  <a:pt x="720" y="19622"/>
                  <a:pt x="622" y="19720"/>
                  <a:pt x="500" y="19720"/>
                </a:cubicBezTo>
                <a:cubicBezTo>
                  <a:pt x="378" y="19720"/>
                  <a:pt x="280" y="19622"/>
                  <a:pt x="280" y="19500"/>
                </a:cubicBezTo>
                <a:cubicBezTo>
                  <a:pt x="280" y="19378"/>
                  <a:pt x="378" y="19280"/>
                  <a:pt x="500" y="19280"/>
                </a:cubicBezTo>
                <a:cubicBezTo>
                  <a:pt x="622" y="19280"/>
                  <a:pt x="720" y="19378"/>
                  <a:pt x="720" y="19500"/>
                </a:cubicBezTo>
                <a:close/>
                <a:moveTo>
                  <a:pt x="1720" y="19500"/>
                </a:moveTo>
                <a:cubicBezTo>
                  <a:pt x="1720" y="19622"/>
                  <a:pt x="1622" y="19720"/>
                  <a:pt x="1500" y="19720"/>
                </a:cubicBezTo>
                <a:cubicBezTo>
                  <a:pt x="1378" y="19720"/>
                  <a:pt x="1280" y="19622"/>
                  <a:pt x="1280" y="19500"/>
                </a:cubicBezTo>
                <a:cubicBezTo>
                  <a:pt x="1280" y="19378"/>
                  <a:pt x="1378" y="19280"/>
                  <a:pt x="1500" y="19280"/>
                </a:cubicBezTo>
                <a:cubicBezTo>
                  <a:pt x="1622" y="19280"/>
                  <a:pt x="1720" y="19378"/>
                  <a:pt x="1720" y="19500"/>
                </a:cubicBezTo>
                <a:close/>
                <a:moveTo>
                  <a:pt x="2720" y="19500"/>
                </a:moveTo>
                <a:cubicBezTo>
                  <a:pt x="2720" y="19622"/>
                  <a:pt x="2622" y="19720"/>
                  <a:pt x="2500" y="19720"/>
                </a:cubicBezTo>
                <a:cubicBezTo>
                  <a:pt x="2378" y="19720"/>
                  <a:pt x="2280" y="19622"/>
                  <a:pt x="2280" y="19500"/>
                </a:cubicBezTo>
                <a:cubicBezTo>
                  <a:pt x="2280" y="19378"/>
                  <a:pt x="2378" y="19280"/>
                  <a:pt x="2500" y="19280"/>
                </a:cubicBezTo>
                <a:cubicBezTo>
                  <a:pt x="2622" y="19280"/>
                  <a:pt x="2720" y="19378"/>
                  <a:pt x="2720" y="19500"/>
                </a:cubicBezTo>
                <a:close/>
                <a:moveTo>
                  <a:pt x="3720" y="19500"/>
                </a:moveTo>
                <a:cubicBezTo>
                  <a:pt x="3720" y="19622"/>
                  <a:pt x="3622" y="19720"/>
                  <a:pt x="3500" y="19720"/>
                </a:cubicBezTo>
                <a:cubicBezTo>
                  <a:pt x="3378" y="19720"/>
                  <a:pt x="3280" y="19622"/>
                  <a:pt x="3280" y="19500"/>
                </a:cubicBezTo>
                <a:cubicBezTo>
                  <a:pt x="3280" y="19378"/>
                  <a:pt x="3378" y="19280"/>
                  <a:pt x="3500" y="19280"/>
                </a:cubicBezTo>
                <a:cubicBezTo>
                  <a:pt x="3622" y="19280"/>
                  <a:pt x="3720" y="19378"/>
                  <a:pt x="3720" y="19500"/>
                </a:cubicBezTo>
                <a:close/>
                <a:moveTo>
                  <a:pt x="4720" y="19500"/>
                </a:moveTo>
                <a:cubicBezTo>
                  <a:pt x="4720" y="19622"/>
                  <a:pt x="4622" y="19720"/>
                  <a:pt x="4500" y="19720"/>
                </a:cubicBezTo>
                <a:cubicBezTo>
                  <a:pt x="4378" y="19720"/>
                  <a:pt x="4280" y="19622"/>
                  <a:pt x="4280" y="19500"/>
                </a:cubicBezTo>
                <a:cubicBezTo>
                  <a:pt x="4280" y="19378"/>
                  <a:pt x="4378" y="19280"/>
                  <a:pt x="4500" y="19280"/>
                </a:cubicBezTo>
                <a:cubicBezTo>
                  <a:pt x="4622" y="19280"/>
                  <a:pt x="4720" y="19378"/>
                  <a:pt x="4720" y="19500"/>
                </a:cubicBezTo>
                <a:close/>
                <a:moveTo>
                  <a:pt x="5720" y="19500"/>
                </a:moveTo>
                <a:cubicBezTo>
                  <a:pt x="5720" y="19622"/>
                  <a:pt x="5622" y="19720"/>
                  <a:pt x="5500" y="19720"/>
                </a:cubicBezTo>
                <a:cubicBezTo>
                  <a:pt x="5378" y="19720"/>
                  <a:pt x="5280" y="19622"/>
                  <a:pt x="5280" y="19500"/>
                </a:cubicBezTo>
                <a:cubicBezTo>
                  <a:pt x="5280" y="19378"/>
                  <a:pt x="5378" y="19280"/>
                  <a:pt x="5500" y="19280"/>
                </a:cubicBezTo>
                <a:cubicBezTo>
                  <a:pt x="5622" y="19280"/>
                  <a:pt x="5720" y="19378"/>
                  <a:pt x="5720" y="19500"/>
                </a:cubicBezTo>
                <a:close/>
                <a:moveTo>
                  <a:pt x="6720" y="19500"/>
                </a:moveTo>
                <a:cubicBezTo>
                  <a:pt x="6720" y="19622"/>
                  <a:pt x="6622" y="19720"/>
                  <a:pt x="6500" y="19720"/>
                </a:cubicBezTo>
                <a:cubicBezTo>
                  <a:pt x="6378" y="19720"/>
                  <a:pt x="6280" y="19622"/>
                  <a:pt x="6280" y="19500"/>
                </a:cubicBezTo>
                <a:cubicBezTo>
                  <a:pt x="6280" y="19378"/>
                  <a:pt x="6378" y="19280"/>
                  <a:pt x="6500" y="19280"/>
                </a:cubicBezTo>
                <a:cubicBezTo>
                  <a:pt x="6622" y="19280"/>
                  <a:pt x="6720" y="19378"/>
                  <a:pt x="6720" y="19500"/>
                </a:cubicBezTo>
                <a:close/>
                <a:moveTo>
                  <a:pt x="7720" y="19500"/>
                </a:moveTo>
                <a:cubicBezTo>
                  <a:pt x="7720" y="19622"/>
                  <a:pt x="7622" y="19720"/>
                  <a:pt x="7500" y="19720"/>
                </a:cubicBezTo>
                <a:cubicBezTo>
                  <a:pt x="7378" y="19720"/>
                  <a:pt x="7280" y="19622"/>
                  <a:pt x="7280" y="19500"/>
                </a:cubicBezTo>
                <a:cubicBezTo>
                  <a:pt x="7280" y="19378"/>
                  <a:pt x="7378" y="19280"/>
                  <a:pt x="7500" y="19280"/>
                </a:cubicBezTo>
                <a:cubicBezTo>
                  <a:pt x="7622" y="19280"/>
                  <a:pt x="7720" y="19378"/>
                  <a:pt x="7720" y="19500"/>
                </a:cubicBezTo>
                <a:close/>
                <a:moveTo>
                  <a:pt x="720" y="20500"/>
                </a:moveTo>
                <a:cubicBezTo>
                  <a:pt x="720" y="20622"/>
                  <a:pt x="622" y="20720"/>
                  <a:pt x="500" y="20720"/>
                </a:cubicBezTo>
                <a:cubicBezTo>
                  <a:pt x="378" y="20720"/>
                  <a:pt x="280" y="20622"/>
                  <a:pt x="280" y="20500"/>
                </a:cubicBezTo>
                <a:cubicBezTo>
                  <a:pt x="280" y="20378"/>
                  <a:pt x="378" y="20280"/>
                  <a:pt x="500" y="20280"/>
                </a:cubicBezTo>
                <a:cubicBezTo>
                  <a:pt x="622" y="20280"/>
                  <a:pt x="720" y="20378"/>
                  <a:pt x="720" y="20500"/>
                </a:cubicBezTo>
                <a:close/>
                <a:moveTo>
                  <a:pt x="1720" y="20500"/>
                </a:moveTo>
                <a:cubicBezTo>
                  <a:pt x="1720" y="20622"/>
                  <a:pt x="1622" y="20720"/>
                  <a:pt x="1500" y="20720"/>
                </a:cubicBezTo>
                <a:cubicBezTo>
                  <a:pt x="1378" y="20720"/>
                  <a:pt x="1280" y="20622"/>
                  <a:pt x="1280" y="20500"/>
                </a:cubicBezTo>
                <a:cubicBezTo>
                  <a:pt x="1280" y="20378"/>
                  <a:pt x="1378" y="20280"/>
                  <a:pt x="1500" y="20280"/>
                </a:cubicBezTo>
                <a:cubicBezTo>
                  <a:pt x="1622" y="20280"/>
                  <a:pt x="1720" y="20378"/>
                  <a:pt x="1720" y="20500"/>
                </a:cubicBezTo>
                <a:close/>
                <a:moveTo>
                  <a:pt x="2720" y="20500"/>
                </a:moveTo>
                <a:cubicBezTo>
                  <a:pt x="2720" y="20622"/>
                  <a:pt x="2622" y="20720"/>
                  <a:pt x="2500" y="20720"/>
                </a:cubicBezTo>
                <a:cubicBezTo>
                  <a:pt x="2378" y="20720"/>
                  <a:pt x="2280" y="20622"/>
                  <a:pt x="2280" y="20500"/>
                </a:cubicBezTo>
                <a:cubicBezTo>
                  <a:pt x="2280" y="20378"/>
                  <a:pt x="2378" y="20280"/>
                  <a:pt x="2500" y="20280"/>
                </a:cubicBezTo>
                <a:cubicBezTo>
                  <a:pt x="2622" y="20280"/>
                  <a:pt x="2720" y="20378"/>
                  <a:pt x="2720" y="20500"/>
                </a:cubicBezTo>
                <a:close/>
                <a:moveTo>
                  <a:pt x="3720" y="20500"/>
                </a:moveTo>
                <a:cubicBezTo>
                  <a:pt x="3720" y="20622"/>
                  <a:pt x="3622" y="20720"/>
                  <a:pt x="3500" y="20720"/>
                </a:cubicBezTo>
                <a:cubicBezTo>
                  <a:pt x="3378" y="20720"/>
                  <a:pt x="3280" y="20622"/>
                  <a:pt x="3280" y="20500"/>
                </a:cubicBezTo>
                <a:cubicBezTo>
                  <a:pt x="3280" y="20378"/>
                  <a:pt x="3378" y="20280"/>
                  <a:pt x="3500" y="20280"/>
                </a:cubicBezTo>
                <a:cubicBezTo>
                  <a:pt x="3622" y="20280"/>
                  <a:pt x="3720" y="20378"/>
                  <a:pt x="3720" y="20500"/>
                </a:cubicBezTo>
                <a:close/>
                <a:moveTo>
                  <a:pt x="4720" y="20500"/>
                </a:moveTo>
                <a:cubicBezTo>
                  <a:pt x="4720" y="20622"/>
                  <a:pt x="4622" y="20720"/>
                  <a:pt x="4500" y="20720"/>
                </a:cubicBezTo>
                <a:cubicBezTo>
                  <a:pt x="4378" y="20720"/>
                  <a:pt x="4280" y="20622"/>
                  <a:pt x="4280" y="20500"/>
                </a:cubicBezTo>
                <a:cubicBezTo>
                  <a:pt x="4280" y="20378"/>
                  <a:pt x="4378" y="20280"/>
                  <a:pt x="4500" y="20280"/>
                </a:cubicBezTo>
                <a:cubicBezTo>
                  <a:pt x="4622" y="20280"/>
                  <a:pt x="4720" y="20378"/>
                  <a:pt x="4720" y="20500"/>
                </a:cubicBezTo>
                <a:close/>
                <a:moveTo>
                  <a:pt x="5720" y="20500"/>
                </a:moveTo>
                <a:cubicBezTo>
                  <a:pt x="5720" y="20622"/>
                  <a:pt x="5622" y="20720"/>
                  <a:pt x="5500" y="20720"/>
                </a:cubicBezTo>
                <a:cubicBezTo>
                  <a:pt x="5378" y="20720"/>
                  <a:pt x="5280" y="20622"/>
                  <a:pt x="5280" y="20500"/>
                </a:cubicBezTo>
                <a:cubicBezTo>
                  <a:pt x="5280" y="20378"/>
                  <a:pt x="5378" y="20280"/>
                  <a:pt x="5500" y="20280"/>
                </a:cubicBezTo>
                <a:cubicBezTo>
                  <a:pt x="5622" y="20280"/>
                  <a:pt x="5720" y="20378"/>
                  <a:pt x="5720" y="20500"/>
                </a:cubicBezTo>
                <a:close/>
                <a:moveTo>
                  <a:pt x="6720" y="20500"/>
                </a:moveTo>
                <a:cubicBezTo>
                  <a:pt x="6720" y="20622"/>
                  <a:pt x="6622" y="20720"/>
                  <a:pt x="6500" y="20720"/>
                </a:cubicBezTo>
                <a:cubicBezTo>
                  <a:pt x="6378" y="20720"/>
                  <a:pt x="6280" y="20622"/>
                  <a:pt x="6280" y="20500"/>
                </a:cubicBezTo>
                <a:cubicBezTo>
                  <a:pt x="6280" y="20378"/>
                  <a:pt x="6378" y="20280"/>
                  <a:pt x="6500" y="20280"/>
                </a:cubicBezTo>
                <a:cubicBezTo>
                  <a:pt x="6622" y="20280"/>
                  <a:pt x="6720" y="20378"/>
                  <a:pt x="6720" y="20500"/>
                </a:cubicBezTo>
                <a:close/>
                <a:moveTo>
                  <a:pt x="7720" y="20500"/>
                </a:moveTo>
                <a:cubicBezTo>
                  <a:pt x="7720" y="20622"/>
                  <a:pt x="7622" y="20720"/>
                  <a:pt x="7500" y="20720"/>
                </a:cubicBezTo>
                <a:cubicBezTo>
                  <a:pt x="7378" y="20720"/>
                  <a:pt x="7280" y="20622"/>
                  <a:pt x="7280" y="20500"/>
                </a:cubicBezTo>
                <a:cubicBezTo>
                  <a:pt x="7280" y="20378"/>
                  <a:pt x="7378" y="20280"/>
                  <a:pt x="7500" y="20280"/>
                </a:cubicBezTo>
                <a:cubicBezTo>
                  <a:pt x="7622" y="20280"/>
                  <a:pt x="7720" y="20378"/>
                  <a:pt x="7720" y="20500"/>
                </a:cubicBezTo>
                <a:close/>
                <a:moveTo>
                  <a:pt x="720" y="21500"/>
                </a:moveTo>
                <a:cubicBezTo>
                  <a:pt x="720" y="21622"/>
                  <a:pt x="622" y="21720"/>
                  <a:pt x="500" y="21720"/>
                </a:cubicBezTo>
                <a:cubicBezTo>
                  <a:pt x="378" y="21720"/>
                  <a:pt x="280" y="21622"/>
                  <a:pt x="280" y="21500"/>
                </a:cubicBezTo>
                <a:cubicBezTo>
                  <a:pt x="280" y="21378"/>
                  <a:pt x="378" y="21280"/>
                  <a:pt x="500" y="21280"/>
                </a:cubicBezTo>
                <a:cubicBezTo>
                  <a:pt x="622" y="21280"/>
                  <a:pt x="720" y="21378"/>
                  <a:pt x="720" y="21500"/>
                </a:cubicBezTo>
                <a:close/>
                <a:moveTo>
                  <a:pt x="1720" y="21500"/>
                </a:moveTo>
                <a:cubicBezTo>
                  <a:pt x="1720" y="21622"/>
                  <a:pt x="1622" y="21720"/>
                  <a:pt x="1500" y="21720"/>
                </a:cubicBezTo>
                <a:cubicBezTo>
                  <a:pt x="1378" y="21720"/>
                  <a:pt x="1280" y="21622"/>
                  <a:pt x="1280" y="21500"/>
                </a:cubicBezTo>
                <a:cubicBezTo>
                  <a:pt x="1280" y="21378"/>
                  <a:pt x="1378" y="21280"/>
                  <a:pt x="1500" y="21280"/>
                </a:cubicBezTo>
                <a:cubicBezTo>
                  <a:pt x="1622" y="21280"/>
                  <a:pt x="1720" y="21378"/>
                  <a:pt x="1720" y="21500"/>
                </a:cubicBezTo>
                <a:close/>
                <a:moveTo>
                  <a:pt x="2720" y="21500"/>
                </a:moveTo>
                <a:cubicBezTo>
                  <a:pt x="2720" y="21622"/>
                  <a:pt x="2622" y="21720"/>
                  <a:pt x="2500" y="21720"/>
                </a:cubicBezTo>
                <a:cubicBezTo>
                  <a:pt x="2378" y="21720"/>
                  <a:pt x="2280" y="21622"/>
                  <a:pt x="2280" y="21500"/>
                </a:cubicBezTo>
                <a:cubicBezTo>
                  <a:pt x="2280" y="21378"/>
                  <a:pt x="2378" y="21280"/>
                  <a:pt x="2500" y="21280"/>
                </a:cubicBezTo>
                <a:cubicBezTo>
                  <a:pt x="2622" y="21280"/>
                  <a:pt x="2720" y="21378"/>
                  <a:pt x="2720" y="21500"/>
                </a:cubicBezTo>
                <a:close/>
                <a:moveTo>
                  <a:pt x="3720" y="21500"/>
                </a:moveTo>
                <a:cubicBezTo>
                  <a:pt x="3720" y="21622"/>
                  <a:pt x="3622" y="21720"/>
                  <a:pt x="3500" y="21720"/>
                </a:cubicBezTo>
                <a:cubicBezTo>
                  <a:pt x="3378" y="21720"/>
                  <a:pt x="3280" y="21622"/>
                  <a:pt x="3280" y="21500"/>
                </a:cubicBezTo>
                <a:cubicBezTo>
                  <a:pt x="3280" y="21378"/>
                  <a:pt x="3378" y="21280"/>
                  <a:pt x="3500" y="21280"/>
                </a:cubicBezTo>
                <a:cubicBezTo>
                  <a:pt x="3622" y="21280"/>
                  <a:pt x="3720" y="21378"/>
                  <a:pt x="3720" y="21500"/>
                </a:cubicBezTo>
                <a:close/>
                <a:moveTo>
                  <a:pt x="4720" y="21500"/>
                </a:moveTo>
                <a:cubicBezTo>
                  <a:pt x="4720" y="21622"/>
                  <a:pt x="4622" y="21720"/>
                  <a:pt x="4500" y="21720"/>
                </a:cubicBezTo>
                <a:cubicBezTo>
                  <a:pt x="4378" y="21720"/>
                  <a:pt x="4280" y="21622"/>
                  <a:pt x="4280" y="21500"/>
                </a:cubicBezTo>
                <a:cubicBezTo>
                  <a:pt x="4280" y="21378"/>
                  <a:pt x="4378" y="21280"/>
                  <a:pt x="4500" y="21280"/>
                </a:cubicBezTo>
                <a:cubicBezTo>
                  <a:pt x="4622" y="21280"/>
                  <a:pt x="4720" y="21378"/>
                  <a:pt x="4720" y="21500"/>
                </a:cubicBezTo>
                <a:close/>
                <a:moveTo>
                  <a:pt x="5720" y="21500"/>
                </a:moveTo>
                <a:cubicBezTo>
                  <a:pt x="5720" y="21622"/>
                  <a:pt x="5622" y="21720"/>
                  <a:pt x="5500" y="21720"/>
                </a:cubicBezTo>
                <a:cubicBezTo>
                  <a:pt x="5378" y="21720"/>
                  <a:pt x="5280" y="21622"/>
                  <a:pt x="5280" y="21500"/>
                </a:cubicBezTo>
                <a:cubicBezTo>
                  <a:pt x="5280" y="21378"/>
                  <a:pt x="5378" y="21280"/>
                  <a:pt x="5500" y="21280"/>
                </a:cubicBezTo>
                <a:cubicBezTo>
                  <a:pt x="5622" y="21280"/>
                  <a:pt x="5720" y="21378"/>
                  <a:pt x="5720" y="21500"/>
                </a:cubicBezTo>
                <a:close/>
                <a:moveTo>
                  <a:pt x="6720" y="21500"/>
                </a:moveTo>
                <a:cubicBezTo>
                  <a:pt x="6720" y="21622"/>
                  <a:pt x="6622" y="21720"/>
                  <a:pt x="6500" y="21720"/>
                </a:cubicBezTo>
                <a:cubicBezTo>
                  <a:pt x="6378" y="21720"/>
                  <a:pt x="6280" y="21622"/>
                  <a:pt x="6280" y="21500"/>
                </a:cubicBezTo>
                <a:cubicBezTo>
                  <a:pt x="6280" y="21378"/>
                  <a:pt x="6378" y="21280"/>
                  <a:pt x="6500" y="21280"/>
                </a:cubicBezTo>
                <a:cubicBezTo>
                  <a:pt x="6622" y="21280"/>
                  <a:pt x="6720" y="21378"/>
                  <a:pt x="6720" y="21500"/>
                </a:cubicBezTo>
                <a:close/>
                <a:moveTo>
                  <a:pt x="7720" y="21500"/>
                </a:moveTo>
                <a:cubicBezTo>
                  <a:pt x="7720" y="21622"/>
                  <a:pt x="7622" y="21720"/>
                  <a:pt x="7500" y="21720"/>
                </a:cubicBezTo>
                <a:cubicBezTo>
                  <a:pt x="7378" y="21720"/>
                  <a:pt x="7280" y="21622"/>
                  <a:pt x="7280" y="21500"/>
                </a:cubicBezTo>
                <a:cubicBezTo>
                  <a:pt x="7280" y="21378"/>
                  <a:pt x="7378" y="21280"/>
                  <a:pt x="7500" y="21280"/>
                </a:cubicBezTo>
                <a:cubicBezTo>
                  <a:pt x="7622" y="21280"/>
                  <a:pt x="7720" y="21378"/>
                  <a:pt x="7720" y="21500"/>
                </a:cubicBezTo>
                <a:close/>
                <a:moveTo>
                  <a:pt x="720" y="22500"/>
                </a:moveTo>
                <a:cubicBezTo>
                  <a:pt x="720" y="22622"/>
                  <a:pt x="622" y="22720"/>
                  <a:pt x="500" y="22720"/>
                </a:cubicBezTo>
                <a:cubicBezTo>
                  <a:pt x="378" y="22720"/>
                  <a:pt x="280" y="22622"/>
                  <a:pt x="280" y="22500"/>
                </a:cubicBezTo>
                <a:cubicBezTo>
                  <a:pt x="280" y="22378"/>
                  <a:pt x="378" y="22280"/>
                  <a:pt x="500" y="22280"/>
                </a:cubicBezTo>
                <a:cubicBezTo>
                  <a:pt x="622" y="22280"/>
                  <a:pt x="720" y="22378"/>
                  <a:pt x="720" y="22500"/>
                </a:cubicBezTo>
                <a:close/>
                <a:moveTo>
                  <a:pt x="1720" y="22500"/>
                </a:moveTo>
                <a:cubicBezTo>
                  <a:pt x="1720" y="22622"/>
                  <a:pt x="1622" y="22720"/>
                  <a:pt x="1500" y="22720"/>
                </a:cubicBezTo>
                <a:cubicBezTo>
                  <a:pt x="1378" y="22720"/>
                  <a:pt x="1280" y="22622"/>
                  <a:pt x="1280" y="22500"/>
                </a:cubicBezTo>
                <a:cubicBezTo>
                  <a:pt x="1280" y="22378"/>
                  <a:pt x="1378" y="22280"/>
                  <a:pt x="1500" y="22280"/>
                </a:cubicBezTo>
                <a:cubicBezTo>
                  <a:pt x="1622" y="22280"/>
                  <a:pt x="1720" y="22378"/>
                  <a:pt x="1720" y="22500"/>
                </a:cubicBezTo>
                <a:close/>
                <a:moveTo>
                  <a:pt x="2720" y="22500"/>
                </a:moveTo>
                <a:cubicBezTo>
                  <a:pt x="2720" y="22622"/>
                  <a:pt x="2622" y="22720"/>
                  <a:pt x="2500" y="22720"/>
                </a:cubicBezTo>
                <a:cubicBezTo>
                  <a:pt x="2378" y="22720"/>
                  <a:pt x="2280" y="22622"/>
                  <a:pt x="2280" y="22500"/>
                </a:cubicBezTo>
                <a:cubicBezTo>
                  <a:pt x="2280" y="22378"/>
                  <a:pt x="2378" y="22280"/>
                  <a:pt x="2500" y="22280"/>
                </a:cubicBezTo>
                <a:cubicBezTo>
                  <a:pt x="2622" y="22280"/>
                  <a:pt x="2720" y="22378"/>
                  <a:pt x="2720" y="22500"/>
                </a:cubicBezTo>
                <a:close/>
                <a:moveTo>
                  <a:pt x="3720" y="22500"/>
                </a:moveTo>
                <a:cubicBezTo>
                  <a:pt x="3720" y="22622"/>
                  <a:pt x="3622" y="22720"/>
                  <a:pt x="3500" y="22720"/>
                </a:cubicBezTo>
                <a:cubicBezTo>
                  <a:pt x="3378" y="22720"/>
                  <a:pt x="3280" y="22622"/>
                  <a:pt x="3280" y="22500"/>
                </a:cubicBezTo>
                <a:cubicBezTo>
                  <a:pt x="3280" y="22378"/>
                  <a:pt x="3378" y="22280"/>
                  <a:pt x="3500" y="22280"/>
                </a:cubicBezTo>
                <a:cubicBezTo>
                  <a:pt x="3622" y="22280"/>
                  <a:pt x="3720" y="22378"/>
                  <a:pt x="3720" y="22500"/>
                </a:cubicBezTo>
                <a:close/>
                <a:moveTo>
                  <a:pt x="4720" y="22500"/>
                </a:moveTo>
                <a:cubicBezTo>
                  <a:pt x="4720" y="22622"/>
                  <a:pt x="4622" y="22720"/>
                  <a:pt x="4500" y="22720"/>
                </a:cubicBezTo>
                <a:cubicBezTo>
                  <a:pt x="4378" y="22720"/>
                  <a:pt x="4280" y="22622"/>
                  <a:pt x="4280" y="22500"/>
                </a:cubicBezTo>
                <a:cubicBezTo>
                  <a:pt x="4280" y="22378"/>
                  <a:pt x="4378" y="22280"/>
                  <a:pt x="4500" y="22280"/>
                </a:cubicBezTo>
                <a:cubicBezTo>
                  <a:pt x="4622" y="22280"/>
                  <a:pt x="4720" y="22378"/>
                  <a:pt x="4720" y="22500"/>
                </a:cubicBezTo>
                <a:close/>
                <a:moveTo>
                  <a:pt x="5720" y="22500"/>
                </a:moveTo>
                <a:cubicBezTo>
                  <a:pt x="5720" y="22622"/>
                  <a:pt x="5622" y="22720"/>
                  <a:pt x="5500" y="22720"/>
                </a:cubicBezTo>
                <a:cubicBezTo>
                  <a:pt x="5378" y="22720"/>
                  <a:pt x="5280" y="22622"/>
                  <a:pt x="5280" y="22500"/>
                </a:cubicBezTo>
                <a:cubicBezTo>
                  <a:pt x="5280" y="22378"/>
                  <a:pt x="5378" y="22280"/>
                  <a:pt x="5500" y="22280"/>
                </a:cubicBezTo>
                <a:cubicBezTo>
                  <a:pt x="5622" y="22280"/>
                  <a:pt x="5720" y="22378"/>
                  <a:pt x="5720" y="22500"/>
                </a:cubicBezTo>
                <a:close/>
                <a:moveTo>
                  <a:pt x="6720" y="22500"/>
                </a:moveTo>
                <a:cubicBezTo>
                  <a:pt x="6720" y="22622"/>
                  <a:pt x="6622" y="22720"/>
                  <a:pt x="6500" y="22720"/>
                </a:cubicBezTo>
                <a:cubicBezTo>
                  <a:pt x="6378" y="22720"/>
                  <a:pt x="6280" y="22622"/>
                  <a:pt x="6280" y="22500"/>
                </a:cubicBezTo>
                <a:cubicBezTo>
                  <a:pt x="6280" y="22378"/>
                  <a:pt x="6378" y="22280"/>
                  <a:pt x="6500" y="22280"/>
                </a:cubicBezTo>
                <a:cubicBezTo>
                  <a:pt x="6622" y="22280"/>
                  <a:pt x="6720" y="22378"/>
                  <a:pt x="6720" y="22500"/>
                </a:cubicBezTo>
                <a:close/>
                <a:moveTo>
                  <a:pt x="7720" y="22500"/>
                </a:moveTo>
                <a:cubicBezTo>
                  <a:pt x="7720" y="22622"/>
                  <a:pt x="7622" y="22720"/>
                  <a:pt x="7500" y="22720"/>
                </a:cubicBezTo>
                <a:cubicBezTo>
                  <a:pt x="7378" y="22720"/>
                  <a:pt x="7280" y="22622"/>
                  <a:pt x="7280" y="22500"/>
                </a:cubicBezTo>
                <a:cubicBezTo>
                  <a:pt x="7280" y="22378"/>
                  <a:pt x="7378" y="22280"/>
                  <a:pt x="7500" y="22280"/>
                </a:cubicBezTo>
                <a:cubicBezTo>
                  <a:pt x="7622" y="22280"/>
                  <a:pt x="7720" y="22378"/>
                  <a:pt x="7720" y="22500"/>
                </a:cubicBezTo>
                <a:close/>
                <a:moveTo>
                  <a:pt x="720" y="23500"/>
                </a:moveTo>
                <a:cubicBezTo>
                  <a:pt x="720" y="23622"/>
                  <a:pt x="622" y="23720"/>
                  <a:pt x="500" y="23720"/>
                </a:cubicBezTo>
                <a:cubicBezTo>
                  <a:pt x="378" y="23720"/>
                  <a:pt x="280" y="23622"/>
                  <a:pt x="280" y="23500"/>
                </a:cubicBezTo>
                <a:cubicBezTo>
                  <a:pt x="280" y="23378"/>
                  <a:pt x="378" y="23280"/>
                  <a:pt x="500" y="23280"/>
                </a:cubicBezTo>
                <a:cubicBezTo>
                  <a:pt x="622" y="23280"/>
                  <a:pt x="720" y="23378"/>
                  <a:pt x="720" y="23500"/>
                </a:cubicBezTo>
                <a:close/>
                <a:moveTo>
                  <a:pt x="1720" y="23500"/>
                </a:moveTo>
                <a:cubicBezTo>
                  <a:pt x="1720" y="23622"/>
                  <a:pt x="1622" y="23720"/>
                  <a:pt x="1500" y="23720"/>
                </a:cubicBezTo>
                <a:cubicBezTo>
                  <a:pt x="1378" y="23720"/>
                  <a:pt x="1280" y="23622"/>
                  <a:pt x="1280" y="23500"/>
                </a:cubicBezTo>
                <a:cubicBezTo>
                  <a:pt x="1280" y="23378"/>
                  <a:pt x="1378" y="23280"/>
                  <a:pt x="1500" y="23280"/>
                </a:cubicBezTo>
                <a:cubicBezTo>
                  <a:pt x="1622" y="23280"/>
                  <a:pt x="1720" y="23378"/>
                  <a:pt x="1720" y="23500"/>
                </a:cubicBezTo>
                <a:close/>
                <a:moveTo>
                  <a:pt x="2720" y="23500"/>
                </a:moveTo>
                <a:cubicBezTo>
                  <a:pt x="2720" y="23622"/>
                  <a:pt x="2622" y="23720"/>
                  <a:pt x="2500" y="23720"/>
                </a:cubicBezTo>
                <a:cubicBezTo>
                  <a:pt x="2378" y="23720"/>
                  <a:pt x="2280" y="23622"/>
                  <a:pt x="2280" y="23500"/>
                </a:cubicBezTo>
                <a:cubicBezTo>
                  <a:pt x="2280" y="23378"/>
                  <a:pt x="2378" y="23280"/>
                  <a:pt x="2500" y="23280"/>
                </a:cubicBezTo>
                <a:cubicBezTo>
                  <a:pt x="2622" y="23280"/>
                  <a:pt x="2720" y="23378"/>
                  <a:pt x="2720" y="23500"/>
                </a:cubicBezTo>
                <a:close/>
                <a:moveTo>
                  <a:pt x="3720" y="23500"/>
                </a:moveTo>
                <a:cubicBezTo>
                  <a:pt x="3720" y="23622"/>
                  <a:pt x="3622" y="23720"/>
                  <a:pt x="3500" y="23720"/>
                </a:cubicBezTo>
                <a:cubicBezTo>
                  <a:pt x="3378" y="23720"/>
                  <a:pt x="3280" y="23622"/>
                  <a:pt x="3280" y="23500"/>
                </a:cubicBezTo>
                <a:cubicBezTo>
                  <a:pt x="3280" y="23378"/>
                  <a:pt x="3378" y="23280"/>
                  <a:pt x="3500" y="23280"/>
                </a:cubicBezTo>
                <a:cubicBezTo>
                  <a:pt x="3622" y="23280"/>
                  <a:pt x="3720" y="23378"/>
                  <a:pt x="3720" y="23500"/>
                </a:cubicBezTo>
                <a:close/>
                <a:moveTo>
                  <a:pt x="4720" y="23500"/>
                </a:moveTo>
                <a:cubicBezTo>
                  <a:pt x="4720" y="23622"/>
                  <a:pt x="4622" y="23720"/>
                  <a:pt x="4500" y="23720"/>
                </a:cubicBezTo>
                <a:cubicBezTo>
                  <a:pt x="4378" y="23720"/>
                  <a:pt x="4280" y="23622"/>
                  <a:pt x="4280" y="23500"/>
                </a:cubicBezTo>
                <a:cubicBezTo>
                  <a:pt x="4280" y="23378"/>
                  <a:pt x="4378" y="23280"/>
                  <a:pt x="4500" y="23280"/>
                </a:cubicBezTo>
                <a:cubicBezTo>
                  <a:pt x="4622" y="23280"/>
                  <a:pt x="4720" y="23378"/>
                  <a:pt x="4720" y="23500"/>
                </a:cubicBezTo>
                <a:close/>
                <a:moveTo>
                  <a:pt x="5720" y="23500"/>
                </a:moveTo>
                <a:cubicBezTo>
                  <a:pt x="5720" y="23622"/>
                  <a:pt x="5622" y="23720"/>
                  <a:pt x="5500" y="23720"/>
                </a:cubicBezTo>
                <a:cubicBezTo>
                  <a:pt x="5378" y="23720"/>
                  <a:pt x="5280" y="23622"/>
                  <a:pt x="5280" y="23500"/>
                </a:cubicBezTo>
                <a:cubicBezTo>
                  <a:pt x="5280" y="23378"/>
                  <a:pt x="5378" y="23280"/>
                  <a:pt x="5500" y="23280"/>
                </a:cubicBezTo>
                <a:cubicBezTo>
                  <a:pt x="5622" y="23280"/>
                  <a:pt x="5720" y="23378"/>
                  <a:pt x="5720" y="23500"/>
                </a:cubicBezTo>
                <a:close/>
                <a:moveTo>
                  <a:pt x="6720" y="23500"/>
                </a:moveTo>
                <a:cubicBezTo>
                  <a:pt x="6720" y="23622"/>
                  <a:pt x="6622" y="23720"/>
                  <a:pt x="6500" y="23720"/>
                </a:cubicBezTo>
                <a:cubicBezTo>
                  <a:pt x="6378" y="23720"/>
                  <a:pt x="6280" y="23622"/>
                  <a:pt x="6280" y="23500"/>
                </a:cubicBezTo>
                <a:cubicBezTo>
                  <a:pt x="6280" y="23378"/>
                  <a:pt x="6378" y="23280"/>
                  <a:pt x="6500" y="23280"/>
                </a:cubicBezTo>
                <a:cubicBezTo>
                  <a:pt x="6622" y="23280"/>
                  <a:pt x="6720" y="23378"/>
                  <a:pt x="6720" y="23500"/>
                </a:cubicBezTo>
                <a:close/>
                <a:moveTo>
                  <a:pt x="7720" y="23500"/>
                </a:moveTo>
                <a:cubicBezTo>
                  <a:pt x="7720" y="23622"/>
                  <a:pt x="7622" y="23720"/>
                  <a:pt x="7500" y="23720"/>
                </a:cubicBezTo>
                <a:cubicBezTo>
                  <a:pt x="7378" y="23720"/>
                  <a:pt x="7280" y="23622"/>
                  <a:pt x="7280" y="23500"/>
                </a:cubicBezTo>
                <a:cubicBezTo>
                  <a:pt x="7280" y="23378"/>
                  <a:pt x="7378" y="23280"/>
                  <a:pt x="7500" y="23280"/>
                </a:cubicBezTo>
                <a:cubicBezTo>
                  <a:pt x="7622" y="23280"/>
                  <a:pt x="7720" y="23378"/>
                  <a:pt x="7720" y="2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back"/>
          <p:cNvSpPr/>
          <p:nvPr/>
        </p:nvSpPr>
        <p:spPr>
          <a:xfrm>
            <a:off x="381000" y="304800"/>
            <a:ext cx="10922000" cy="6045200"/>
          </a:xfrm>
          <a:prstGeom prst="rect">
            <a:avLst/>
          </a:prstGeom>
          <a:solidFill>
            <a:srgbClr val="FBF5E9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cxnSp>
        <p:nvCxnSpPr>
          <p:cNvPr id="5" name="backbar"/>
          <p:cNvCxnSpPr/>
          <p:nvPr/>
        </p:nvCxnSpPr>
        <p:spPr>
          <a:xfrm>
            <a:off x="381000" y="711200"/>
            <a:ext cx="10922000" cy="0"/>
          </a:xfrm>
          <a:prstGeom prst="line">
            <a:avLst/>
          </a:prstGeom>
          <a:ln w="31750" cap="rnd">
            <a:solidFill>
              <a:srgbClr val="111111"/>
            </a:solidFill>
            <a:round/>
          </a:ln>
        </p:spPr>
      </p:cxnSp>
      <p:sp>
        <p:nvSpPr>
          <p:cNvPr id="6" name="icon 6"/>
          <p:cNvSpPr/>
          <p:nvPr/>
        </p:nvSpPr>
        <p:spPr>
          <a:xfrm>
            <a:off x="10464800" y="3683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icon 7"/>
          <p:cNvSpPr/>
          <p:nvPr/>
        </p:nvSpPr>
        <p:spPr>
          <a:xfrm>
            <a:off x="10871200" y="3683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8000" y="6000"/>
                </a:moveTo>
                <a:lnTo>
                  <a:pt x="6000" y="18000"/>
                </a:lnTo>
              </a:path>
              <a:path w="24000" h="24000" fill="none">
                <a:moveTo>
                  <a:pt x="6000" y="6000"/>
                </a:moveTo>
                <a:lnTo>
                  <a:pt x="18000" y="18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8" name="win"/>
          <p:cNvSpPr/>
          <p:nvPr/>
        </p:nvSpPr>
        <p:spPr>
          <a:xfrm>
            <a:off x="1397000" y="939800"/>
            <a:ext cx="9144000" cy="5029200"/>
          </a:xfrm>
          <a:prstGeom prst="rect">
            <a:avLst/>
          </a:prstGeom>
          <a:solidFill>
            <a:srgbClr val="FBF5E9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cxnSp>
        <p:nvCxnSpPr>
          <p:cNvPr id="9" name="bar"/>
          <p:cNvCxnSpPr/>
          <p:nvPr/>
        </p:nvCxnSpPr>
        <p:spPr>
          <a:xfrm>
            <a:off x="1397000" y="1397000"/>
            <a:ext cx="9144000" cy="0"/>
          </a:xfrm>
          <a:prstGeom prst="line">
            <a:avLst/>
          </a:prstGeom>
          <a:ln w="31750" cap="rnd">
            <a:solidFill>
              <a:srgbClr val="111111"/>
            </a:solidFill>
            <a:round/>
          </a:ln>
        </p:spPr>
      </p:cxnSp>
      <p:sp>
        <p:nvSpPr>
          <p:cNvPr id="10" name="bartxt"/>
          <p:cNvSpPr txBox="1"/>
          <p:nvPr/>
        </p:nvSpPr>
        <p:spPr>
          <a:xfrm>
            <a:off x="1625600" y="1079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dirty="0">
                <a:solidFill>
                  <a:srgbClr val="111111"/>
                </a:solidFill>
                <a:latin typeface="Cascadia Mono"/>
                <a:cs typeface="Cascadia Mono"/>
              </a:rPr>
              <a:t>pixel.exe — главная</a:t>
            </a:r>
            <a:endParaRPr lang="ru-RU" sz="1100" dirty="0">
              <a:solidFill>
                <a:srgbClr val="111111"/>
              </a:solidFill>
              <a:latin typeface="Cascadia Mono"/>
              <a:cs typeface="Cascadia Mono"/>
            </a:endParaRPr>
          </a:p>
        </p:txBody>
      </p:sp>
      <p:sp>
        <p:nvSpPr>
          <p:cNvPr id="11" name="b1"/>
          <p:cNvSpPr/>
          <p:nvPr/>
        </p:nvSpPr>
        <p:spPr>
          <a:xfrm>
            <a:off x="9372600" y="10287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12000"/>
                </a:moveTo>
                <a:lnTo>
                  <a:pt x="19000" y="12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b2"/>
          <p:cNvSpPr/>
          <p:nvPr/>
        </p:nvSpPr>
        <p:spPr>
          <a:xfrm>
            <a:off x="9753600" y="10287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b3"/>
          <p:cNvSpPr/>
          <p:nvPr/>
        </p:nvSpPr>
        <p:spPr>
          <a:xfrm>
            <a:off x="10134600" y="10287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8000" y="6000"/>
                </a:moveTo>
                <a:lnTo>
                  <a:pt x="6000" y="18000"/>
                </a:lnTo>
              </a:path>
              <a:path w="24000" h="24000" fill="none">
                <a:moveTo>
                  <a:pt x="6000" y="6000"/>
                </a:moveTo>
                <a:lnTo>
                  <a:pt x="18000" y="18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tag"/>
          <p:cNvSpPr/>
          <p:nvPr/>
        </p:nvSpPr>
        <p:spPr>
          <a:xfrm>
            <a:off x="4508500" y="1701800"/>
            <a:ext cx="2921000" cy="355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5400" cap="rnd">
            <a:solidFill>
              <a:srgbClr val="111111"/>
            </a:solidFill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buNone/>
            </a:pPr>
            <a:r>
              <a:rPr lang="ru-RU" sz="1200" dirty="0">
                <a:solidFill>
                  <a:srgbClr val="111111"/>
                </a:solidFill>
                <a:latin typeface="Manrope SemiBold"/>
                <a:cs typeface="Manrope SemiBold"/>
              </a:rPr>
              <a:t>UI/UX-агентство · с 2016 года</a:t>
            </a:r>
            <a:endParaRPr lang="ru-RU" sz="1200" dirty="0">
              <a:solidFill>
                <a:srgbClr val="111111"/>
              </a:solidFill>
              <a:latin typeface="Manrope SemiBold"/>
              <a:cs typeface="Manrope SemiBold"/>
            </a:endParaRPr>
          </a:p>
        </p:txBody>
      </p:sp>
      <p:sp>
        <p:nvSpPr>
          <p:cNvPr id="15" name="title"/>
          <p:cNvSpPr txBox="1"/>
          <p:nvPr/>
        </p:nvSpPr>
        <p:spPr>
          <a:xfrm>
            <a:off x="2159000" y="2133600"/>
            <a:ext cx="7620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ru-RU" sz="9600" dirty="0">
                <a:solidFill>
                  <a:srgbClr val="111111"/>
                </a:solidFill>
                <a:latin typeface="Unbounded ExtraBold"/>
                <a:cs typeface="Unbounded ExtraBold"/>
              </a:rPr>
              <a:t>Пиксель</a:t>
            </a:r>
            <a:endParaRPr lang="ru-RU" sz="9600" dirty="0">
              <a:solidFill>
                <a:srgbClr val="111111"/>
              </a:solidFill>
              <a:latin typeface="Unbounded ExtraBold"/>
              <a:cs typeface="Unbounded ExtraBold"/>
            </a:endParaRPr>
          </a:p>
        </p:txBody>
      </p:sp>
      <p:sp>
        <p:nvSpPr>
          <p:cNvPr id="16" name="sub"/>
          <p:cNvSpPr txBox="1"/>
          <p:nvPr/>
        </p:nvSpPr>
        <p:spPr>
          <a:xfrm>
            <a:off x="2413000" y="38100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ru-RU" sz="1800" dirty="0">
                <a:solidFill>
                  <a:srgbClr val="3A322B"/>
                </a:solidFill>
                <a:latin typeface="+mn-lt"/>
                <a:cs typeface="+mn-lt"/>
              </a:rPr>
              <a:t>Дизайн интерфейсов, которыми хочется пользоваться</a:t>
            </a:r>
            <a:endParaRPr lang="ru-RU" sz="1800" dirty="0">
              <a:solidFill>
                <a:srgbClr val="3A322B"/>
              </a:solidFill>
              <a:latin typeface="+mn-lt"/>
              <a:cs typeface="+mn-lt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8890000" y="1574800"/>
            <a:ext cx="711200" cy="152400"/>
          </a:xfrm>
          <a:custGeom>
            <a:avLst/>
            <a:gdLst/>
            <a:ahLst/>
            <a:cxnLst/>
            <a:rect l="0" t="0" r="r" b="b"/>
            <a:pathLst>
              <a:path w="70000" h="12000">
                <a:moveTo>
                  <a:pt x="0" y="6000"/>
                </a:moveTo>
                <a:cubicBezTo>
                  <a:pt x="2917" y="2000"/>
                  <a:pt x="5833" y="2000"/>
                  <a:pt x="8750" y="6000"/>
                </a:cubicBezTo>
                <a:cubicBezTo>
                  <a:pt x="11667" y="10000"/>
                  <a:pt x="14583" y="10000"/>
                  <a:pt x="17500" y="6000"/>
                </a:cubicBezTo>
                <a:cubicBezTo>
                  <a:pt x="20417" y="2000"/>
                  <a:pt x="23333" y="2000"/>
                  <a:pt x="26250" y="6000"/>
                </a:cubicBezTo>
                <a:cubicBezTo>
                  <a:pt x="29167" y="10000"/>
                  <a:pt x="32083" y="10000"/>
                  <a:pt x="35000" y="6000"/>
                </a:cubicBezTo>
                <a:cubicBezTo>
                  <a:pt x="37917" y="2000"/>
                  <a:pt x="40833" y="2000"/>
                  <a:pt x="43750" y="6000"/>
                </a:cubicBezTo>
                <a:cubicBezTo>
                  <a:pt x="46667" y="10000"/>
                  <a:pt x="49583" y="10000"/>
                  <a:pt x="52500" y="6000"/>
                </a:cubicBezTo>
                <a:cubicBezTo>
                  <a:pt x="55417" y="2000"/>
                  <a:pt x="58333" y="2000"/>
                  <a:pt x="61250" y="6000"/>
                </a:cubicBezTo>
                <a:cubicBezTo>
                  <a:pt x="64167" y="10000"/>
                  <a:pt x="67083" y="10000"/>
                  <a:pt x="70000" y="6000"/>
                </a:cubicBezTo>
              </a:path>
            </a:pathLst>
          </a:custGeom>
          <a:noFill/>
          <a:ln w="25400" cap="rnd">
            <a:solidFill>
              <a:srgbClr val="111111"/>
            </a:solidFill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18" name="text 18"/>
          <p:cNvSpPr txBox="1"/>
          <p:nvPr/>
        </p:nvSpPr>
        <p:spPr>
          <a:xfrm>
            <a:off x="2717800" y="14986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600" spc="200" dirty="0">
                <a:solidFill>
                  <a:srgbClr val="111111"/>
                </a:solidFill>
                <a:latin typeface="Arial Black"/>
                <a:cs typeface="Arial Black"/>
              </a:rPr>
              <a:t>• • • • •</a:t>
            </a:r>
            <a:endParaRPr lang="ru-RU" sz="1600" spc="200" dirty="0">
              <a:solidFill>
                <a:srgbClr val="111111"/>
              </a:solidFill>
              <a:latin typeface="Arial Black"/>
              <a:cs typeface="Arial Black"/>
            </a:endParaRPr>
          </a:p>
        </p:txBody>
      </p:sp>
      <p:grpSp>
        <p:nvGrpSpPr>
          <p:cNvPr id="19" name="field"/>
          <p:cNvGrpSpPr/>
          <p:nvPr/>
        </p:nvGrpSpPr>
        <p:grpSpPr>
          <a:xfrm>
            <a:off x="2921000" y="4673600"/>
            <a:ext cx="6096000" cy="533400"/>
            <a:chOff x="2921000" y="4673600"/>
            <a:chExt cx="6096000" cy="533400"/>
          </a:xfrm>
        </p:grpSpPr>
        <p:sp>
          <p:nvSpPr>
            <p:cNvPr id="20" name="shape 20"/>
            <p:cNvSpPr/>
            <p:nvPr/>
          </p:nvSpPr>
          <p:spPr>
            <a:xfrm>
              <a:off x="2921000" y="4673600"/>
              <a:ext cx="6096000" cy="533400"/>
            </a:xfrm>
            <a:prstGeom prst="rect">
              <a:avLst/>
            </a:prstGeom>
            <a:solidFill>
              <a:srgbClr val="FFFFFF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558800" tIns="0" rIns="152400" bIns="0" anchor="ctr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3A322B"/>
                  </a:solidFill>
                  <a:latin typeface="+mn-lt"/>
                  <a:cs typeface="+mn-lt"/>
                </a:rPr>
                <a:t>Задача: редизайн мобильного банка</a:t>
              </a:r>
              <a:endParaRPr lang="ru-RU" sz="140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  <p:sp>
          <p:nvSpPr>
            <p:cNvPr id="21" name="icon 21"/>
            <p:cNvSpPr/>
            <p:nvPr/>
          </p:nvSpPr>
          <p:spPr>
            <a:xfrm>
              <a:off x="3098800" y="4800600"/>
              <a:ext cx="279400" cy="2794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1000" y="21000"/>
                  </a:moveTo>
                  <a:lnTo>
                    <a:pt x="16660" y="16660"/>
                  </a:lnTo>
                </a:path>
                <a:path w="24000" h="24000" fill="none">
                  <a:moveTo>
                    <a:pt x="19000" y="11000"/>
                  </a:moveTo>
                  <a:cubicBezTo>
                    <a:pt x="19000" y="15418"/>
                    <a:pt x="15418" y="19000"/>
                    <a:pt x="11000" y="19000"/>
                  </a:cubicBezTo>
                  <a:cubicBezTo>
                    <a:pt x="6582" y="19000"/>
                    <a:pt x="3000" y="15418"/>
                    <a:pt x="3000" y="11000"/>
                  </a:cubicBezTo>
                  <a:cubicBezTo>
                    <a:pt x="3000" y="6582"/>
                    <a:pt x="6582" y="3000"/>
                    <a:pt x="11000" y="3000"/>
                  </a:cubicBezTo>
                  <a:cubicBezTo>
                    <a:pt x="15418" y="3000"/>
                    <a:pt x="19000" y="6582"/>
                    <a:pt x="19000" y="11000"/>
                  </a:cubicBezTo>
                  <a:close/>
                </a:path>
              </a:pathLst>
            </a:custGeom>
            <a:noFill/>
            <a:ln w="29104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cxnSp>
          <p:nvCxnSpPr>
            <p:cNvPr id="22" name="line 22"/>
            <p:cNvCxnSpPr/>
            <p:nvPr/>
          </p:nvCxnSpPr>
          <p:spPr>
            <a:xfrm>
              <a:off x="6680200" y="4813300"/>
              <a:ext cx="0" cy="254000"/>
            </a:xfrm>
            <a:prstGeom prst="line">
              <a:avLst/>
            </a:prstGeom>
            <a:ln w="25400" cap="rnd">
              <a:solidFill>
                <a:srgbClr val="111111"/>
              </a:solidFill>
              <a:round/>
            </a:ln>
          </p:spPr>
        </p:cxnSp>
      </p:grpSp>
      <p:sp>
        <p:nvSpPr>
          <p:cNvPr id="23" name="text 23"/>
          <p:cNvSpPr txBox="1"/>
          <p:nvPr/>
        </p:nvSpPr>
        <p:spPr>
          <a:xfrm>
            <a:off x="1701800" y="54102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800" spc="-100" dirty="0">
                <a:solidFill>
                  <a:srgbClr val="111111"/>
                </a:solidFill>
                <a:latin typeface="Arial Black"/>
                <a:cs typeface="Arial Black"/>
              </a:rPr>
              <a:t>&gt;&gt;&gt;&gt;&gt;</a:t>
            </a:r>
            <a:endParaRPr lang="ru-RU" sz="1800" spc="-100" dirty="0">
              <a:solidFill>
                <a:srgbClr val="111111"/>
              </a:solidFill>
              <a:latin typeface="Arial Black"/>
              <a:cs typeface="Arial Black"/>
            </a:endParaRPr>
          </a:p>
        </p:txBody>
      </p:sp>
      <p:grpSp>
        <p:nvGrpSpPr>
          <p:cNvPr id="24" name="mini1"/>
          <p:cNvGrpSpPr/>
          <p:nvPr/>
        </p:nvGrpSpPr>
        <p:grpSpPr>
          <a:xfrm>
            <a:off x="304800" y="1778000"/>
            <a:ext cx="2184400" cy="1701800"/>
            <a:chOff x="304800" y="1778000"/>
            <a:chExt cx="2184400" cy="1701800"/>
          </a:xfrm>
        </p:grpSpPr>
        <p:sp>
          <p:nvSpPr>
            <p:cNvPr id="25" name="shape 25"/>
            <p:cNvSpPr/>
            <p:nvPr/>
          </p:nvSpPr>
          <p:spPr>
            <a:xfrm>
              <a:off x="304800" y="1778000"/>
              <a:ext cx="2184400" cy="17018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26" name="line 26"/>
            <p:cNvCxnSpPr/>
            <p:nvPr/>
          </p:nvCxnSpPr>
          <p:spPr>
            <a:xfrm>
              <a:off x="304800" y="2057400"/>
              <a:ext cx="2184400" cy="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27" name="shape 27"/>
            <p:cNvSpPr/>
            <p:nvPr/>
          </p:nvSpPr>
          <p:spPr>
            <a:xfrm>
              <a:off x="482600" y="2235200"/>
              <a:ext cx="1828800" cy="812800"/>
            </a:xfrm>
            <a:prstGeom prst="rect">
              <a:avLst/>
            </a:prstGeom>
            <a:solidFill>
              <a:schemeClr val="accent1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8" name="icon 28"/>
            <p:cNvSpPr/>
            <p:nvPr/>
          </p:nvSpPr>
          <p:spPr>
            <a:xfrm>
              <a:off x="1155700" y="2400300"/>
              <a:ext cx="482600" cy="482600"/>
            </a:xfrm>
            <a:custGeom>
              <a:avLst/>
              <a:gdLst/>
              <a:ahLst/>
              <a:cxnLst/>
              <a:rect l="0" t="0" r="r" b="b"/>
              <a:pathLst>
                <a:path w="24000" h="24000">
                  <a:moveTo>
                    <a:pt x="9000" y="9003"/>
                  </a:moveTo>
                  <a:cubicBezTo>
                    <a:pt x="8999" y="8642"/>
                    <a:pt x="9193" y="8308"/>
                    <a:pt x="9507" y="8130"/>
                  </a:cubicBezTo>
                  <a:cubicBezTo>
                    <a:pt x="9822" y="7952"/>
                    <a:pt x="10208" y="7957"/>
                    <a:pt x="10517" y="8144"/>
                  </a:cubicBezTo>
                  <a:lnTo>
                    <a:pt x="15514" y="11141"/>
                  </a:lnTo>
                  <a:cubicBezTo>
                    <a:pt x="15817" y="11321"/>
                    <a:pt x="16002" y="11648"/>
                    <a:pt x="16002" y="12000"/>
                  </a:cubicBezTo>
                  <a:cubicBezTo>
                    <a:pt x="16002" y="12352"/>
                    <a:pt x="15817" y="12679"/>
                    <a:pt x="15514" y="12859"/>
                  </a:cubicBezTo>
                  <a:lnTo>
                    <a:pt x="10517" y="15856"/>
                  </a:lnTo>
                  <a:cubicBezTo>
                    <a:pt x="10208" y="16043"/>
                    <a:pt x="9821" y="16048"/>
                    <a:pt x="9507" y="15870"/>
                  </a:cubicBezTo>
                  <a:cubicBezTo>
                    <a:pt x="9192" y="15692"/>
                    <a:pt x="8999" y="15358"/>
                    <a:pt x="9000" y="14996"/>
                  </a:cubicBezTo>
                  <a:close/>
                </a:path>
                <a:path w="24000" h="24000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</a:pathLst>
            </a:custGeom>
            <a:solidFill>
              <a:schemeClr val="accent3"/>
            </a:solidFill>
            <a:ln w="40217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shape 29"/>
            <p:cNvSpPr/>
            <p:nvPr/>
          </p:nvSpPr>
          <p:spPr>
            <a:xfrm>
              <a:off x="482600" y="3175000"/>
              <a:ext cx="1828800" cy="152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0" name="shape 30"/>
            <p:cNvSpPr/>
            <p:nvPr/>
          </p:nvSpPr>
          <p:spPr>
            <a:xfrm>
              <a:off x="482600" y="3175000"/>
              <a:ext cx="787400" cy="152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grpSp>
        <p:nvGrpSpPr>
          <p:cNvPr id="31" name="mini2"/>
          <p:cNvGrpSpPr/>
          <p:nvPr/>
        </p:nvGrpSpPr>
        <p:grpSpPr>
          <a:xfrm>
            <a:off x="508000" y="3784600"/>
            <a:ext cx="2311400" cy="1320800"/>
            <a:chOff x="508000" y="3784600"/>
            <a:chExt cx="2311400" cy="1320800"/>
          </a:xfrm>
        </p:grpSpPr>
        <p:sp>
          <p:nvSpPr>
            <p:cNvPr id="32" name="shape 32"/>
            <p:cNvSpPr/>
            <p:nvPr/>
          </p:nvSpPr>
          <p:spPr>
            <a:xfrm>
              <a:off x="508000" y="3784600"/>
              <a:ext cx="2311400" cy="13208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33" name="line 33"/>
            <p:cNvCxnSpPr/>
            <p:nvPr/>
          </p:nvCxnSpPr>
          <p:spPr>
            <a:xfrm>
              <a:off x="508000" y="4064000"/>
              <a:ext cx="2311400" cy="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34" name="shape 34"/>
            <p:cNvSpPr/>
            <p:nvPr/>
          </p:nvSpPr>
          <p:spPr>
            <a:xfrm>
              <a:off x="685800" y="4241800"/>
              <a:ext cx="635000" cy="635000"/>
            </a:xfrm>
            <a:prstGeom prst="roundRect">
              <a:avLst>
                <a:gd name="adj" fmla="val 16000"/>
              </a:avLst>
            </a:prstGeom>
            <a:solidFill>
              <a:schemeClr val="accent4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5" name="icon 35"/>
            <p:cNvSpPr/>
            <p:nvPr/>
          </p:nvSpPr>
          <p:spPr>
            <a:xfrm>
              <a:off x="812800" y="4368800"/>
              <a:ext cx="381000" cy="381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6000" y="7000"/>
                  </a:moveTo>
                  <a:lnTo>
                    <a:pt x="22000" y="7000"/>
                  </a:lnTo>
                  <a:lnTo>
                    <a:pt x="22000" y="13000"/>
                  </a:lnTo>
                </a:path>
                <a:path w="24000" h="24000" fill="none">
                  <a:moveTo>
                    <a:pt x="22000" y="7000"/>
                  </a:moveTo>
                  <a:lnTo>
                    <a:pt x="13500" y="15500"/>
                  </a:lnTo>
                  <a:lnTo>
                    <a:pt x="8500" y="10500"/>
                  </a:lnTo>
                  <a:lnTo>
                    <a:pt x="2000" y="17000"/>
                  </a:lnTo>
                </a:path>
              </a:pathLst>
            </a:custGeom>
            <a:noFill/>
            <a:ln w="39688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text 36"/>
            <p:cNvSpPr txBox="1"/>
            <p:nvPr/>
          </p:nvSpPr>
          <p:spPr>
            <a:xfrm>
              <a:off x="1447800" y="4241800"/>
              <a:ext cx="1320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20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+38%</a:t>
              </a:r>
              <a:endParaRPr lang="ru-RU" sz="220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37" name="text 37"/>
            <p:cNvSpPr txBox="1"/>
            <p:nvPr/>
          </p:nvSpPr>
          <p:spPr>
            <a:xfrm>
              <a:off x="1447800" y="4622800"/>
              <a:ext cx="1320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dirty="0">
                  <a:solidFill>
                    <a:srgbClr val="3A322B"/>
                  </a:solidFill>
                  <a:latin typeface="+mn-lt"/>
                  <a:cs typeface="+mn-lt"/>
                </a:rPr>
                <a:t>конверсия в заявку</a:t>
              </a:r>
              <a:endParaRPr lang="ru-RU" sz="110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38" name="mini3"/>
          <p:cNvGrpSpPr/>
          <p:nvPr/>
        </p:nvGrpSpPr>
        <p:grpSpPr>
          <a:xfrm>
            <a:off x="9728200" y="1625600"/>
            <a:ext cx="2184400" cy="1422400"/>
            <a:chOff x="9728200" y="1625600"/>
            <a:chExt cx="2184400" cy="1422400"/>
          </a:xfrm>
        </p:grpSpPr>
        <p:sp>
          <p:nvSpPr>
            <p:cNvPr id="39" name="shape 39"/>
            <p:cNvSpPr/>
            <p:nvPr/>
          </p:nvSpPr>
          <p:spPr>
            <a:xfrm>
              <a:off x="9728200" y="1625600"/>
              <a:ext cx="2184400" cy="14224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40" name="line 40"/>
            <p:cNvCxnSpPr/>
            <p:nvPr/>
          </p:nvCxnSpPr>
          <p:spPr>
            <a:xfrm>
              <a:off x="9728200" y="1905000"/>
              <a:ext cx="2184400" cy="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41" name="shape 41"/>
            <p:cNvSpPr/>
            <p:nvPr/>
          </p:nvSpPr>
          <p:spPr>
            <a:xfrm>
              <a:off x="10109200" y="2082800"/>
              <a:ext cx="1422400" cy="88900"/>
            </a:xfrm>
            <a:prstGeom prst="roundRect">
              <a:avLst>
                <a:gd name="adj" fmla="val 42857"/>
              </a:avLst>
            </a:prstGeom>
            <a:solidFill>
              <a:srgbClr val="11111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2" name="shape 42"/>
            <p:cNvSpPr/>
            <p:nvPr/>
          </p:nvSpPr>
          <p:spPr>
            <a:xfrm>
              <a:off x="10312400" y="2260600"/>
              <a:ext cx="1016000" cy="88900"/>
            </a:xfrm>
            <a:prstGeom prst="roundRect">
              <a:avLst>
                <a:gd name="adj" fmla="val 42857"/>
              </a:avLst>
            </a:prstGeom>
            <a:solidFill>
              <a:srgbClr val="11111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3" name="icon 43"/>
            <p:cNvSpPr/>
            <p:nvPr/>
          </p:nvSpPr>
          <p:spPr>
            <a:xfrm>
              <a:off x="9956800" y="2489200"/>
              <a:ext cx="406400" cy="406400"/>
            </a:xfrm>
            <a:custGeom>
              <a:avLst/>
              <a:gdLst/>
              <a:ahLst/>
              <a:cxnLst/>
              <a:rect l="0" t="0" r="r" b="b"/>
              <a:pathLst>
                <a:path w="24000" h="24000">
                  <a:moveTo>
                    <a:pt x="11525" y="2295"/>
                  </a:moveTo>
                  <a:cubicBezTo>
                    <a:pt x="11614" y="2114"/>
                    <a:pt x="11798" y="2000"/>
                    <a:pt x="12000" y="2000"/>
                  </a:cubicBezTo>
                  <a:cubicBezTo>
                    <a:pt x="12202" y="2000"/>
                    <a:pt x="12386" y="2114"/>
                    <a:pt x="12475" y="2295"/>
                  </a:cubicBezTo>
                  <a:lnTo>
                    <a:pt x="14785" y="6974"/>
                  </a:lnTo>
                  <a:cubicBezTo>
                    <a:pt x="15094" y="7599"/>
                    <a:pt x="15690" y="8033"/>
                    <a:pt x="16380" y="8134"/>
                  </a:cubicBezTo>
                  <a:lnTo>
                    <a:pt x="21546" y="8890"/>
                  </a:lnTo>
                  <a:cubicBezTo>
                    <a:pt x="21746" y="8919"/>
                    <a:pt x="21912" y="9059"/>
                    <a:pt x="21974" y="9251"/>
                  </a:cubicBezTo>
                  <a:cubicBezTo>
                    <a:pt x="22036" y="9442"/>
                    <a:pt x="21984" y="9653"/>
                    <a:pt x="21840" y="9794"/>
                  </a:cubicBezTo>
                  <a:lnTo>
                    <a:pt x="18104" y="13432"/>
                  </a:lnTo>
                  <a:cubicBezTo>
                    <a:pt x="17604" y="13919"/>
                    <a:pt x="17375" y="14622"/>
                    <a:pt x="17493" y="15310"/>
                  </a:cubicBezTo>
                  <a:lnTo>
                    <a:pt x="18375" y="20450"/>
                  </a:lnTo>
                  <a:cubicBezTo>
                    <a:pt x="18410" y="20650"/>
                    <a:pt x="18329" y="20852"/>
                    <a:pt x="18165" y="20971"/>
                  </a:cubicBezTo>
                  <a:cubicBezTo>
                    <a:pt x="18001" y="21090"/>
                    <a:pt x="17783" y="21105"/>
                    <a:pt x="17604" y="21010"/>
                  </a:cubicBezTo>
                  <a:lnTo>
                    <a:pt x="12986" y="18582"/>
                  </a:lnTo>
                  <a:cubicBezTo>
                    <a:pt x="12368" y="18258"/>
                    <a:pt x="11631" y="18258"/>
                    <a:pt x="11013" y="18582"/>
                  </a:cubicBezTo>
                  <a:lnTo>
                    <a:pt x="6396" y="21010"/>
                  </a:lnTo>
                  <a:cubicBezTo>
                    <a:pt x="6217" y="21105"/>
                    <a:pt x="6000" y="21089"/>
                    <a:pt x="5836" y="20970"/>
                  </a:cubicBezTo>
                  <a:cubicBezTo>
                    <a:pt x="5673" y="20851"/>
                    <a:pt x="5591" y="20649"/>
                    <a:pt x="5626" y="20450"/>
                  </a:cubicBezTo>
                  <a:lnTo>
                    <a:pt x="6507" y="15311"/>
                  </a:lnTo>
                  <a:cubicBezTo>
                    <a:pt x="6625" y="14622"/>
                    <a:pt x="6397" y="13920"/>
                    <a:pt x="5896" y="13432"/>
                  </a:cubicBezTo>
                  <a:lnTo>
                    <a:pt x="2160" y="9795"/>
                  </a:lnTo>
                  <a:cubicBezTo>
                    <a:pt x="2014" y="9654"/>
                    <a:pt x="1962" y="9443"/>
                    <a:pt x="2024" y="9250"/>
                  </a:cubicBezTo>
                  <a:cubicBezTo>
                    <a:pt x="2087" y="9058"/>
                    <a:pt x="2253" y="8917"/>
                    <a:pt x="2454" y="8889"/>
                  </a:cubicBezTo>
                  <a:lnTo>
                    <a:pt x="7619" y="8134"/>
                  </a:lnTo>
                  <a:cubicBezTo>
                    <a:pt x="8310" y="8034"/>
                    <a:pt x="8907" y="7600"/>
                    <a:pt x="9216" y="6974"/>
                  </a:cubicBezTo>
                  <a:close/>
                </a:path>
              </a:pathLst>
            </a:custGeom>
            <a:solidFill>
              <a:schemeClr val="accent2"/>
            </a:solidFill>
            <a:ln w="33867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icon 44"/>
            <p:cNvSpPr/>
            <p:nvPr/>
          </p:nvSpPr>
          <p:spPr>
            <a:xfrm>
              <a:off x="10617200" y="2489200"/>
              <a:ext cx="406400" cy="406400"/>
            </a:xfrm>
            <a:custGeom>
              <a:avLst/>
              <a:gdLst/>
              <a:ahLst/>
              <a:cxnLst/>
              <a:rect l="0" t="0" r="r" b="b"/>
              <a:pathLst>
                <a:path w="24000" h="24000">
                  <a:moveTo>
                    <a:pt x="11525" y="2295"/>
                  </a:moveTo>
                  <a:cubicBezTo>
                    <a:pt x="11614" y="2114"/>
                    <a:pt x="11798" y="2000"/>
                    <a:pt x="12000" y="2000"/>
                  </a:cubicBezTo>
                  <a:cubicBezTo>
                    <a:pt x="12202" y="2000"/>
                    <a:pt x="12386" y="2114"/>
                    <a:pt x="12475" y="2295"/>
                  </a:cubicBezTo>
                  <a:lnTo>
                    <a:pt x="14785" y="6974"/>
                  </a:lnTo>
                  <a:cubicBezTo>
                    <a:pt x="15094" y="7599"/>
                    <a:pt x="15690" y="8033"/>
                    <a:pt x="16380" y="8134"/>
                  </a:cubicBezTo>
                  <a:lnTo>
                    <a:pt x="21546" y="8890"/>
                  </a:lnTo>
                  <a:cubicBezTo>
                    <a:pt x="21746" y="8919"/>
                    <a:pt x="21912" y="9059"/>
                    <a:pt x="21974" y="9251"/>
                  </a:cubicBezTo>
                  <a:cubicBezTo>
                    <a:pt x="22036" y="9442"/>
                    <a:pt x="21984" y="9653"/>
                    <a:pt x="21840" y="9794"/>
                  </a:cubicBezTo>
                  <a:lnTo>
                    <a:pt x="18104" y="13432"/>
                  </a:lnTo>
                  <a:cubicBezTo>
                    <a:pt x="17604" y="13919"/>
                    <a:pt x="17375" y="14622"/>
                    <a:pt x="17493" y="15310"/>
                  </a:cubicBezTo>
                  <a:lnTo>
                    <a:pt x="18375" y="20450"/>
                  </a:lnTo>
                  <a:cubicBezTo>
                    <a:pt x="18410" y="20650"/>
                    <a:pt x="18329" y="20852"/>
                    <a:pt x="18165" y="20971"/>
                  </a:cubicBezTo>
                  <a:cubicBezTo>
                    <a:pt x="18001" y="21090"/>
                    <a:pt x="17783" y="21105"/>
                    <a:pt x="17604" y="21010"/>
                  </a:cubicBezTo>
                  <a:lnTo>
                    <a:pt x="12986" y="18582"/>
                  </a:lnTo>
                  <a:cubicBezTo>
                    <a:pt x="12368" y="18258"/>
                    <a:pt x="11631" y="18258"/>
                    <a:pt x="11013" y="18582"/>
                  </a:cubicBezTo>
                  <a:lnTo>
                    <a:pt x="6396" y="21010"/>
                  </a:lnTo>
                  <a:cubicBezTo>
                    <a:pt x="6217" y="21105"/>
                    <a:pt x="6000" y="21089"/>
                    <a:pt x="5836" y="20970"/>
                  </a:cubicBezTo>
                  <a:cubicBezTo>
                    <a:pt x="5673" y="20851"/>
                    <a:pt x="5591" y="20649"/>
                    <a:pt x="5626" y="20450"/>
                  </a:cubicBezTo>
                  <a:lnTo>
                    <a:pt x="6507" y="15311"/>
                  </a:lnTo>
                  <a:cubicBezTo>
                    <a:pt x="6625" y="14622"/>
                    <a:pt x="6397" y="13920"/>
                    <a:pt x="5896" y="13432"/>
                  </a:cubicBezTo>
                  <a:lnTo>
                    <a:pt x="2160" y="9795"/>
                  </a:lnTo>
                  <a:cubicBezTo>
                    <a:pt x="2014" y="9654"/>
                    <a:pt x="1962" y="9443"/>
                    <a:pt x="2024" y="9250"/>
                  </a:cubicBezTo>
                  <a:cubicBezTo>
                    <a:pt x="2087" y="9058"/>
                    <a:pt x="2253" y="8917"/>
                    <a:pt x="2454" y="8889"/>
                  </a:cubicBezTo>
                  <a:lnTo>
                    <a:pt x="7619" y="8134"/>
                  </a:lnTo>
                  <a:cubicBezTo>
                    <a:pt x="8310" y="8034"/>
                    <a:pt x="8907" y="7600"/>
                    <a:pt x="9216" y="6974"/>
                  </a:cubicBezTo>
                  <a:close/>
                </a:path>
              </a:pathLst>
            </a:custGeom>
            <a:solidFill>
              <a:schemeClr val="accent2"/>
            </a:solidFill>
            <a:ln w="33867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icon 45"/>
            <p:cNvSpPr/>
            <p:nvPr/>
          </p:nvSpPr>
          <p:spPr>
            <a:xfrm>
              <a:off x="11277600" y="2489200"/>
              <a:ext cx="406400" cy="406400"/>
            </a:xfrm>
            <a:custGeom>
              <a:avLst/>
              <a:gdLst/>
              <a:ahLst/>
              <a:cxnLst/>
              <a:rect l="0" t="0" r="r" b="b"/>
              <a:pathLst>
                <a:path w="24000" h="24000">
                  <a:moveTo>
                    <a:pt x="11525" y="2295"/>
                  </a:moveTo>
                  <a:cubicBezTo>
                    <a:pt x="11614" y="2114"/>
                    <a:pt x="11798" y="2000"/>
                    <a:pt x="12000" y="2000"/>
                  </a:cubicBezTo>
                  <a:cubicBezTo>
                    <a:pt x="12202" y="2000"/>
                    <a:pt x="12386" y="2114"/>
                    <a:pt x="12475" y="2295"/>
                  </a:cubicBezTo>
                  <a:lnTo>
                    <a:pt x="14785" y="6974"/>
                  </a:lnTo>
                  <a:cubicBezTo>
                    <a:pt x="15094" y="7599"/>
                    <a:pt x="15690" y="8033"/>
                    <a:pt x="16380" y="8134"/>
                  </a:cubicBezTo>
                  <a:lnTo>
                    <a:pt x="21546" y="8890"/>
                  </a:lnTo>
                  <a:cubicBezTo>
                    <a:pt x="21746" y="8919"/>
                    <a:pt x="21912" y="9059"/>
                    <a:pt x="21974" y="9251"/>
                  </a:cubicBezTo>
                  <a:cubicBezTo>
                    <a:pt x="22036" y="9442"/>
                    <a:pt x="21984" y="9653"/>
                    <a:pt x="21840" y="9794"/>
                  </a:cubicBezTo>
                  <a:lnTo>
                    <a:pt x="18104" y="13432"/>
                  </a:lnTo>
                  <a:cubicBezTo>
                    <a:pt x="17604" y="13919"/>
                    <a:pt x="17375" y="14622"/>
                    <a:pt x="17493" y="15310"/>
                  </a:cubicBezTo>
                  <a:lnTo>
                    <a:pt x="18375" y="20450"/>
                  </a:lnTo>
                  <a:cubicBezTo>
                    <a:pt x="18410" y="20650"/>
                    <a:pt x="18329" y="20852"/>
                    <a:pt x="18165" y="20971"/>
                  </a:cubicBezTo>
                  <a:cubicBezTo>
                    <a:pt x="18001" y="21090"/>
                    <a:pt x="17783" y="21105"/>
                    <a:pt x="17604" y="21010"/>
                  </a:cubicBezTo>
                  <a:lnTo>
                    <a:pt x="12986" y="18582"/>
                  </a:lnTo>
                  <a:cubicBezTo>
                    <a:pt x="12368" y="18258"/>
                    <a:pt x="11631" y="18258"/>
                    <a:pt x="11013" y="18582"/>
                  </a:cubicBezTo>
                  <a:lnTo>
                    <a:pt x="6396" y="21010"/>
                  </a:lnTo>
                  <a:cubicBezTo>
                    <a:pt x="6217" y="21105"/>
                    <a:pt x="6000" y="21089"/>
                    <a:pt x="5836" y="20970"/>
                  </a:cubicBezTo>
                  <a:cubicBezTo>
                    <a:pt x="5673" y="20851"/>
                    <a:pt x="5591" y="20649"/>
                    <a:pt x="5626" y="20450"/>
                  </a:cubicBezTo>
                  <a:lnTo>
                    <a:pt x="6507" y="15311"/>
                  </a:lnTo>
                  <a:cubicBezTo>
                    <a:pt x="6625" y="14622"/>
                    <a:pt x="6397" y="13920"/>
                    <a:pt x="5896" y="13432"/>
                  </a:cubicBezTo>
                  <a:lnTo>
                    <a:pt x="2160" y="9795"/>
                  </a:lnTo>
                  <a:cubicBezTo>
                    <a:pt x="2014" y="9654"/>
                    <a:pt x="1962" y="9443"/>
                    <a:pt x="2024" y="9250"/>
                  </a:cubicBezTo>
                  <a:cubicBezTo>
                    <a:pt x="2087" y="9058"/>
                    <a:pt x="2253" y="8917"/>
                    <a:pt x="2454" y="8889"/>
                  </a:cubicBezTo>
                  <a:lnTo>
                    <a:pt x="7619" y="8134"/>
                  </a:lnTo>
                  <a:cubicBezTo>
                    <a:pt x="8310" y="8034"/>
                    <a:pt x="8907" y="7600"/>
                    <a:pt x="9216" y="6974"/>
                  </a:cubicBezTo>
                  <a:close/>
                </a:path>
              </a:pathLst>
            </a:custGeom>
            <a:solidFill>
              <a:schemeClr val="accent2"/>
            </a:solidFill>
            <a:ln w="33867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46" name="mouse"/>
          <p:cNvGrpSpPr/>
          <p:nvPr/>
        </p:nvGrpSpPr>
        <p:grpSpPr>
          <a:xfrm>
            <a:off x="10312400" y="3048000"/>
            <a:ext cx="1016000" cy="2311400"/>
            <a:chOff x="10312400" y="3048000"/>
            <a:chExt cx="1016000" cy="2311400"/>
          </a:xfrm>
        </p:grpSpPr>
        <p:cxnSp>
          <p:nvCxnSpPr>
            <p:cNvPr id="47" name="line 47"/>
            <p:cNvCxnSpPr/>
            <p:nvPr/>
          </p:nvCxnSpPr>
          <p:spPr>
            <a:xfrm>
              <a:off x="10820400" y="3048000"/>
              <a:ext cx="0" cy="66040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48" name="shape 48"/>
            <p:cNvSpPr/>
            <p:nvPr/>
          </p:nvSpPr>
          <p:spPr>
            <a:xfrm>
              <a:off x="10312400" y="3683000"/>
              <a:ext cx="1016000" cy="1676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49" name="line 49"/>
            <p:cNvCxnSpPr/>
            <p:nvPr/>
          </p:nvCxnSpPr>
          <p:spPr>
            <a:xfrm>
              <a:off x="10820400" y="3708400"/>
              <a:ext cx="0" cy="660400"/>
            </a:xfrm>
            <a:prstGeom prst="line">
              <a:avLst/>
            </a:prstGeom>
            <a:ln w="25400" cap="rnd">
              <a:solidFill>
                <a:srgbClr val="111111"/>
              </a:solidFill>
              <a:round/>
            </a:ln>
          </p:spPr>
        </p:cxnSp>
        <p:cxnSp>
          <p:nvCxnSpPr>
            <p:cNvPr id="50" name="line 50"/>
            <p:cNvCxnSpPr/>
            <p:nvPr/>
          </p:nvCxnSpPr>
          <p:spPr>
            <a:xfrm>
              <a:off x="10325100" y="4368800"/>
              <a:ext cx="990600" cy="0"/>
            </a:xfrm>
            <a:prstGeom prst="line">
              <a:avLst/>
            </a:prstGeom>
            <a:ln w="25400" cap="rnd">
              <a:solidFill>
                <a:srgbClr val="111111"/>
              </a:solidFill>
              <a:round/>
            </a:ln>
          </p:spPr>
        </p:cxnSp>
        <p:sp>
          <p:nvSpPr>
            <p:cNvPr id="51" name="shape 51"/>
            <p:cNvSpPr/>
            <p:nvPr/>
          </p:nvSpPr>
          <p:spPr>
            <a:xfrm>
              <a:off x="10731500" y="3860800"/>
              <a:ext cx="177800" cy="355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sp>
        <p:nvSpPr>
          <p:cNvPr id="52" name="cursor"/>
          <p:cNvSpPr/>
          <p:nvPr/>
        </p:nvSpPr>
        <p:spPr>
          <a:xfrm>
            <a:off x="8763000" y="4927600"/>
            <a:ext cx="508000" cy="508000"/>
          </a:xfrm>
          <a:custGeom>
            <a:avLst/>
            <a:gdLst/>
            <a:ahLst/>
            <a:cxnLst/>
            <a:rect l="0" t="0" r="r" b="b"/>
            <a:pathLst>
              <a:path w="24000" h="24000">
                <a:moveTo>
                  <a:pt x="4037" y="4688"/>
                </a:moveTo>
                <a:cubicBezTo>
                  <a:pt x="3956" y="4502"/>
                  <a:pt x="3998" y="4285"/>
                  <a:pt x="4141" y="4141"/>
                </a:cubicBezTo>
                <a:cubicBezTo>
                  <a:pt x="4285" y="3998"/>
                  <a:pt x="4502" y="3956"/>
                  <a:pt x="4688" y="4037"/>
                </a:cubicBezTo>
                <a:lnTo>
                  <a:pt x="20688" y="10537"/>
                </a:lnTo>
                <a:cubicBezTo>
                  <a:pt x="20888" y="10618"/>
                  <a:pt x="21013" y="10818"/>
                  <a:pt x="20998" y="11033"/>
                </a:cubicBezTo>
                <a:cubicBezTo>
                  <a:pt x="20984" y="11248"/>
                  <a:pt x="20834" y="11430"/>
                  <a:pt x="20625" y="11484"/>
                </a:cubicBezTo>
                <a:lnTo>
                  <a:pt x="14501" y="13064"/>
                </a:lnTo>
                <a:cubicBezTo>
                  <a:pt x="13796" y="13245"/>
                  <a:pt x="13246" y="13795"/>
                  <a:pt x="13063" y="14499"/>
                </a:cubicBezTo>
                <a:lnTo>
                  <a:pt x="11484" y="20625"/>
                </a:lnTo>
                <a:cubicBezTo>
                  <a:pt x="11430" y="20834"/>
                  <a:pt x="11248" y="20984"/>
                  <a:pt x="11033" y="20998"/>
                </a:cubicBezTo>
                <a:cubicBezTo>
                  <a:pt x="10818" y="21013"/>
                  <a:pt x="10618" y="20888"/>
                  <a:pt x="10537" y="20688"/>
                </a:cubicBezTo>
                <a:close/>
              </a:path>
            </a:pathLst>
          </a:custGeom>
          <a:solidFill>
            <a:srgbClr val="FFFFFF"/>
          </a:solidFill>
          <a:ln w="42333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35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  <p:bldP spid="16" grpId="0" animBg="1"/>
      <p:bldP spid="5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D9CF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s 2"/>
          <p:cNvSpPr/>
          <p:nvPr/>
        </p:nvSpPr>
        <p:spPr>
          <a:xfrm>
            <a:off x="0" y="5080000"/>
            <a:ext cx="2286000" cy="1778000"/>
          </a:xfrm>
          <a:custGeom>
            <a:avLst/>
            <a:gdLst/>
            <a:ahLst/>
            <a:cxnLst/>
            <a:rect l="0" t="0" r="r" b="b"/>
            <a:pathLst>
              <a:path w="18000" h="1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8720" y="500"/>
                </a:moveTo>
                <a:cubicBezTo>
                  <a:pt x="8720" y="622"/>
                  <a:pt x="8622" y="720"/>
                  <a:pt x="8500" y="720"/>
                </a:cubicBezTo>
                <a:cubicBezTo>
                  <a:pt x="8378" y="720"/>
                  <a:pt x="8280" y="622"/>
                  <a:pt x="8280" y="500"/>
                </a:cubicBezTo>
                <a:cubicBezTo>
                  <a:pt x="8280" y="378"/>
                  <a:pt x="8378" y="280"/>
                  <a:pt x="8500" y="280"/>
                </a:cubicBezTo>
                <a:cubicBezTo>
                  <a:pt x="8622" y="280"/>
                  <a:pt x="8720" y="378"/>
                  <a:pt x="8720" y="500"/>
                </a:cubicBezTo>
                <a:close/>
                <a:moveTo>
                  <a:pt x="9720" y="500"/>
                </a:moveTo>
                <a:cubicBezTo>
                  <a:pt x="9720" y="622"/>
                  <a:pt x="9622" y="720"/>
                  <a:pt x="9500" y="720"/>
                </a:cubicBezTo>
                <a:cubicBezTo>
                  <a:pt x="9378" y="720"/>
                  <a:pt x="9280" y="622"/>
                  <a:pt x="9280" y="500"/>
                </a:cubicBezTo>
                <a:cubicBezTo>
                  <a:pt x="9280" y="378"/>
                  <a:pt x="9378" y="280"/>
                  <a:pt x="9500" y="280"/>
                </a:cubicBezTo>
                <a:cubicBezTo>
                  <a:pt x="9622" y="280"/>
                  <a:pt x="9720" y="378"/>
                  <a:pt x="9720" y="500"/>
                </a:cubicBezTo>
                <a:close/>
                <a:moveTo>
                  <a:pt x="10720" y="500"/>
                </a:moveTo>
                <a:cubicBezTo>
                  <a:pt x="10720" y="622"/>
                  <a:pt x="10622" y="720"/>
                  <a:pt x="10500" y="720"/>
                </a:cubicBezTo>
                <a:cubicBezTo>
                  <a:pt x="10378" y="720"/>
                  <a:pt x="10280" y="622"/>
                  <a:pt x="10280" y="500"/>
                </a:cubicBezTo>
                <a:cubicBezTo>
                  <a:pt x="10280" y="378"/>
                  <a:pt x="10378" y="280"/>
                  <a:pt x="10500" y="280"/>
                </a:cubicBezTo>
                <a:cubicBezTo>
                  <a:pt x="10622" y="280"/>
                  <a:pt x="10720" y="378"/>
                  <a:pt x="10720" y="500"/>
                </a:cubicBezTo>
                <a:close/>
                <a:moveTo>
                  <a:pt x="11720" y="500"/>
                </a:moveTo>
                <a:cubicBezTo>
                  <a:pt x="11720" y="622"/>
                  <a:pt x="11622" y="720"/>
                  <a:pt x="11500" y="720"/>
                </a:cubicBezTo>
                <a:cubicBezTo>
                  <a:pt x="11378" y="720"/>
                  <a:pt x="11280" y="622"/>
                  <a:pt x="11280" y="500"/>
                </a:cubicBezTo>
                <a:cubicBezTo>
                  <a:pt x="11280" y="378"/>
                  <a:pt x="11378" y="280"/>
                  <a:pt x="11500" y="280"/>
                </a:cubicBezTo>
                <a:cubicBezTo>
                  <a:pt x="11622" y="280"/>
                  <a:pt x="11720" y="378"/>
                  <a:pt x="11720" y="500"/>
                </a:cubicBezTo>
                <a:close/>
                <a:moveTo>
                  <a:pt x="12720" y="500"/>
                </a:moveTo>
                <a:cubicBezTo>
                  <a:pt x="12720" y="622"/>
                  <a:pt x="12622" y="720"/>
                  <a:pt x="12500" y="720"/>
                </a:cubicBezTo>
                <a:cubicBezTo>
                  <a:pt x="12378" y="720"/>
                  <a:pt x="12280" y="622"/>
                  <a:pt x="12280" y="500"/>
                </a:cubicBezTo>
                <a:cubicBezTo>
                  <a:pt x="12280" y="378"/>
                  <a:pt x="12378" y="280"/>
                  <a:pt x="12500" y="280"/>
                </a:cubicBezTo>
                <a:cubicBezTo>
                  <a:pt x="12622" y="280"/>
                  <a:pt x="12720" y="378"/>
                  <a:pt x="12720" y="500"/>
                </a:cubicBezTo>
                <a:close/>
                <a:moveTo>
                  <a:pt x="13720" y="500"/>
                </a:moveTo>
                <a:cubicBezTo>
                  <a:pt x="13720" y="622"/>
                  <a:pt x="13622" y="720"/>
                  <a:pt x="13500" y="720"/>
                </a:cubicBezTo>
                <a:cubicBezTo>
                  <a:pt x="13378" y="720"/>
                  <a:pt x="13280" y="622"/>
                  <a:pt x="13280" y="500"/>
                </a:cubicBezTo>
                <a:cubicBezTo>
                  <a:pt x="13280" y="378"/>
                  <a:pt x="13378" y="280"/>
                  <a:pt x="13500" y="280"/>
                </a:cubicBezTo>
                <a:cubicBezTo>
                  <a:pt x="13622" y="280"/>
                  <a:pt x="13720" y="378"/>
                  <a:pt x="13720" y="500"/>
                </a:cubicBezTo>
                <a:close/>
                <a:moveTo>
                  <a:pt x="14720" y="500"/>
                </a:moveTo>
                <a:cubicBezTo>
                  <a:pt x="14720" y="622"/>
                  <a:pt x="14622" y="720"/>
                  <a:pt x="14500" y="720"/>
                </a:cubicBezTo>
                <a:cubicBezTo>
                  <a:pt x="14378" y="720"/>
                  <a:pt x="14280" y="622"/>
                  <a:pt x="14280" y="500"/>
                </a:cubicBezTo>
                <a:cubicBezTo>
                  <a:pt x="14280" y="378"/>
                  <a:pt x="14378" y="280"/>
                  <a:pt x="14500" y="280"/>
                </a:cubicBezTo>
                <a:cubicBezTo>
                  <a:pt x="14622" y="280"/>
                  <a:pt x="14720" y="378"/>
                  <a:pt x="14720" y="500"/>
                </a:cubicBezTo>
                <a:close/>
                <a:moveTo>
                  <a:pt x="15720" y="500"/>
                </a:moveTo>
                <a:cubicBezTo>
                  <a:pt x="15720" y="622"/>
                  <a:pt x="15622" y="720"/>
                  <a:pt x="15500" y="720"/>
                </a:cubicBezTo>
                <a:cubicBezTo>
                  <a:pt x="15378" y="720"/>
                  <a:pt x="15280" y="622"/>
                  <a:pt x="15280" y="500"/>
                </a:cubicBezTo>
                <a:cubicBezTo>
                  <a:pt x="15280" y="378"/>
                  <a:pt x="15378" y="280"/>
                  <a:pt x="15500" y="280"/>
                </a:cubicBezTo>
                <a:cubicBezTo>
                  <a:pt x="15622" y="280"/>
                  <a:pt x="15720" y="378"/>
                  <a:pt x="15720" y="500"/>
                </a:cubicBezTo>
                <a:close/>
                <a:moveTo>
                  <a:pt x="16720" y="500"/>
                </a:moveTo>
                <a:cubicBezTo>
                  <a:pt x="16720" y="622"/>
                  <a:pt x="16622" y="720"/>
                  <a:pt x="16500" y="720"/>
                </a:cubicBezTo>
                <a:cubicBezTo>
                  <a:pt x="16378" y="720"/>
                  <a:pt x="16280" y="622"/>
                  <a:pt x="16280" y="500"/>
                </a:cubicBezTo>
                <a:cubicBezTo>
                  <a:pt x="16280" y="378"/>
                  <a:pt x="16378" y="280"/>
                  <a:pt x="16500" y="280"/>
                </a:cubicBezTo>
                <a:cubicBezTo>
                  <a:pt x="16622" y="280"/>
                  <a:pt x="16720" y="378"/>
                  <a:pt x="16720" y="500"/>
                </a:cubicBezTo>
                <a:close/>
                <a:moveTo>
                  <a:pt x="17720" y="500"/>
                </a:moveTo>
                <a:cubicBezTo>
                  <a:pt x="17720" y="622"/>
                  <a:pt x="17622" y="720"/>
                  <a:pt x="17500" y="720"/>
                </a:cubicBezTo>
                <a:cubicBezTo>
                  <a:pt x="17378" y="720"/>
                  <a:pt x="17280" y="622"/>
                  <a:pt x="17280" y="500"/>
                </a:cubicBezTo>
                <a:cubicBezTo>
                  <a:pt x="17280" y="378"/>
                  <a:pt x="17378" y="280"/>
                  <a:pt x="17500" y="280"/>
                </a:cubicBezTo>
                <a:cubicBezTo>
                  <a:pt x="17622" y="280"/>
                  <a:pt x="17720" y="378"/>
                  <a:pt x="1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8720" y="1500"/>
                </a:moveTo>
                <a:cubicBezTo>
                  <a:pt x="8720" y="1622"/>
                  <a:pt x="8622" y="1720"/>
                  <a:pt x="8500" y="1720"/>
                </a:cubicBezTo>
                <a:cubicBezTo>
                  <a:pt x="8378" y="1720"/>
                  <a:pt x="8280" y="1622"/>
                  <a:pt x="8280" y="1500"/>
                </a:cubicBezTo>
                <a:cubicBezTo>
                  <a:pt x="8280" y="1378"/>
                  <a:pt x="8378" y="1280"/>
                  <a:pt x="8500" y="1280"/>
                </a:cubicBezTo>
                <a:cubicBezTo>
                  <a:pt x="8622" y="1280"/>
                  <a:pt x="8720" y="1378"/>
                  <a:pt x="8720" y="1500"/>
                </a:cubicBezTo>
                <a:close/>
                <a:moveTo>
                  <a:pt x="9720" y="1500"/>
                </a:moveTo>
                <a:cubicBezTo>
                  <a:pt x="9720" y="1622"/>
                  <a:pt x="9622" y="1720"/>
                  <a:pt x="9500" y="1720"/>
                </a:cubicBezTo>
                <a:cubicBezTo>
                  <a:pt x="9378" y="1720"/>
                  <a:pt x="9280" y="1622"/>
                  <a:pt x="9280" y="1500"/>
                </a:cubicBezTo>
                <a:cubicBezTo>
                  <a:pt x="9280" y="1378"/>
                  <a:pt x="9378" y="1280"/>
                  <a:pt x="9500" y="1280"/>
                </a:cubicBezTo>
                <a:cubicBezTo>
                  <a:pt x="9622" y="1280"/>
                  <a:pt x="9720" y="1378"/>
                  <a:pt x="9720" y="1500"/>
                </a:cubicBezTo>
                <a:close/>
                <a:moveTo>
                  <a:pt x="10720" y="1500"/>
                </a:moveTo>
                <a:cubicBezTo>
                  <a:pt x="10720" y="1622"/>
                  <a:pt x="10622" y="1720"/>
                  <a:pt x="10500" y="1720"/>
                </a:cubicBezTo>
                <a:cubicBezTo>
                  <a:pt x="10378" y="1720"/>
                  <a:pt x="10280" y="1622"/>
                  <a:pt x="10280" y="1500"/>
                </a:cubicBezTo>
                <a:cubicBezTo>
                  <a:pt x="10280" y="1378"/>
                  <a:pt x="10378" y="1280"/>
                  <a:pt x="10500" y="1280"/>
                </a:cubicBezTo>
                <a:cubicBezTo>
                  <a:pt x="10622" y="1280"/>
                  <a:pt x="10720" y="1378"/>
                  <a:pt x="10720" y="1500"/>
                </a:cubicBezTo>
                <a:close/>
                <a:moveTo>
                  <a:pt x="11720" y="1500"/>
                </a:moveTo>
                <a:cubicBezTo>
                  <a:pt x="11720" y="1622"/>
                  <a:pt x="11622" y="1720"/>
                  <a:pt x="11500" y="1720"/>
                </a:cubicBezTo>
                <a:cubicBezTo>
                  <a:pt x="11378" y="1720"/>
                  <a:pt x="11280" y="1622"/>
                  <a:pt x="11280" y="1500"/>
                </a:cubicBezTo>
                <a:cubicBezTo>
                  <a:pt x="11280" y="1378"/>
                  <a:pt x="11378" y="1280"/>
                  <a:pt x="11500" y="1280"/>
                </a:cubicBezTo>
                <a:cubicBezTo>
                  <a:pt x="11622" y="1280"/>
                  <a:pt x="11720" y="1378"/>
                  <a:pt x="11720" y="1500"/>
                </a:cubicBezTo>
                <a:close/>
                <a:moveTo>
                  <a:pt x="12720" y="1500"/>
                </a:moveTo>
                <a:cubicBezTo>
                  <a:pt x="12720" y="1622"/>
                  <a:pt x="12622" y="1720"/>
                  <a:pt x="12500" y="1720"/>
                </a:cubicBezTo>
                <a:cubicBezTo>
                  <a:pt x="12378" y="1720"/>
                  <a:pt x="12280" y="1622"/>
                  <a:pt x="12280" y="1500"/>
                </a:cubicBezTo>
                <a:cubicBezTo>
                  <a:pt x="12280" y="1378"/>
                  <a:pt x="12378" y="1280"/>
                  <a:pt x="12500" y="1280"/>
                </a:cubicBezTo>
                <a:cubicBezTo>
                  <a:pt x="12622" y="1280"/>
                  <a:pt x="12720" y="1378"/>
                  <a:pt x="12720" y="1500"/>
                </a:cubicBezTo>
                <a:close/>
                <a:moveTo>
                  <a:pt x="13720" y="1500"/>
                </a:moveTo>
                <a:cubicBezTo>
                  <a:pt x="13720" y="1622"/>
                  <a:pt x="13622" y="1720"/>
                  <a:pt x="13500" y="1720"/>
                </a:cubicBezTo>
                <a:cubicBezTo>
                  <a:pt x="13378" y="1720"/>
                  <a:pt x="13280" y="1622"/>
                  <a:pt x="13280" y="1500"/>
                </a:cubicBezTo>
                <a:cubicBezTo>
                  <a:pt x="13280" y="1378"/>
                  <a:pt x="13378" y="1280"/>
                  <a:pt x="13500" y="1280"/>
                </a:cubicBezTo>
                <a:cubicBezTo>
                  <a:pt x="13622" y="1280"/>
                  <a:pt x="13720" y="1378"/>
                  <a:pt x="13720" y="1500"/>
                </a:cubicBezTo>
                <a:close/>
                <a:moveTo>
                  <a:pt x="14720" y="1500"/>
                </a:moveTo>
                <a:cubicBezTo>
                  <a:pt x="14720" y="1622"/>
                  <a:pt x="14622" y="1720"/>
                  <a:pt x="14500" y="1720"/>
                </a:cubicBezTo>
                <a:cubicBezTo>
                  <a:pt x="14378" y="1720"/>
                  <a:pt x="14280" y="1622"/>
                  <a:pt x="14280" y="1500"/>
                </a:cubicBezTo>
                <a:cubicBezTo>
                  <a:pt x="14280" y="1378"/>
                  <a:pt x="14378" y="1280"/>
                  <a:pt x="14500" y="1280"/>
                </a:cubicBezTo>
                <a:cubicBezTo>
                  <a:pt x="14622" y="1280"/>
                  <a:pt x="14720" y="1378"/>
                  <a:pt x="14720" y="1500"/>
                </a:cubicBezTo>
                <a:close/>
                <a:moveTo>
                  <a:pt x="15720" y="1500"/>
                </a:moveTo>
                <a:cubicBezTo>
                  <a:pt x="15720" y="1622"/>
                  <a:pt x="15622" y="1720"/>
                  <a:pt x="15500" y="1720"/>
                </a:cubicBezTo>
                <a:cubicBezTo>
                  <a:pt x="15378" y="1720"/>
                  <a:pt x="15280" y="1622"/>
                  <a:pt x="15280" y="1500"/>
                </a:cubicBezTo>
                <a:cubicBezTo>
                  <a:pt x="15280" y="1378"/>
                  <a:pt x="15378" y="1280"/>
                  <a:pt x="15500" y="1280"/>
                </a:cubicBezTo>
                <a:cubicBezTo>
                  <a:pt x="15622" y="1280"/>
                  <a:pt x="15720" y="1378"/>
                  <a:pt x="15720" y="1500"/>
                </a:cubicBezTo>
                <a:close/>
                <a:moveTo>
                  <a:pt x="16720" y="1500"/>
                </a:moveTo>
                <a:cubicBezTo>
                  <a:pt x="16720" y="1622"/>
                  <a:pt x="16622" y="1720"/>
                  <a:pt x="16500" y="1720"/>
                </a:cubicBezTo>
                <a:cubicBezTo>
                  <a:pt x="16378" y="1720"/>
                  <a:pt x="16280" y="1622"/>
                  <a:pt x="16280" y="1500"/>
                </a:cubicBezTo>
                <a:cubicBezTo>
                  <a:pt x="16280" y="1378"/>
                  <a:pt x="16378" y="1280"/>
                  <a:pt x="16500" y="1280"/>
                </a:cubicBezTo>
                <a:cubicBezTo>
                  <a:pt x="16622" y="1280"/>
                  <a:pt x="16720" y="1378"/>
                  <a:pt x="16720" y="1500"/>
                </a:cubicBezTo>
                <a:close/>
                <a:moveTo>
                  <a:pt x="17720" y="1500"/>
                </a:moveTo>
                <a:cubicBezTo>
                  <a:pt x="17720" y="1622"/>
                  <a:pt x="17622" y="1720"/>
                  <a:pt x="17500" y="1720"/>
                </a:cubicBezTo>
                <a:cubicBezTo>
                  <a:pt x="17378" y="1720"/>
                  <a:pt x="17280" y="1622"/>
                  <a:pt x="17280" y="1500"/>
                </a:cubicBezTo>
                <a:cubicBezTo>
                  <a:pt x="17280" y="1378"/>
                  <a:pt x="17378" y="1280"/>
                  <a:pt x="17500" y="1280"/>
                </a:cubicBezTo>
                <a:cubicBezTo>
                  <a:pt x="17622" y="1280"/>
                  <a:pt x="17720" y="1378"/>
                  <a:pt x="1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8720" y="2500"/>
                </a:moveTo>
                <a:cubicBezTo>
                  <a:pt x="8720" y="2622"/>
                  <a:pt x="8622" y="2720"/>
                  <a:pt x="8500" y="2720"/>
                </a:cubicBezTo>
                <a:cubicBezTo>
                  <a:pt x="8378" y="2720"/>
                  <a:pt x="8280" y="2622"/>
                  <a:pt x="8280" y="2500"/>
                </a:cubicBezTo>
                <a:cubicBezTo>
                  <a:pt x="8280" y="2378"/>
                  <a:pt x="8378" y="2280"/>
                  <a:pt x="8500" y="2280"/>
                </a:cubicBezTo>
                <a:cubicBezTo>
                  <a:pt x="8622" y="2280"/>
                  <a:pt x="8720" y="2378"/>
                  <a:pt x="8720" y="2500"/>
                </a:cubicBezTo>
                <a:close/>
                <a:moveTo>
                  <a:pt x="9720" y="2500"/>
                </a:moveTo>
                <a:cubicBezTo>
                  <a:pt x="9720" y="2622"/>
                  <a:pt x="9622" y="2720"/>
                  <a:pt x="9500" y="2720"/>
                </a:cubicBezTo>
                <a:cubicBezTo>
                  <a:pt x="9378" y="2720"/>
                  <a:pt x="9280" y="2622"/>
                  <a:pt x="9280" y="2500"/>
                </a:cubicBezTo>
                <a:cubicBezTo>
                  <a:pt x="9280" y="2378"/>
                  <a:pt x="9378" y="2280"/>
                  <a:pt x="9500" y="2280"/>
                </a:cubicBezTo>
                <a:cubicBezTo>
                  <a:pt x="9622" y="2280"/>
                  <a:pt x="9720" y="2378"/>
                  <a:pt x="9720" y="2500"/>
                </a:cubicBezTo>
                <a:close/>
                <a:moveTo>
                  <a:pt x="10720" y="2500"/>
                </a:moveTo>
                <a:cubicBezTo>
                  <a:pt x="10720" y="2622"/>
                  <a:pt x="10622" y="2720"/>
                  <a:pt x="10500" y="2720"/>
                </a:cubicBezTo>
                <a:cubicBezTo>
                  <a:pt x="10378" y="2720"/>
                  <a:pt x="10280" y="2622"/>
                  <a:pt x="10280" y="2500"/>
                </a:cubicBezTo>
                <a:cubicBezTo>
                  <a:pt x="10280" y="2378"/>
                  <a:pt x="10378" y="2280"/>
                  <a:pt x="10500" y="2280"/>
                </a:cubicBezTo>
                <a:cubicBezTo>
                  <a:pt x="10622" y="2280"/>
                  <a:pt x="10720" y="2378"/>
                  <a:pt x="10720" y="2500"/>
                </a:cubicBezTo>
                <a:close/>
                <a:moveTo>
                  <a:pt x="11720" y="2500"/>
                </a:moveTo>
                <a:cubicBezTo>
                  <a:pt x="11720" y="2622"/>
                  <a:pt x="11622" y="2720"/>
                  <a:pt x="11500" y="2720"/>
                </a:cubicBezTo>
                <a:cubicBezTo>
                  <a:pt x="11378" y="2720"/>
                  <a:pt x="11280" y="2622"/>
                  <a:pt x="11280" y="2500"/>
                </a:cubicBezTo>
                <a:cubicBezTo>
                  <a:pt x="11280" y="2378"/>
                  <a:pt x="11378" y="2280"/>
                  <a:pt x="11500" y="2280"/>
                </a:cubicBezTo>
                <a:cubicBezTo>
                  <a:pt x="11622" y="2280"/>
                  <a:pt x="11720" y="2378"/>
                  <a:pt x="11720" y="2500"/>
                </a:cubicBezTo>
                <a:close/>
                <a:moveTo>
                  <a:pt x="12720" y="2500"/>
                </a:moveTo>
                <a:cubicBezTo>
                  <a:pt x="12720" y="2622"/>
                  <a:pt x="12622" y="2720"/>
                  <a:pt x="12500" y="2720"/>
                </a:cubicBezTo>
                <a:cubicBezTo>
                  <a:pt x="12378" y="2720"/>
                  <a:pt x="12280" y="2622"/>
                  <a:pt x="12280" y="2500"/>
                </a:cubicBezTo>
                <a:cubicBezTo>
                  <a:pt x="12280" y="2378"/>
                  <a:pt x="12378" y="2280"/>
                  <a:pt x="12500" y="2280"/>
                </a:cubicBezTo>
                <a:cubicBezTo>
                  <a:pt x="12622" y="2280"/>
                  <a:pt x="12720" y="2378"/>
                  <a:pt x="12720" y="2500"/>
                </a:cubicBezTo>
                <a:close/>
                <a:moveTo>
                  <a:pt x="13720" y="2500"/>
                </a:moveTo>
                <a:cubicBezTo>
                  <a:pt x="13720" y="2622"/>
                  <a:pt x="13622" y="2720"/>
                  <a:pt x="13500" y="2720"/>
                </a:cubicBezTo>
                <a:cubicBezTo>
                  <a:pt x="13378" y="2720"/>
                  <a:pt x="13280" y="2622"/>
                  <a:pt x="13280" y="2500"/>
                </a:cubicBezTo>
                <a:cubicBezTo>
                  <a:pt x="13280" y="2378"/>
                  <a:pt x="13378" y="2280"/>
                  <a:pt x="13500" y="2280"/>
                </a:cubicBezTo>
                <a:cubicBezTo>
                  <a:pt x="13622" y="2280"/>
                  <a:pt x="13720" y="2378"/>
                  <a:pt x="13720" y="2500"/>
                </a:cubicBezTo>
                <a:close/>
                <a:moveTo>
                  <a:pt x="14720" y="2500"/>
                </a:moveTo>
                <a:cubicBezTo>
                  <a:pt x="14720" y="2622"/>
                  <a:pt x="14622" y="2720"/>
                  <a:pt x="14500" y="2720"/>
                </a:cubicBezTo>
                <a:cubicBezTo>
                  <a:pt x="14378" y="2720"/>
                  <a:pt x="14280" y="2622"/>
                  <a:pt x="14280" y="2500"/>
                </a:cubicBezTo>
                <a:cubicBezTo>
                  <a:pt x="14280" y="2378"/>
                  <a:pt x="14378" y="2280"/>
                  <a:pt x="14500" y="2280"/>
                </a:cubicBezTo>
                <a:cubicBezTo>
                  <a:pt x="14622" y="2280"/>
                  <a:pt x="14720" y="2378"/>
                  <a:pt x="14720" y="2500"/>
                </a:cubicBezTo>
                <a:close/>
                <a:moveTo>
                  <a:pt x="15720" y="2500"/>
                </a:moveTo>
                <a:cubicBezTo>
                  <a:pt x="15720" y="2622"/>
                  <a:pt x="15622" y="2720"/>
                  <a:pt x="15500" y="2720"/>
                </a:cubicBezTo>
                <a:cubicBezTo>
                  <a:pt x="15378" y="2720"/>
                  <a:pt x="15280" y="2622"/>
                  <a:pt x="15280" y="2500"/>
                </a:cubicBezTo>
                <a:cubicBezTo>
                  <a:pt x="15280" y="2378"/>
                  <a:pt x="15378" y="2280"/>
                  <a:pt x="15500" y="2280"/>
                </a:cubicBezTo>
                <a:cubicBezTo>
                  <a:pt x="15622" y="2280"/>
                  <a:pt x="15720" y="2378"/>
                  <a:pt x="15720" y="2500"/>
                </a:cubicBezTo>
                <a:close/>
                <a:moveTo>
                  <a:pt x="16720" y="2500"/>
                </a:moveTo>
                <a:cubicBezTo>
                  <a:pt x="16720" y="2622"/>
                  <a:pt x="16622" y="2720"/>
                  <a:pt x="16500" y="2720"/>
                </a:cubicBezTo>
                <a:cubicBezTo>
                  <a:pt x="16378" y="2720"/>
                  <a:pt x="16280" y="2622"/>
                  <a:pt x="16280" y="2500"/>
                </a:cubicBezTo>
                <a:cubicBezTo>
                  <a:pt x="16280" y="2378"/>
                  <a:pt x="16378" y="2280"/>
                  <a:pt x="16500" y="2280"/>
                </a:cubicBezTo>
                <a:cubicBezTo>
                  <a:pt x="16622" y="2280"/>
                  <a:pt x="16720" y="2378"/>
                  <a:pt x="16720" y="2500"/>
                </a:cubicBezTo>
                <a:close/>
                <a:moveTo>
                  <a:pt x="17720" y="2500"/>
                </a:moveTo>
                <a:cubicBezTo>
                  <a:pt x="17720" y="2622"/>
                  <a:pt x="17622" y="2720"/>
                  <a:pt x="17500" y="2720"/>
                </a:cubicBezTo>
                <a:cubicBezTo>
                  <a:pt x="17378" y="2720"/>
                  <a:pt x="17280" y="2622"/>
                  <a:pt x="17280" y="2500"/>
                </a:cubicBezTo>
                <a:cubicBezTo>
                  <a:pt x="17280" y="2378"/>
                  <a:pt x="17378" y="2280"/>
                  <a:pt x="17500" y="2280"/>
                </a:cubicBezTo>
                <a:cubicBezTo>
                  <a:pt x="17622" y="2280"/>
                  <a:pt x="17720" y="2378"/>
                  <a:pt x="1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8720" y="3500"/>
                </a:moveTo>
                <a:cubicBezTo>
                  <a:pt x="8720" y="3622"/>
                  <a:pt x="8622" y="3720"/>
                  <a:pt x="8500" y="3720"/>
                </a:cubicBezTo>
                <a:cubicBezTo>
                  <a:pt x="8378" y="3720"/>
                  <a:pt x="8280" y="3622"/>
                  <a:pt x="8280" y="3500"/>
                </a:cubicBezTo>
                <a:cubicBezTo>
                  <a:pt x="8280" y="3378"/>
                  <a:pt x="8378" y="3280"/>
                  <a:pt x="8500" y="3280"/>
                </a:cubicBezTo>
                <a:cubicBezTo>
                  <a:pt x="8622" y="3280"/>
                  <a:pt x="8720" y="3378"/>
                  <a:pt x="8720" y="3500"/>
                </a:cubicBezTo>
                <a:close/>
                <a:moveTo>
                  <a:pt x="9720" y="3500"/>
                </a:moveTo>
                <a:cubicBezTo>
                  <a:pt x="9720" y="3622"/>
                  <a:pt x="9622" y="3720"/>
                  <a:pt x="9500" y="3720"/>
                </a:cubicBezTo>
                <a:cubicBezTo>
                  <a:pt x="9378" y="3720"/>
                  <a:pt x="9280" y="3622"/>
                  <a:pt x="9280" y="3500"/>
                </a:cubicBezTo>
                <a:cubicBezTo>
                  <a:pt x="9280" y="3378"/>
                  <a:pt x="9378" y="3280"/>
                  <a:pt x="9500" y="3280"/>
                </a:cubicBezTo>
                <a:cubicBezTo>
                  <a:pt x="9622" y="3280"/>
                  <a:pt x="9720" y="3378"/>
                  <a:pt x="9720" y="3500"/>
                </a:cubicBezTo>
                <a:close/>
                <a:moveTo>
                  <a:pt x="10720" y="3500"/>
                </a:moveTo>
                <a:cubicBezTo>
                  <a:pt x="10720" y="3622"/>
                  <a:pt x="10622" y="3720"/>
                  <a:pt x="10500" y="3720"/>
                </a:cubicBezTo>
                <a:cubicBezTo>
                  <a:pt x="10378" y="3720"/>
                  <a:pt x="10280" y="3622"/>
                  <a:pt x="10280" y="3500"/>
                </a:cubicBezTo>
                <a:cubicBezTo>
                  <a:pt x="10280" y="3378"/>
                  <a:pt x="10378" y="3280"/>
                  <a:pt x="10500" y="3280"/>
                </a:cubicBezTo>
                <a:cubicBezTo>
                  <a:pt x="10622" y="3280"/>
                  <a:pt x="10720" y="3378"/>
                  <a:pt x="10720" y="3500"/>
                </a:cubicBezTo>
                <a:close/>
                <a:moveTo>
                  <a:pt x="11720" y="3500"/>
                </a:moveTo>
                <a:cubicBezTo>
                  <a:pt x="11720" y="3622"/>
                  <a:pt x="11622" y="3720"/>
                  <a:pt x="11500" y="3720"/>
                </a:cubicBezTo>
                <a:cubicBezTo>
                  <a:pt x="11378" y="3720"/>
                  <a:pt x="11280" y="3622"/>
                  <a:pt x="11280" y="3500"/>
                </a:cubicBezTo>
                <a:cubicBezTo>
                  <a:pt x="11280" y="3378"/>
                  <a:pt x="11378" y="3280"/>
                  <a:pt x="11500" y="3280"/>
                </a:cubicBezTo>
                <a:cubicBezTo>
                  <a:pt x="11622" y="3280"/>
                  <a:pt x="11720" y="3378"/>
                  <a:pt x="11720" y="3500"/>
                </a:cubicBezTo>
                <a:close/>
                <a:moveTo>
                  <a:pt x="12720" y="3500"/>
                </a:moveTo>
                <a:cubicBezTo>
                  <a:pt x="12720" y="3622"/>
                  <a:pt x="12622" y="3720"/>
                  <a:pt x="12500" y="3720"/>
                </a:cubicBezTo>
                <a:cubicBezTo>
                  <a:pt x="12378" y="3720"/>
                  <a:pt x="12280" y="3622"/>
                  <a:pt x="12280" y="3500"/>
                </a:cubicBezTo>
                <a:cubicBezTo>
                  <a:pt x="12280" y="3378"/>
                  <a:pt x="12378" y="3280"/>
                  <a:pt x="12500" y="3280"/>
                </a:cubicBezTo>
                <a:cubicBezTo>
                  <a:pt x="12622" y="3280"/>
                  <a:pt x="12720" y="3378"/>
                  <a:pt x="12720" y="3500"/>
                </a:cubicBezTo>
                <a:close/>
                <a:moveTo>
                  <a:pt x="13720" y="3500"/>
                </a:moveTo>
                <a:cubicBezTo>
                  <a:pt x="13720" y="3622"/>
                  <a:pt x="13622" y="3720"/>
                  <a:pt x="13500" y="3720"/>
                </a:cubicBezTo>
                <a:cubicBezTo>
                  <a:pt x="13378" y="3720"/>
                  <a:pt x="13280" y="3622"/>
                  <a:pt x="13280" y="3500"/>
                </a:cubicBezTo>
                <a:cubicBezTo>
                  <a:pt x="13280" y="3378"/>
                  <a:pt x="13378" y="3280"/>
                  <a:pt x="13500" y="3280"/>
                </a:cubicBezTo>
                <a:cubicBezTo>
                  <a:pt x="13622" y="3280"/>
                  <a:pt x="13720" y="3378"/>
                  <a:pt x="13720" y="3500"/>
                </a:cubicBezTo>
                <a:close/>
                <a:moveTo>
                  <a:pt x="14720" y="3500"/>
                </a:moveTo>
                <a:cubicBezTo>
                  <a:pt x="14720" y="3622"/>
                  <a:pt x="14622" y="3720"/>
                  <a:pt x="14500" y="3720"/>
                </a:cubicBezTo>
                <a:cubicBezTo>
                  <a:pt x="14378" y="3720"/>
                  <a:pt x="14280" y="3622"/>
                  <a:pt x="14280" y="3500"/>
                </a:cubicBezTo>
                <a:cubicBezTo>
                  <a:pt x="14280" y="3378"/>
                  <a:pt x="14378" y="3280"/>
                  <a:pt x="14500" y="3280"/>
                </a:cubicBezTo>
                <a:cubicBezTo>
                  <a:pt x="14622" y="3280"/>
                  <a:pt x="14720" y="3378"/>
                  <a:pt x="14720" y="3500"/>
                </a:cubicBezTo>
                <a:close/>
                <a:moveTo>
                  <a:pt x="15720" y="3500"/>
                </a:moveTo>
                <a:cubicBezTo>
                  <a:pt x="15720" y="3622"/>
                  <a:pt x="15622" y="3720"/>
                  <a:pt x="15500" y="3720"/>
                </a:cubicBezTo>
                <a:cubicBezTo>
                  <a:pt x="15378" y="3720"/>
                  <a:pt x="15280" y="3622"/>
                  <a:pt x="15280" y="3500"/>
                </a:cubicBezTo>
                <a:cubicBezTo>
                  <a:pt x="15280" y="3378"/>
                  <a:pt x="15378" y="3280"/>
                  <a:pt x="15500" y="3280"/>
                </a:cubicBezTo>
                <a:cubicBezTo>
                  <a:pt x="15622" y="3280"/>
                  <a:pt x="15720" y="3378"/>
                  <a:pt x="15720" y="3500"/>
                </a:cubicBezTo>
                <a:close/>
                <a:moveTo>
                  <a:pt x="16720" y="3500"/>
                </a:moveTo>
                <a:cubicBezTo>
                  <a:pt x="16720" y="3622"/>
                  <a:pt x="16622" y="3720"/>
                  <a:pt x="16500" y="3720"/>
                </a:cubicBezTo>
                <a:cubicBezTo>
                  <a:pt x="16378" y="3720"/>
                  <a:pt x="16280" y="3622"/>
                  <a:pt x="16280" y="3500"/>
                </a:cubicBezTo>
                <a:cubicBezTo>
                  <a:pt x="16280" y="3378"/>
                  <a:pt x="16378" y="3280"/>
                  <a:pt x="16500" y="3280"/>
                </a:cubicBezTo>
                <a:cubicBezTo>
                  <a:pt x="16622" y="3280"/>
                  <a:pt x="16720" y="3378"/>
                  <a:pt x="16720" y="3500"/>
                </a:cubicBezTo>
                <a:close/>
                <a:moveTo>
                  <a:pt x="17720" y="3500"/>
                </a:moveTo>
                <a:cubicBezTo>
                  <a:pt x="17720" y="3622"/>
                  <a:pt x="17622" y="3720"/>
                  <a:pt x="17500" y="3720"/>
                </a:cubicBezTo>
                <a:cubicBezTo>
                  <a:pt x="17378" y="3720"/>
                  <a:pt x="17280" y="3622"/>
                  <a:pt x="17280" y="3500"/>
                </a:cubicBezTo>
                <a:cubicBezTo>
                  <a:pt x="17280" y="3378"/>
                  <a:pt x="17378" y="3280"/>
                  <a:pt x="17500" y="3280"/>
                </a:cubicBezTo>
                <a:cubicBezTo>
                  <a:pt x="17622" y="3280"/>
                  <a:pt x="17720" y="3378"/>
                  <a:pt x="1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8720" y="4500"/>
                </a:moveTo>
                <a:cubicBezTo>
                  <a:pt x="8720" y="4622"/>
                  <a:pt x="8622" y="4720"/>
                  <a:pt x="8500" y="4720"/>
                </a:cubicBezTo>
                <a:cubicBezTo>
                  <a:pt x="8378" y="4720"/>
                  <a:pt x="8280" y="4622"/>
                  <a:pt x="8280" y="4500"/>
                </a:cubicBezTo>
                <a:cubicBezTo>
                  <a:pt x="8280" y="4378"/>
                  <a:pt x="8378" y="4280"/>
                  <a:pt x="8500" y="4280"/>
                </a:cubicBezTo>
                <a:cubicBezTo>
                  <a:pt x="8622" y="4280"/>
                  <a:pt x="8720" y="4378"/>
                  <a:pt x="8720" y="4500"/>
                </a:cubicBezTo>
                <a:close/>
                <a:moveTo>
                  <a:pt x="9720" y="4500"/>
                </a:moveTo>
                <a:cubicBezTo>
                  <a:pt x="9720" y="4622"/>
                  <a:pt x="9622" y="4720"/>
                  <a:pt x="9500" y="4720"/>
                </a:cubicBezTo>
                <a:cubicBezTo>
                  <a:pt x="9378" y="4720"/>
                  <a:pt x="9280" y="4622"/>
                  <a:pt x="9280" y="4500"/>
                </a:cubicBezTo>
                <a:cubicBezTo>
                  <a:pt x="9280" y="4378"/>
                  <a:pt x="9378" y="4280"/>
                  <a:pt x="9500" y="4280"/>
                </a:cubicBezTo>
                <a:cubicBezTo>
                  <a:pt x="9622" y="4280"/>
                  <a:pt x="9720" y="4378"/>
                  <a:pt x="9720" y="4500"/>
                </a:cubicBezTo>
                <a:close/>
                <a:moveTo>
                  <a:pt x="10720" y="4500"/>
                </a:moveTo>
                <a:cubicBezTo>
                  <a:pt x="10720" y="4622"/>
                  <a:pt x="10622" y="4720"/>
                  <a:pt x="10500" y="4720"/>
                </a:cubicBezTo>
                <a:cubicBezTo>
                  <a:pt x="10378" y="4720"/>
                  <a:pt x="10280" y="4622"/>
                  <a:pt x="10280" y="4500"/>
                </a:cubicBezTo>
                <a:cubicBezTo>
                  <a:pt x="10280" y="4378"/>
                  <a:pt x="10378" y="4280"/>
                  <a:pt x="10500" y="4280"/>
                </a:cubicBezTo>
                <a:cubicBezTo>
                  <a:pt x="10622" y="4280"/>
                  <a:pt x="10720" y="4378"/>
                  <a:pt x="10720" y="4500"/>
                </a:cubicBezTo>
                <a:close/>
                <a:moveTo>
                  <a:pt x="11720" y="4500"/>
                </a:moveTo>
                <a:cubicBezTo>
                  <a:pt x="11720" y="4622"/>
                  <a:pt x="11622" y="4720"/>
                  <a:pt x="11500" y="4720"/>
                </a:cubicBezTo>
                <a:cubicBezTo>
                  <a:pt x="11378" y="4720"/>
                  <a:pt x="11280" y="4622"/>
                  <a:pt x="11280" y="4500"/>
                </a:cubicBezTo>
                <a:cubicBezTo>
                  <a:pt x="11280" y="4378"/>
                  <a:pt x="11378" y="4280"/>
                  <a:pt x="11500" y="4280"/>
                </a:cubicBezTo>
                <a:cubicBezTo>
                  <a:pt x="11622" y="4280"/>
                  <a:pt x="11720" y="4378"/>
                  <a:pt x="11720" y="4500"/>
                </a:cubicBezTo>
                <a:close/>
                <a:moveTo>
                  <a:pt x="12720" y="4500"/>
                </a:moveTo>
                <a:cubicBezTo>
                  <a:pt x="12720" y="4622"/>
                  <a:pt x="12622" y="4720"/>
                  <a:pt x="12500" y="4720"/>
                </a:cubicBezTo>
                <a:cubicBezTo>
                  <a:pt x="12378" y="4720"/>
                  <a:pt x="12280" y="4622"/>
                  <a:pt x="12280" y="4500"/>
                </a:cubicBezTo>
                <a:cubicBezTo>
                  <a:pt x="12280" y="4378"/>
                  <a:pt x="12378" y="4280"/>
                  <a:pt x="12500" y="4280"/>
                </a:cubicBezTo>
                <a:cubicBezTo>
                  <a:pt x="12622" y="4280"/>
                  <a:pt x="12720" y="4378"/>
                  <a:pt x="12720" y="4500"/>
                </a:cubicBezTo>
                <a:close/>
                <a:moveTo>
                  <a:pt x="13720" y="4500"/>
                </a:moveTo>
                <a:cubicBezTo>
                  <a:pt x="13720" y="4622"/>
                  <a:pt x="13622" y="4720"/>
                  <a:pt x="13500" y="4720"/>
                </a:cubicBezTo>
                <a:cubicBezTo>
                  <a:pt x="13378" y="4720"/>
                  <a:pt x="13280" y="4622"/>
                  <a:pt x="13280" y="4500"/>
                </a:cubicBezTo>
                <a:cubicBezTo>
                  <a:pt x="13280" y="4378"/>
                  <a:pt x="13378" y="4280"/>
                  <a:pt x="13500" y="4280"/>
                </a:cubicBezTo>
                <a:cubicBezTo>
                  <a:pt x="13622" y="4280"/>
                  <a:pt x="13720" y="4378"/>
                  <a:pt x="13720" y="4500"/>
                </a:cubicBezTo>
                <a:close/>
                <a:moveTo>
                  <a:pt x="14720" y="4500"/>
                </a:moveTo>
                <a:cubicBezTo>
                  <a:pt x="14720" y="4622"/>
                  <a:pt x="14622" y="4720"/>
                  <a:pt x="14500" y="4720"/>
                </a:cubicBezTo>
                <a:cubicBezTo>
                  <a:pt x="14378" y="4720"/>
                  <a:pt x="14280" y="4622"/>
                  <a:pt x="14280" y="4500"/>
                </a:cubicBezTo>
                <a:cubicBezTo>
                  <a:pt x="14280" y="4378"/>
                  <a:pt x="14378" y="4280"/>
                  <a:pt x="14500" y="4280"/>
                </a:cubicBezTo>
                <a:cubicBezTo>
                  <a:pt x="14622" y="4280"/>
                  <a:pt x="14720" y="4378"/>
                  <a:pt x="14720" y="4500"/>
                </a:cubicBezTo>
                <a:close/>
                <a:moveTo>
                  <a:pt x="15720" y="4500"/>
                </a:moveTo>
                <a:cubicBezTo>
                  <a:pt x="15720" y="4622"/>
                  <a:pt x="15622" y="4720"/>
                  <a:pt x="15500" y="4720"/>
                </a:cubicBezTo>
                <a:cubicBezTo>
                  <a:pt x="15378" y="4720"/>
                  <a:pt x="15280" y="4622"/>
                  <a:pt x="15280" y="4500"/>
                </a:cubicBezTo>
                <a:cubicBezTo>
                  <a:pt x="15280" y="4378"/>
                  <a:pt x="15378" y="4280"/>
                  <a:pt x="15500" y="4280"/>
                </a:cubicBezTo>
                <a:cubicBezTo>
                  <a:pt x="15622" y="4280"/>
                  <a:pt x="15720" y="4378"/>
                  <a:pt x="15720" y="4500"/>
                </a:cubicBezTo>
                <a:close/>
                <a:moveTo>
                  <a:pt x="16720" y="4500"/>
                </a:moveTo>
                <a:cubicBezTo>
                  <a:pt x="16720" y="4622"/>
                  <a:pt x="16622" y="4720"/>
                  <a:pt x="16500" y="4720"/>
                </a:cubicBezTo>
                <a:cubicBezTo>
                  <a:pt x="16378" y="4720"/>
                  <a:pt x="16280" y="4622"/>
                  <a:pt x="16280" y="4500"/>
                </a:cubicBezTo>
                <a:cubicBezTo>
                  <a:pt x="16280" y="4378"/>
                  <a:pt x="16378" y="4280"/>
                  <a:pt x="16500" y="4280"/>
                </a:cubicBezTo>
                <a:cubicBezTo>
                  <a:pt x="16622" y="4280"/>
                  <a:pt x="16720" y="4378"/>
                  <a:pt x="16720" y="4500"/>
                </a:cubicBezTo>
                <a:close/>
                <a:moveTo>
                  <a:pt x="17720" y="4500"/>
                </a:moveTo>
                <a:cubicBezTo>
                  <a:pt x="17720" y="4622"/>
                  <a:pt x="17622" y="4720"/>
                  <a:pt x="17500" y="4720"/>
                </a:cubicBezTo>
                <a:cubicBezTo>
                  <a:pt x="17378" y="4720"/>
                  <a:pt x="17280" y="4622"/>
                  <a:pt x="17280" y="4500"/>
                </a:cubicBezTo>
                <a:cubicBezTo>
                  <a:pt x="17280" y="4378"/>
                  <a:pt x="17378" y="4280"/>
                  <a:pt x="17500" y="4280"/>
                </a:cubicBezTo>
                <a:cubicBezTo>
                  <a:pt x="17622" y="4280"/>
                  <a:pt x="17720" y="4378"/>
                  <a:pt x="1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8720" y="5500"/>
                </a:moveTo>
                <a:cubicBezTo>
                  <a:pt x="8720" y="5622"/>
                  <a:pt x="8622" y="5720"/>
                  <a:pt x="8500" y="5720"/>
                </a:cubicBezTo>
                <a:cubicBezTo>
                  <a:pt x="8378" y="5720"/>
                  <a:pt x="8280" y="5622"/>
                  <a:pt x="8280" y="5500"/>
                </a:cubicBezTo>
                <a:cubicBezTo>
                  <a:pt x="8280" y="5378"/>
                  <a:pt x="8378" y="5280"/>
                  <a:pt x="8500" y="5280"/>
                </a:cubicBezTo>
                <a:cubicBezTo>
                  <a:pt x="8622" y="5280"/>
                  <a:pt x="8720" y="5378"/>
                  <a:pt x="8720" y="5500"/>
                </a:cubicBezTo>
                <a:close/>
                <a:moveTo>
                  <a:pt x="9720" y="5500"/>
                </a:moveTo>
                <a:cubicBezTo>
                  <a:pt x="9720" y="5622"/>
                  <a:pt x="9622" y="5720"/>
                  <a:pt x="9500" y="5720"/>
                </a:cubicBezTo>
                <a:cubicBezTo>
                  <a:pt x="9378" y="5720"/>
                  <a:pt x="9280" y="5622"/>
                  <a:pt x="9280" y="5500"/>
                </a:cubicBezTo>
                <a:cubicBezTo>
                  <a:pt x="9280" y="5378"/>
                  <a:pt x="9378" y="5280"/>
                  <a:pt x="9500" y="5280"/>
                </a:cubicBezTo>
                <a:cubicBezTo>
                  <a:pt x="9622" y="5280"/>
                  <a:pt x="9720" y="5378"/>
                  <a:pt x="9720" y="5500"/>
                </a:cubicBezTo>
                <a:close/>
                <a:moveTo>
                  <a:pt x="10720" y="5500"/>
                </a:moveTo>
                <a:cubicBezTo>
                  <a:pt x="10720" y="5622"/>
                  <a:pt x="10622" y="5720"/>
                  <a:pt x="10500" y="5720"/>
                </a:cubicBezTo>
                <a:cubicBezTo>
                  <a:pt x="10378" y="5720"/>
                  <a:pt x="10280" y="5622"/>
                  <a:pt x="10280" y="5500"/>
                </a:cubicBezTo>
                <a:cubicBezTo>
                  <a:pt x="10280" y="5378"/>
                  <a:pt x="10378" y="5280"/>
                  <a:pt x="10500" y="5280"/>
                </a:cubicBezTo>
                <a:cubicBezTo>
                  <a:pt x="10622" y="5280"/>
                  <a:pt x="10720" y="5378"/>
                  <a:pt x="10720" y="5500"/>
                </a:cubicBezTo>
                <a:close/>
                <a:moveTo>
                  <a:pt x="11720" y="5500"/>
                </a:moveTo>
                <a:cubicBezTo>
                  <a:pt x="11720" y="5622"/>
                  <a:pt x="11622" y="5720"/>
                  <a:pt x="11500" y="5720"/>
                </a:cubicBezTo>
                <a:cubicBezTo>
                  <a:pt x="11378" y="5720"/>
                  <a:pt x="11280" y="5622"/>
                  <a:pt x="11280" y="5500"/>
                </a:cubicBezTo>
                <a:cubicBezTo>
                  <a:pt x="11280" y="5378"/>
                  <a:pt x="11378" y="5280"/>
                  <a:pt x="11500" y="5280"/>
                </a:cubicBezTo>
                <a:cubicBezTo>
                  <a:pt x="11622" y="5280"/>
                  <a:pt x="11720" y="5378"/>
                  <a:pt x="11720" y="5500"/>
                </a:cubicBezTo>
                <a:close/>
                <a:moveTo>
                  <a:pt x="12720" y="5500"/>
                </a:moveTo>
                <a:cubicBezTo>
                  <a:pt x="12720" y="5622"/>
                  <a:pt x="12622" y="5720"/>
                  <a:pt x="12500" y="5720"/>
                </a:cubicBezTo>
                <a:cubicBezTo>
                  <a:pt x="12378" y="5720"/>
                  <a:pt x="12280" y="5622"/>
                  <a:pt x="12280" y="5500"/>
                </a:cubicBezTo>
                <a:cubicBezTo>
                  <a:pt x="12280" y="5378"/>
                  <a:pt x="12378" y="5280"/>
                  <a:pt x="12500" y="5280"/>
                </a:cubicBezTo>
                <a:cubicBezTo>
                  <a:pt x="12622" y="5280"/>
                  <a:pt x="12720" y="5378"/>
                  <a:pt x="12720" y="5500"/>
                </a:cubicBezTo>
                <a:close/>
                <a:moveTo>
                  <a:pt x="13720" y="5500"/>
                </a:moveTo>
                <a:cubicBezTo>
                  <a:pt x="13720" y="5622"/>
                  <a:pt x="13622" y="5720"/>
                  <a:pt x="13500" y="5720"/>
                </a:cubicBezTo>
                <a:cubicBezTo>
                  <a:pt x="13378" y="5720"/>
                  <a:pt x="13280" y="5622"/>
                  <a:pt x="13280" y="5500"/>
                </a:cubicBezTo>
                <a:cubicBezTo>
                  <a:pt x="13280" y="5378"/>
                  <a:pt x="13378" y="5280"/>
                  <a:pt x="13500" y="5280"/>
                </a:cubicBezTo>
                <a:cubicBezTo>
                  <a:pt x="13622" y="5280"/>
                  <a:pt x="13720" y="5378"/>
                  <a:pt x="13720" y="5500"/>
                </a:cubicBezTo>
                <a:close/>
                <a:moveTo>
                  <a:pt x="14720" y="5500"/>
                </a:moveTo>
                <a:cubicBezTo>
                  <a:pt x="14720" y="5622"/>
                  <a:pt x="14622" y="5720"/>
                  <a:pt x="14500" y="5720"/>
                </a:cubicBezTo>
                <a:cubicBezTo>
                  <a:pt x="14378" y="5720"/>
                  <a:pt x="14280" y="5622"/>
                  <a:pt x="14280" y="5500"/>
                </a:cubicBezTo>
                <a:cubicBezTo>
                  <a:pt x="14280" y="5378"/>
                  <a:pt x="14378" y="5280"/>
                  <a:pt x="14500" y="5280"/>
                </a:cubicBezTo>
                <a:cubicBezTo>
                  <a:pt x="14622" y="5280"/>
                  <a:pt x="14720" y="5378"/>
                  <a:pt x="14720" y="5500"/>
                </a:cubicBezTo>
                <a:close/>
                <a:moveTo>
                  <a:pt x="15720" y="5500"/>
                </a:moveTo>
                <a:cubicBezTo>
                  <a:pt x="15720" y="5622"/>
                  <a:pt x="15622" y="5720"/>
                  <a:pt x="15500" y="5720"/>
                </a:cubicBezTo>
                <a:cubicBezTo>
                  <a:pt x="15378" y="5720"/>
                  <a:pt x="15280" y="5622"/>
                  <a:pt x="15280" y="5500"/>
                </a:cubicBezTo>
                <a:cubicBezTo>
                  <a:pt x="15280" y="5378"/>
                  <a:pt x="15378" y="5280"/>
                  <a:pt x="15500" y="5280"/>
                </a:cubicBezTo>
                <a:cubicBezTo>
                  <a:pt x="15622" y="5280"/>
                  <a:pt x="15720" y="5378"/>
                  <a:pt x="15720" y="5500"/>
                </a:cubicBezTo>
                <a:close/>
                <a:moveTo>
                  <a:pt x="16720" y="5500"/>
                </a:moveTo>
                <a:cubicBezTo>
                  <a:pt x="16720" y="5622"/>
                  <a:pt x="16622" y="5720"/>
                  <a:pt x="16500" y="5720"/>
                </a:cubicBezTo>
                <a:cubicBezTo>
                  <a:pt x="16378" y="5720"/>
                  <a:pt x="16280" y="5622"/>
                  <a:pt x="16280" y="5500"/>
                </a:cubicBezTo>
                <a:cubicBezTo>
                  <a:pt x="16280" y="5378"/>
                  <a:pt x="16378" y="5280"/>
                  <a:pt x="16500" y="5280"/>
                </a:cubicBezTo>
                <a:cubicBezTo>
                  <a:pt x="16622" y="5280"/>
                  <a:pt x="16720" y="5378"/>
                  <a:pt x="16720" y="5500"/>
                </a:cubicBezTo>
                <a:close/>
                <a:moveTo>
                  <a:pt x="17720" y="5500"/>
                </a:moveTo>
                <a:cubicBezTo>
                  <a:pt x="17720" y="5622"/>
                  <a:pt x="17622" y="5720"/>
                  <a:pt x="17500" y="5720"/>
                </a:cubicBezTo>
                <a:cubicBezTo>
                  <a:pt x="17378" y="5720"/>
                  <a:pt x="17280" y="5622"/>
                  <a:pt x="17280" y="5500"/>
                </a:cubicBezTo>
                <a:cubicBezTo>
                  <a:pt x="17280" y="5378"/>
                  <a:pt x="17378" y="5280"/>
                  <a:pt x="17500" y="5280"/>
                </a:cubicBezTo>
                <a:cubicBezTo>
                  <a:pt x="17622" y="5280"/>
                  <a:pt x="17720" y="5378"/>
                  <a:pt x="1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8720" y="6500"/>
                </a:moveTo>
                <a:cubicBezTo>
                  <a:pt x="8720" y="6622"/>
                  <a:pt x="8622" y="6720"/>
                  <a:pt x="8500" y="6720"/>
                </a:cubicBezTo>
                <a:cubicBezTo>
                  <a:pt x="8378" y="6720"/>
                  <a:pt x="8280" y="6622"/>
                  <a:pt x="8280" y="6500"/>
                </a:cubicBezTo>
                <a:cubicBezTo>
                  <a:pt x="8280" y="6378"/>
                  <a:pt x="8378" y="6280"/>
                  <a:pt x="8500" y="6280"/>
                </a:cubicBezTo>
                <a:cubicBezTo>
                  <a:pt x="8622" y="6280"/>
                  <a:pt x="8720" y="6378"/>
                  <a:pt x="8720" y="6500"/>
                </a:cubicBezTo>
                <a:close/>
                <a:moveTo>
                  <a:pt x="9720" y="6500"/>
                </a:moveTo>
                <a:cubicBezTo>
                  <a:pt x="9720" y="6622"/>
                  <a:pt x="9622" y="6720"/>
                  <a:pt x="9500" y="6720"/>
                </a:cubicBezTo>
                <a:cubicBezTo>
                  <a:pt x="9378" y="6720"/>
                  <a:pt x="9280" y="6622"/>
                  <a:pt x="9280" y="6500"/>
                </a:cubicBezTo>
                <a:cubicBezTo>
                  <a:pt x="9280" y="6378"/>
                  <a:pt x="9378" y="6280"/>
                  <a:pt x="9500" y="6280"/>
                </a:cubicBezTo>
                <a:cubicBezTo>
                  <a:pt x="9622" y="6280"/>
                  <a:pt x="9720" y="6378"/>
                  <a:pt x="9720" y="6500"/>
                </a:cubicBezTo>
                <a:close/>
                <a:moveTo>
                  <a:pt x="10720" y="6500"/>
                </a:moveTo>
                <a:cubicBezTo>
                  <a:pt x="10720" y="6622"/>
                  <a:pt x="10622" y="6720"/>
                  <a:pt x="10500" y="6720"/>
                </a:cubicBezTo>
                <a:cubicBezTo>
                  <a:pt x="10378" y="6720"/>
                  <a:pt x="10280" y="6622"/>
                  <a:pt x="10280" y="6500"/>
                </a:cubicBezTo>
                <a:cubicBezTo>
                  <a:pt x="10280" y="6378"/>
                  <a:pt x="10378" y="6280"/>
                  <a:pt x="10500" y="6280"/>
                </a:cubicBezTo>
                <a:cubicBezTo>
                  <a:pt x="10622" y="6280"/>
                  <a:pt x="10720" y="6378"/>
                  <a:pt x="10720" y="6500"/>
                </a:cubicBezTo>
                <a:close/>
                <a:moveTo>
                  <a:pt x="11720" y="6500"/>
                </a:moveTo>
                <a:cubicBezTo>
                  <a:pt x="11720" y="6622"/>
                  <a:pt x="11622" y="6720"/>
                  <a:pt x="11500" y="6720"/>
                </a:cubicBezTo>
                <a:cubicBezTo>
                  <a:pt x="11378" y="6720"/>
                  <a:pt x="11280" y="6622"/>
                  <a:pt x="11280" y="6500"/>
                </a:cubicBezTo>
                <a:cubicBezTo>
                  <a:pt x="11280" y="6378"/>
                  <a:pt x="11378" y="6280"/>
                  <a:pt x="11500" y="6280"/>
                </a:cubicBezTo>
                <a:cubicBezTo>
                  <a:pt x="11622" y="6280"/>
                  <a:pt x="11720" y="6378"/>
                  <a:pt x="11720" y="6500"/>
                </a:cubicBezTo>
                <a:close/>
                <a:moveTo>
                  <a:pt x="12720" y="6500"/>
                </a:moveTo>
                <a:cubicBezTo>
                  <a:pt x="12720" y="6622"/>
                  <a:pt x="12622" y="6720"/>
                  <a:pt x="12500" y="6720"/>
                </a:cubicBezTo>
                <a:cubicBezTo>
                  <a:pt x="12378" y="6720"/>
                  <a:pt x="12280" y="6622"/>
                  <a:pt x="12280" y="6500"/>
                </a:cubicBezTo>
                <a:cubicBezTo>
                  <a:pt x="12280" y="6378"/>
                  <a:pt x="12378" y="6280"/>
                  <a:pt x="12500" y="6280"/>
                </a:cubicBezTo>
                <a:cubicBezTo>
                  <a:pt x="12622" y="6280"/>
                  <a:pt x="12720" y="6378"/>
                  <a:pt x="12720" y="6500"/>
                </a:cubicBezTo>
                <a:close/>
                <a:moveTo>
                  <a:pt x="13720" y="6500"/>
                </a:moveTo>
                <a:cubicBezTo>
                  <a:pt x="13720" y="6622"/>
                  <a:pt x="13622" y="6720"/>
                  <a:pt x="13500" y="6720"/>
                </a:cubicBezTo>
                <a:cubicBezTo>
                  <a:pt x="13378" y="6720"/>
                  <a:pt x="13280" y="6622"/>
                  <a:pt x="13280" y="6500"/>
                </a:cubicBezTo>
                <a:cubicBezTo>
                  <a:pt x="13280" y="6378"/>
                  <a:pt x="13378" y="6280"/>
                  <a:pt x="13500" y="6280"/>
                </a:cubicBezTo>
                <a:cubicBezTo>
                  <a:pt x="13622" y="6280"/>
                  <a:pt x="13720" y="6378"/>
                  <a:pt x="13720" y="6500"/>
                </a:cubicBezTo>
                <a:close/>
                <a:moveTo>
                  <a:pt x="14720" y="6500"/>
                </a:moveTo>
                <a:cubicBezTo>
                  <a:pt x="14720" y="6622"/>
                  <a:pt x="14622" y="6720"/>
                  <a:pt x="14500" y="6720"/>
                </a:cubicBezTo>
                <a:cubicBezTo>
                  <a:pt x="14378" y="6720"/>
                  <a:pt x="14280" y="6622"/>
                  <a:pt x="14280" y="6500"/>
                </a:cubicBezTo>
                <a:cubicBezTo>
                  <a:pt x="14280" y="6378"/>
                  <a:pt x="14378" y="6280"/>
                  <a:pt x="14500" y="6280"/>
                </a:cubicBezTo>
                <a:cubicBezTo>
                  <a:pt x="14622" y="6280"/>
                  <a:pt x="14720" y="6378"/>
                  <a:pt x="14720" y="6500"/>
                </a:cubicBezTo>
                <a:close/>
                <a:moveTo>
                  <a:pt x="15720" y="6500"/>
                </a:moveTo>
                <a:cubicBezTo>
                  <a:pt x="15720" y="6622"/>
                  <a:pt x="15622" y="6720"/>
                  <a:pt x="15500" y="6720"/>
                </a:cubicBezTo>
                <a:cubicBezTo>
                  <a:pt x="15378" y="6720"/>
                  <a:pt x="15280" y="6622"/>
                  <a:pt x="15280" y="6500"/>
                </a:cubicBezTo>
                <a:cubicBezTo>
                  <a:pt x="15280" y="6378"/>
                  <a:pt x="15378" y="6280"/>
                  <a:pt x="15500" y="6280"/>
                </a:cubicBezTo>
                <a:cubicBezTo>
                  <a:pt x="15622" y="6280"/>
                  <a:pt x="15720" y="6378"/>
                  <a:pt x="15720" y="6500"/>
                </a:cubicBezTo>
                <a:close/>
                <a:moveTo>
                  <a:pt x="16720" y="6500"/>
                </a:moveTo>
                <a:cubicBezTo>
                  <a:pt x="16720" y="6622"/>
                  <a:pt x="16622" y="6720"/>
                  <a:pt x="16500" y="6720"/>
                </a:cubicBezTo>
                <a:cubicBezTo>
                  <a:pt x="16378" y="6720"/>
                  <a:pt x="16280" y="6622"/>
                  <a:pt x="16280" y="6500"/>
                </a:cubicBezTo>
                <a:cubicBezTo>
                  <a:pt x="16280" y="6378"/>
                  <a:pt x="16378" y="6280"/>
                  <a:pt x="16500" y="6280"/>
                </a:cubicBezTo>
                <a:cubicBezTo>
                  <a:pt x="16622" y="6280"/>
                  <a:pt x="16720" y="6378"/>
                  <a:pt x="16720" y="6500"/>
                </a:cubicBezTo>
                <a:close/>
                <a:moveTo>
                  <a:pt x="17720" y="6500"/>
                </a:moveTo>
                <a:cubicBezTo>
                  <a:pt x="17720" y="6622"/>
                  <a:pt x="17622" y="6720"/>
                  <a:pt x="17500" y="6720"/>
                </a:cubicBezTo>
                <a:cubicBezTo>
                  <a:pt x="17378" y="6720"/>
                  <a:pt x="17280" y="6622"/>
                  <a:pt x="17280" y="6500"/>
                </a:cubicBezTo>
                <a:cubicBezTo>
                  <a:pt x="17280" y="6378"/>
                  <a:pt x="17378" y="6280"/>
                  <a:pt x="17500" y="6280"/>
                </a:cubicBezTo>
                <a:cubicBezTo>
                  <a:pt x="17622" y="6280"/>
                  <a:pt x="17720" y="6378"/>
                  <a:pt x="1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8720" y="7500"/>
                </a:moveTo>
                <a:cubicBezTo>
                  <a:pt x="8720" y="7622"/>
                  <a:pt x="8622" y="7720"/>
                  <a:pt x="8500" y="7720"/>
                </a:cubicBezTo>
                <a:cubicBezTo>
                  <a:pt x="8378" y="7720"/>
                  <a:pt x="8280" y="7622"/>
                  <a:pt x="8280" y="7500"/>
                </a:cubicBezTo>
                <a:cubicBezTo>
                  <a:pt x="8280" y="7378"/>
                  <a:pt x="8378" y="7280"/>
                  <a:pt x="8500" y="7280"/>
                </a:cubicBezTo>
                <a:cubicBezTo>
                  <a:pt x="8622" y="7280"/>
                  <a:pt x="8720" y="7378"/>
                  <a:pt x="8720" y="7500"/>
                </a:cubicBezTo>
                <a:close/>
                <a:moveTo>
                  <a:pt x="9720" y="7500"/>
                </a:moveTo>
                <a:cubicBezTo>
                  <a:pt x="9720" y="7622"/>
                  <a:pt x="9622" y="7720"/>
                  <a:pt x="9500" y="7720"/>
                </a:cubicBezTo>
                <a:cubicBezTo>
                  <a:pt x="9378" y="7720"/>
                  <a:pt x="9280" y="7622"/>
                  <a:pt x="9280" y="7500"/>
                </a:cubicBezTo>
                <a:cubicBezTo>
                  <a:pt x="9280" y="7378"/>
                  <a:pt x="9378" y="7280"/>
                  <a:pt x="9500" y="7280"/>
                </a:cubicBezTo>
                <a:cubicBezTo>
                  <a:pt x="9622" y="7280"/>
                  <a:pt x="9720" y="7378"/>
                  <a:pt x="9720" y="7500"/>
                </a:cubicBezTo>
                <a:close/>
                <a:moveTo>
                  <a:pt x="10720" y="7500"/>
                </a:moveTo>
                <a:cubicBezTo>
                  <a:pt x="10720" y="7622"/>
                  <a:pt x="10622" y="7720"/>
                  <a:pt x="10500" y="7720"/>
                </a:cubicBezTo>
                <a:cubicBezTo>
                  <a:pt x="10378" y="7720"/>
                  <a:pt x="10280" y="7622"/>
                  <a:pt x="10280" y="7500"/>
                </a:cubicBezTo>
                <a:cubicBezTo>
                  <a:pt x="10280" y="7378"/>
                  <a:pt x="10378" y="7280"/>
                  <a:pt x="10500" y="7280"/>
                </a:cubicBezTo>
                <a:cubicBezTo>
                  <a:pt x="10622" y="7280"/>
                  <a:pt x="10720" y="7378"/>
                  <a:pt x="10720" y="7500"/>
                </a:cubicBezTo>
                <a:close/>
                <a:moveTo>
                  <a:pt x="11720" y="7500"/>
                </a:moveTo>
                <a:cubicBezTo>
                  <a:pt x="11720" y="7622"/>
                  <a:pt x="11622" y="7720"/>
                  <a:pt x="11500" y="7720"/>
                </a:cubicBezTo>
                <a:cubicBezTo>
                  <a:pt x="11378" y="7720"/>
                  <a:pt x="11280" y="7622"/>
                  <a:pt x="11280" y="7500"/>
                </a:cubicBezTo>
                <a:cubicBezTo>
                  <a:pt x="11280" y="7378"/>
                  <a:pt x="11378" y="7280"/>
                  <a:pt x="11500" y="7280"/>
                </a:cubicBezTo>
                <a:cubicBezTo>
                  <a:pt x="11622" y="7280"/>
                  <a:pt x="11720" y="7378"/>
                  <a:pt x="11720" y="7500"/>
                </a:cubicBezTo>
                <a:close/>
                <a:moveTo>
                  <a:pt x="12720" y="7500"/>
                </a:moveTo>
                <a:cubicBezTo>
                  <a:pt x="12720" y="7622"/>
                  <a:pt x="12622" y="7720"/>
                  <a:pt x="12500" y="7720"/>
                </a:cubicBezTo>
                <a:cubicBezTo>
                  <a:pt x="12378" y="7720"/>
                  <a:pt x="12280" y="7622"/>
                  <a:pt x="12280" y="7500"/>
                </a:cubicBezTo>
                <a:cubicBezTo>
                  <a:pt x="12280" y="7378"/>
                  <a:pt x="12378" y="7280"/>
                  <a:pt x="12500" y="7280"/>
                </a:cubicBezTo>
                <a:cubicBezTo>
                  <a:pt x="12622" y="7280"/>
                  <a:pt x="12720" y="7378"/>
                  <a:pt x="12720" y="7500"/>
                </a:cubicBezTo>
                <a:close/>
                <a:moveTo>
                  <a:pt x="13720" y="7500"/>
                </a:moveTo>
                <a:cubicBezTo>
                  <a:pt x="13720" y="7622"/>
                  <a:pt x="13622" y="7720"/>
                  <a:pt x="13500" y="7720"/>
                </a:cubicBezTo>
                <a:cubicBezTo>
                  <a:pt x="13378" y="7720"/>
                  <a:pt x="13280" y="7622"/>
                  <a:pt x="13280" y="7500"/>
                </a:cubicBezTo>
                <a:cubicBezTo>
                  <a:pt x="13280" y="7378"/>
                  <a:pt x="13378" y="7280"/>
                  <a:pt x="13500" y="7280"/>
                </a:cubicBezTo>
                <a:cubicBezTo>
                  <a:pt x="13622" y="7280"/>
                  <a:pt x="13720" y="7378"/>
                  <a:pt x="13720" y="7500"/>
                </a:cubicBezTo>
                <a:close/>
                <a:moveTo>
                  <a:pt x="14720" y="7500"/>
                </a:moveTo>
                <a:cubicBezTo>
                  <a:pt x="14720" y="7622"/>
                  <a:pt x="14622" y="7720"/>
                  <a:pt x="14500" y="7720"/>
                </a:cubicBezTo>
                <a:cubicBezTo>
                  <a:pt x="14378" y="7720"/>
                  <a:pt x="14280" y="7622"/>
                  <a:pt x="14280" y="7500"/>
                </a:cubicBezTo>
                <a:cubicBezTo>
                  <a:pt x="14280" y="7378"/>
                  <a:pt x="14378" y="7280"/>
                  <a:pt x="14500" y="7280"/>
                </a:cubicBezTo>
                <a:cubicBezTo>
                  <a:pt x="14622" y="7280"/>
                  <a:pt x="14720" y="7378"/>
                  <a:pt x="14720" y="7500"/>
                </a:cubicBezTo>
                <a:close/>
                <a:moveTo>
                  <a:pt x="15720" y="7500"/>
                </a:moveTo>
                <a:cubicBezTo>
                  <a:pt x="15720" y="7622"/>
                  <a:pt x="15622" y="7720"/>
                  <a:pt x="15500" y="7720"/>
                </a:cubicBezTo>
                <a:cubicBezTo>
                  <a:pt x="15378" y="7720"/>
                  <a:pt x="15280" y="7622"/>
                  <a:pt x="15280" y="7500"/>
                </a:cubicBezTo>
                <a:cubicBezTo>
                  <a:pt x="15280" y="7378"/>
                  <a:pt x="15378" y="7280"/>
                  <a:pt x="15500" y="7280"/>
                </a:cubicBezTo>
                <a:cubicBezTo>
                  <a:pt x="15622" y="7280"/>
                  <a:pt x="15720" y="7378"/>
                  <a:pt x="15720" y="7500"/>
                </a:cubicBezTo>
                <a:close/>
                <a:moveTo>
                  <a:pt x="16720" y="7500"/>
                </a:moveTo>
                <a:cubicBezTo>
                  <a:pt x="16720" y="7622"/>
                  <a:pt x="16622" y="7720"/>
                  <a:pt x="16500" y="7720"/>
                </a:cubicBezTo>
                <a:cubicBezTo>
                  <a:pt x="16378" y="7720"/>
                  <a:pt x="16280" y="7622"/>
                  <a:pt x="16280" y="7500"/>
                </a:cubicBezTo>
                <a:cubicBezTo>
                  <a:pt x="16280" y="7378"/>
                  <a:pt x="16378" y="7280"/>
                  <a:pt x="16500" y="7280"/>
                </a:cubicBezTo>
                <a:cubicBezTo>
                  <a:pt x="16622" y="7280"/>
                  <a:pt x="16720" y="7378"/>
                  <a:pt x="16720" y="7500"/>
                </a:cubicBezTo>
                <a:close/>
                <a:moveTo>
                  <a:pt x="17720" y="7500"/>
                </a:moveTo>
                <a:cubicBezTo>
                  <a:pt x="17720" y="7622"/>
                  <a:pt x="17622" y="7720"/>
                  <a:pt x="17500" y="7720"/>
                </a:cubicBezTo>
                <a:cubicBezTo>
                  <a:pt x="17378" y="7720"/>
                  <a:pt x="17280" y="7622"/>
                  <a:pt x="17280" y="7500"/>
                </a:cubicBezTo>
                <a:cubicBezTo>
                  <a:pt x="17280" y="7378"/>
                  <a:pt x="17378" y="7280"/>
                  <a:pt x="17500" y="7280"/>
                </a:cubicBezTo>
                <a:cubicBezTo>
                  <a:pt x="17622" y="7280"/>
                  <a:pt x="17720" y="7378"/>
                  <a:pt x="1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8720" y="8500"/>
                </a:moveTo>
                <a:cubicBezTo>
                  <a:pt x="8720" y="8622"/>
                  <a:pt x="8622" y="8720"/>
                  <a:pt x="8500" y="8720"/>
                </a:cubicBezTo>
                <a:cubicBezTo>
                  <a:pt x="8378" y="8720"/>
                  <a:pt x="8280" y="8622"/>
                  <a:pt x="8280" y="8500"/>
                </a:cubicBezTo>
                <a:cubicBezTo>
                  <a:pt x="8280" y="8378"/>
                  <a:pt x="8378" y="8280"/>
                  <a:pt x="8500" y="8280"/>
                </a:cubicBezTo>
                <a:cubicBezTo>
                  <a:pt x="8622" y="8280"/>
                  <a:pt x="8720" y="8378"/>
                  <a:pt x="8720" y="8500"/>
                </a:cubicBezTo>
                <a:close/>
                <a:moveTo>
                  <a:pt x="9720" y="8500"/>
                </a:moveTo>
                <a:cubicBezTo>
                  <a:pt x="9720" y="8622"/>
                  <a:pt x="9622" y="8720"/>
                  <a:pt x="9500" y="8720"/>
                </a:cubicBezTo>
                <a:cubicBezTo>
                  <a:pt x="9378" y="8720"/>
                  <a:pt x="9280" y="8622"/>
                  <a:pt x="9280" y="8500"/>
                </a:cubicBezTo>
                <a:cubicBezTo>
                  <a:pt x="9280" y="8378"/>
                  <a:pt x="9378" y="8280"/>
                  <a:pt x="9500" y="8280"/>
                </a:cubicBezTo>
                <a:cubicBezTo>
                  <a:pt x="9622" y="8280"/>
                  <a:pt x="9720" y="8378"/>
                  <a:pt x="9720" y="8500"/>
                </a:cubicBezTo>
                <a:close/>
                <a:moveTo>
                  <a:pt x="10720" y="8500"/>
                </a:moveTo>
                <a:cubicBezTo>
                  <a:pt x="10720" y="8622"/>
                  <a:pt x="10622" y="8720"/>
                  <a:pt x="10500" y="8720"/>
                </a:cubicBezTo>
                <a:cubicBezTo>
                  <a:pt x="10378" y="8720"/>
                  <a:pt x="10280" y="8622"/>
                  <a:pt x="10280" y="8500"/>
                </a:cubicBezTo>
                <a:cubicBezTo>
                  <a:pt x="10280" y="8378"/>
                  <a:pt x="10378" y="8280"/>
                  <a:pt x="10500" y="8280"/>
                </a:cubicBezTo>
                <a:cubicBezTo>
                  <a:pt x="10622" y="8280"/>
                  <a:pt x="10720" y="8378"/>
                  <a:pt x="10720" y="8500"/>
                </a:cubicBezTo>
                <a:close/>
                <a:moveTo>
                  <a:pt x="11720" y="8500"/>
                </a:moveTo>
                <a:cubicBezTo>
                  <a:pt x="11720" y="8622"/>
                  <a:pt x="11622" y="8720"/>
                  <a:pt x="11500" y="8720"/>
                </a:cubicBezTo>
                <a:cubicBezTo>
                  <a:pt x="11378" y="8720"/>
                  <a:pt x="11280" y="8622"/>
                  <a:pt x="11280" y="8500"/>
                </a:cubicBezTo>
                <a:cubicBezTo>
                  <a:pt x="11280" y="8378"/>
                  <a:pt x="11378" y="8280"/>
                  <a:pt x="11500" y="8280"/>
                </a:cubicBezTo>
                <a:cubicBezTo>
                  <a:pt x="11622" y="8280"/>
                  <a:pt x="11720" y="8378"/>
                  <a:pt x="11720" y="8500"/>
                </a:cubicBezTo>
                <a:close/>
                <a:moveTo>
                  <a:pt x="12720" y="8500"/>
                </a:moveTo>
                <a:cubicBezTo>
                  <a:pt x="12720" y="8622"/>
                  <a:pt x="12622" y="8720"/>
                  <a:pt x="12500" y="8720"/>
                </a:cubicBezTo>
                <a:cubicBezTo>
                  <a:pt x="12378" y="8720"/>
                  <a:pt x="12280" y="8622"/>
                  <a:pt x="12280" y="8500"/>
                </a:cubicBezTo>
                <a:cubicBezTo>
                  <a:pt x="12280" y="8378"/>
                  <a:pt x="12378" y="8280"/>
                  <a:pt x="12500" y="8280"/>
                </a:cubicBezTo>
                <a:cubicBezTo>
                  <a:pt x="12622" y="8280"/>
                  <a:pt x="12720" y="8378"/>
                  <a:pt x="12720" y="8500"/>
                </a:cubicBezTo>
                <a:close/>
                <a:moveTo>
                  <a:pt x="13720" y="8500"/>
                </a:moveTo>
                <a:cubicBezTo>
                  <a:pt x="13720" y="8622"/>
                  <a:pt x="13622" y="8720"/>
                  <a:pt x="13500" y="8720"/>
                </a:cubicBezTo>
                <a:cubicBezTo>
                  <a:pt x="13378" y="8720"/>
                  <a:pt x="13280" y="8622"/>
                  <a:pt x="13280" y="8500"/>
                </a:cubicBezTo>
                <a:cubicBezTo>
                  <a:pt x="13280" y="8378"/>
                  <a:pt x="13378" y="8280"/>
                  <a:pt x="13500" y="8280"/>
                </a:cubicBezTo>
                <a:cubicBezTo>
                  <a:pt x="13622" y="8280"/>
                  <a:pt x="13720" y="8378"/>
                  <a:pt x="13720" y="8500"/>
                </a:cubicBezTo>
                <a:close/>
                <a:moveTo>
                  <a:pt x="14720" y="8500"/>
                </a:moveTo>
                <a:cubicBezTo>
                  <a:pt x="14720" y="8622"/>
                  <a:pt x="14622" y="8720"/>
                  <a:pt x="14500" y="8720"/>
                </a:cubicBezTo>
                <a:cubicBezTo>
                  <a:pt x="14378" y="8720"/>
                  <a:pt x="14280" y="8622"/>
                  <a:pt x="14280" y="8500"/>
                </a:cubicBezTo>
                <a:cubicBezTo>
                  <a:pt x="14280" y="8378"/>
                  <a:pt x="14378" y="8280"/>
                  <a:pt x="14500" y="8280"/>
                </a:cubicBezTo>
                <a:cubicBezTo>
                  <a:pt x="14622" y="8280"/>
                  <a:pt x="14720" y="8378"/>
                  <a:pt x="14720" y="8500"/>
                </a:cubicBezTo>
                <a:close/>
                <a:moveTo>
                  <a:pt x="15720" y="8500"/>
                </a:moveTo>
                <a:cubicBezTo>
                  <a:pt x="15720" y="8622"/>
                  <a:pt x="15622" y="8720"/>
                  <a:pt x="15500" y="8720"/>
                </a:cubicBezTo>
                <a:cubicBezTo>
                  <a:pt x="15378" y="8720"/>
                  <a:pt x="15280" y="8622"/>
                  <a:pt x="15280" y="8500"/>
                </a:cubicBezTo>
                <a:cubicBezTo>
                  <a:pt x="15280" y="8378"/>
                  <a:pt x="15378" y="8280"/>
                  <a:pt x="15500" y="8280"/>
                </a:cubicBezTo>
                <a:cubicBezTo>
                  <a:pt x="15622" y="8280"/>
                  <a:pt x="15720" y="8378"/>
                  <a:pt x="15720" y="8500"/>
                </a:cubicBezTo>
                <a:close/>
                <a:moveTo>
                  <a:pt x="16720" y="8500"/>
                </a:moveTo>
                <a:cubicBezTo>
                  <a:pt x="16720" y="8622"/>
                  <a:pt x="16622" y="8720"/>
                  <a:pt x="16500" y="8720"/>
                </a:cubicBezTo>
                <a:cubicBezTo>
                  <a:pt x="16378" y="8720"/>
                  <a:pt x="16280" y="8622"/>
                  <a:pt x="16280" y="8500"/>
                </a:cubicBezTo>
                <a:cubicBezTo>
                  <a:pt x="16280" y="8378"/>
                  <a:pt x="16378" y="8280"/>
                  <a:pt x="16500" y="8280"/>
                </a:cubicBezTo>
                <a:cubicBezTo>
                  <a:pt x="16622" y="8280"/>
                  <a:pt x="16720" y="8378"/>
                  <a:pt x="16720" y="8500"/>
                </a:cubicBezTo>
                <a:close/>
                <a:moveTo>
                  <a:pt x="17720" y="8500"/>
                </a:moveTo>
                <a:cubicBezTo>
                  <a:pt x="17720" y="8622"/>
                  <a:pt x="17622" y="8720"/>
                  <a:pt x="17500" y="8720"/>
                </a:cubicBezTo>
                <a:cubicBezTo>
                  <a:pt x="17378" y="8720"/>
                  <a:pt x="17280" y="8622"/>
                  <a:pt x="17280" y="8500"/>
                </a:cubicBezTo>
                <a:cubicBezTo>
                  <a:pt x="17280" y="8378"/>
                  <a:pt x="17378" y="8280"/>
                  <a:pt x="17500" y="8280"/>
                </a:cubicBezTo>
                <a:cubicBezTo>
                  <a:pt x="17622" y="8280"/>
                  <a:pt x="17720" y="8378"/>
                  <a:pt x="1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8720" y="9500"/>
                </a:moveTo>
                <a:cubicBezTo>
                  <a:pt x="8720" y="9622"/>
                  <a:pt x="8622" y="9720"/>
                  <a:pt x="8500" y="9720"/>
                </a:cubicBezTo>
                <a:cubicBezTo>
                  <a:pt x="8378" y="9720"/>
                  <a:pt x="8280" y="9622"/>
                  <a:pt x="8280" y="9500"/>
                </a:cubicBezTo>
                <a:cubicBezTo>
                  <a:pt x="8280" y="9378"/>
                  <a:pt x="8378" y="9280"/>
                  <a:pt x="8500" y="9280"/>
                </a:cubicBezTo>
                <a:cubicBezTo>
                  <a:pt x="8622" y="9280"/>
                  <a:pt x="8720" y="9378"/>
                  <a:pt x="8720" y="9500"/>
                </a:cubicBezTo>
                <a:close/>
                <a:moveTo>
                  <a:pt x="9720" y="9500"/>
                </a:moveTo>
                <a:cubicBezTo>
                  <a:pt x="9720" y="9622"/>
                  <a:pt x="9622" y="9720"/>
                  <a:pt x="9500" y="9720"/>
                </a:cubicBezTo>
                <a:cubicBezTo>
                  <a:pt x="9378" y="9720"/>
                  <a:pt x="9280" y="9622"/>
                  <a:pt x="9280" y="9500"/>
                </a:cubicBezTo>
                <a:cubicBezTo>
                  <a:pt x="9280" y="9378"/>
                  <a:pt x="9378" y="9280"/>
                  <a:pt x="9500" y="9280"/>
                </a:cubicBezTo>
                <a:cubicBezTo>
                  <a:pt x="9622" y="9280"/>
                  <a:pt x="9720" y="9378"/>
                  <a:pt x="9720" y="9500"/>
                </a:cubicBezTo>
                <a:close/>
                <a:moveTo>
                  <a:pt x="10720" y="9500"/>
                </a:moveTo>
                <a:cubicBezTo>
                  <a:pt x="10720" y="9622"/>
                  <a:pt x="10622" y="9720"/>
                  <a:pt x="10500" y="9720"/>
                </a:cubicBezTo>
                <a:cubicBezTo>
                  <a:pt x="10378" y="9720"/>
                  <a:pt x="10280" y="9622"/>
                  <a:pt x="10280" y="9500"/>
                </a:cubicBezTo>
                <a:cubicBezTo>
                  <a:pt x="10280" y="9378"/>
                  <a:pt x="10378" y="9280"/>
                  <a:pt x="10500" y="9280"/>
                </a:cubicBezTo>
                <a:cubicBezTo>
                  <a:pt x="10622" y="9280"/>
                  <a:pt x="10720" y="9378"/>
                  <a:pt x="10720" y="9500"/>
                </a:cubicBezTo>
                <a:close/>
                <a:moveTo>
                  <a:pt x="11720" y="9500"/>
                </a:moveTo>
                <a:cubicBezTo>
                  <a:pt x="11720" y="9622"/>
                  <a:pt x="11622" y="9720"/>
                  <a:pt x="11500" y="9720"/>
                </a:cubicBezTo>
                <a:cubicBezTo>
                  <a:pt x="11378" y="9720"/>
                  <a:pt x="11280" y="9622"/>
                  <a:pt x="11280" y="9500"/>
                </a:cubicBezTo>
                <a:cubicBezTo>
                  <a:pt x="11280" y="9378"/>
                  <a:pt x="11378" y="9280"/>
                  <a:pt x="11500" y="9280"/>
                </a:cubicBezTo>
                <a:cubicBezTo>
                  <a:pt x="11622" y="9280"/>
                  <a:pt x="11720" y="9378"/>
                  <a:pt x="11720" y="9500"/>
                </a:cubicBezTo>
                <a:close/>
                <a:moveTo>
                  <a:pt x="12720" y="9500"/>
                </a:moveTo>
                <a:cubicBezTo>
                  <a:pt x="12720" y="9622"/>
                  <a:pt x="12622" y="9720"/>
                  <a:pt x="12500" y="9720"/>
                </a:cubicBezTo>
                <a:cubicBezTo>
                  <a:pt x="12378" y="9720"/>
                  <a:pt x="12280" y="9622"/>
                  <a:pt x="12280" y="9500"/>
                </a:cubicBezTo>
                <a:cubicBezTo>
                  <a:pt x="12280" y="9378"/>
                  <a:pt x="12378" y="9280"/>
                  <a:pt x="12500" y="9280"/>
                </a:cubicBezTo>
                <a:cubicBezTo>
                  <a:pt x="12622" y="9280"/>
                  <a:pt x="12720" y="9378"/>
                  <a:pt x="12720" y="9500"/>
                </a:cubicBezTo>
                <a:close/>
                <a:moveTo>
                  <a:pt x="13720" y="9500"/>
                </a:moveTo>
                <a:cubicBezTo>
                  <a:pt x="13720" y="9622"/>
                  <a:pt x="13622" y="9720"/>
                  <a:pt x="13500" y="9720"/>
                </a:cubicBezTo>
                <a:cubicBezTo>
                  <a:pt x="13378" y="9720"/>
                  <a:pt x="13280" y="9622"/>
                  <a:pt x="13280" y="9500"/>
                </a:cubicBezTo>
                <a:cubicBezTo>
                  <a:pt x="13280" y="9378"/>
                  <a:pt x="13378" y="9280"/>
                  <a:pt x="13500" y="9280"/>
                </a:cubicBezTo>
                <a:cubicBezTo>
                  <a:pt x="13622" y="9280"/>
                  <a:pt x="13720" y="9378"/>
                  <a:pt x="13720" y="9500"/>
                </a:cubicBezTo>
                <a:close/>
                <a:moveTo>
                  <a:pt x="14720" y="9500"/>
                </a:moveTo>
                <a:cubicBezTo>
                  <a:pt x="14720" y="9622"/>
                  <a:pt x="14622" y="9720"/>
                  <a:pt x="14500" y="9720"/>
                </a:cubicBezTo>
                <a:cubicBezTo>
                  <a:pt x="14378" y="9720"/>
                  <a:pt x="14280" y="9622"/>
                  <a:pt x="14280" y="9500"/>
                </a:cubicBezTo>
                <a:cubicBezTo>
                  <a:pt x="14280" y="9378"/>
                  <a:pt x="14378" y="9280"/>
                  <a:pt x="14500" y="9280"/>
                </a:cubicBezTo>
                <a:cubicBezTo>
                  <a:pt x="14622" y="9280"/>
                  <a:pt x="14720" y="9378"/>
                  <a:pt x="14720" y="9500"/>
                </a:cubicBezTo>
                <a:close/>
                <a:moveTo>
                  <a:pt x="15720" y="9500"/>
                </a:moveTo>
                <a:cubicBezTo>
                  <a:pt x="15720" y="9622"/>
                  <a:pt x="15622" y="9720"/>
                  <a:pt x="15500" y="9720"/>
                </a:cubicBezTo>
                <a:cubicBezTo>
                  <a:pt x="15378" y="9720"/>
                  <a:pt x="15280" y="9622"/>
                  <a:pt x="15280" y="9500"/>
                </a:cubicBezTo>
                <a:cubicBezTo>
                  <a:pt x="15280" y="9378"/>
                  <a:pt x="15378" y="9280"/>
                  <a:pt x="15500" y="9280"/>
                </a:cubicBezTo>
                <a:cubicBezTo>
                  <a:pt x="15622" y="9280"/>
                  <a:pt x="15720" y="9378"/>
                  <a:pt x="15720" y="9500"/>
                </a:cubicBezTo>
                <a:close/>
                <a:moveTo>
                  <a:pt x="16720" y="9500"/>
                </a:moveTo>
                <a:cubicBezTo>
                  <a:pt x="16720" y="9622"/>
                  <a:pt x="16622" y="9720"/>
                  <a:pt x="16500" y="9720"/>
                </a:cubicBezTo>
                <a:cubicBezTo>
                  <a:pt x="16378" y="9720"/>
                  <a:pt x="16280" y="9622"/>
                  <a:pt x="16280" y="9500"/>
                </a:cubicBezTo>
                <a:cubicBezTo>
                  <a:pt x="16280" y="9378"/>
                  <a:pt x="16378" y="9280"/>
                  <a:pt x="16500" y="9280"/>
                </a:cubicBezTo>
                <a:cubicBezTo>
                  <a:pt x="16622" y="9280"/>
                  <a:pt x="16720" y="9378"/>
                  <a:pt x="16720" y="9500"/>
                </a:cubicBezTo>
                <a:close/>
                <a:moveTo>
                  <a:pt x="17720" y="9500"/>
                </a:moveTo>
                <a:cubicBezTo>
                  <a:pt x="17720" y="9622"/>
                  <a:pt x="17622" y="9720"/>
                  <a:pt x="17500" y="9720"/>
                </a:cubicBezTo>
                <a:cubicBezTo>
                  <a:pt x="17378" y="9720"/>
                  <a:pt x="17280" y="9622"/>
                  <a:pt x="17280" y="9500"/>
                </a:cubicBezTo>
                <a:cubicBezTo>
                  <a:pt x="17280" y="9378"/>
                  <a:pt x="17378" y="9280"/>
                  <a:pt x="17500" y="9280"/>
                </a:cubicBezTo>
                <a:cubicBezTo>
                  <a:pt x="17622" y="9280"/>
                  <a:pt x="17720" y="9378"/>
                  <a:pt x="1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8720" y="10500"/>
                </a:moveTo>
                <a:cubicBezTo>
                  <a:pt x="8720" y="10622"/>
                  <a:pt x="8622" y="10720"/>
                  <a:pt x="8500" y="10720"/>
                </a:cubicBezTo>
                <a:cubicBezTo>
                  <a:pt x="8378" y="10720"/>
                  <a:pt x="8280" y="10622"/>
                  <a:pt x="8280" y="10500"/>
                </a:cubicBezTo>
                <a:cubicBezTo>
                  <a:pt x="8280" y="10378"/>
                  <a:pt x="8378" y="10280"/>
                  <a:pt x="8500" y="10280"/>
                </a:cubicBezTo>
                <a:cubicBezTo>
                  <a:pt x="8622" y="10280"/>
                  <a:pt x="8720" y="10378"/>
                  <a:pt x="8720" y="10500"/>
                </a:cubicBezTo>
                <a:close/>
                <a:moveTo>
                  <a:pt x="9720" y="10500"/>
                </a:moveTo>
                <a:cubicBezTo>
                  <a:pt x="9720" y="10622"/>
                  <a:pt x="9622" y="10720"/>
                  <a:pt x="9500" y="10720"/>
                </a:cubicBezTo>
                <a:cubicBezTo>
                  <a:pt x="9378" y="10720"/>
                  <a:pt x="9280" y="10622"/>
                  <a:pt x="9280" y="10500"/>
                </a:cubicBezTo>
                <a:cubicBezTo>
                  <a:pt x="9280" y="10378"/>
                  <a:pt x="9378" y="10280"/>
                  <a:pt x="9500" y="10280"/>
                </a:cubicBezTo>
                <a:cubicBezTo>
                  <a:pt x="9622" y="10280"/>
                  <a:pt x="9720" y="10378"/>
                  <a:pt x="9720" y="10500"/>
                </a:cubicBezTo>
                <a:close/>
                <a:moveTo>
                  <a:pt x="10720" y="10500"/>
                </a:moveTo>
                <a:cubicBezTo>
                  <a:pt x="10720" y="10622"/>
                  <a:pt x="10622" y="10720"/>
                  <a:pt x="10500" y="10720"/>
                </a:cubicBezTo>
                <a:cubicBezTo>
                  <a:pt x="10378" y="10720"/>
                  <a:pt x="10280" y="10622"/>
                  <a:pt x="10280" y="10500"/>
                </a:cubicBezTo>
                <a:cubicBezTo>
                  <a:pt x="10280" y="10378"/>
                  <a:pt x="10378" y="10280"/>
                  <a:pt x="10500" y="10280"/>
                </a:cubicBezTo>
                <a:cubicBezTo>
                  <a:pt x="10622" y="10280"/>
                  <a:pt x="10720" y="10378"/>
                  <a:pt x="10720" y="10500"/>
                </a:cubicBezTo>
                <a:close/>
                <a:moveTo>
                  <a:pt x="11720" y="10500"/>
                </a:moveTo>
                <a:cubicBezTo>
                  <a:pt x="11720" y="10622"/>
                  <a:pt x="11622" y="10720"/>
                  <a:pt x="11500" y="10720"/>
                </a:cubicBezTo>
                <a:cubicBezTo>
                  <a:pt x="11378" y="10720"/>
                  <a:pt x="11280" y="10622"/>
                  <a:pt x="11280" y="10500"/>
                </a:cubicBezTo>
                <a:cubicBezTo>
                  <a:pt x="11280" y="10378"/>
                  <a:pt x="11378" y="10280"/>
                  <a:pt x="11500" y="10280"/>
                </a:cubicBezTo>
                <a:cubicBezTo>
                  <a:pt x="11622" y="10280"/>
                  <a:pt x="11720" y="10378"/>
                  <a:pt x="11720" y="10500"/>
                </a:cubicBezTo>
                <a:close/>
                <a:moveTo>
                  <a:pt x="12720" y="10500"/>
                </a:moveTo>
                <a:cubicBezTo>
                  <a:pt x="12720" y="10622"/>
                  <a:pt x="12622" y="10720"/>
                  <a:pt x="12500" y="10720"/>
                </a:cubicBezTo>
                <a:cubicBezTo>
                  <a:pt x="12378" y="10720"/>
                  <a:pt x="12280" y="10622"/>
                  <a:pt x="12280" y="10500"/>
                </a:cubicBezTo>
                <a:cubicBezTo>
                  <a:pt x="12280" y="10378"/>
                  <a:pt x="12378" y="10280"/>
                  <a:pt x="12500" y="10280"/>
                </a:cubicBezTo>
                <a:cubicBezTo>
                  <a:pt x="12622" y="10280"/>
                  <a:pt x="12720" y="10378"/>
                  <a:pt x="12720" y="10500"/>
                </a:cubicBezTo>
                <a:close/>
                <a:moveTo>
                  <a:pt x="13720" y="10500"/>
                </a:moveTo>
                <a:cubicBezTo>
                  <a:pt x="13720" y="10622"/>
                  <a:pt x="13622" y="10720"/>
                  <a:pt x="13500" y="10720"/>
                </a:cubicBezTo>
                <a:cubicBezTo>
                  <a:pt x="13378" y="10720"/>
                  <a:pt x="13280" y="10622"/>
                  <a:pt x="13280" y="10500"/>
                </a:cubicBezTo>
                <a:cubicBezTo>
                  <a:pt x="13280" y="10378"/>
                  <a:pt x="13378" y="10280"/>
                  <a:pt x="13500" y="10280"/>
                </a:cubicBezTo>
                <a:cubicBezTo>
                  <a:pt x="13622" y="10280"/>
                  <a:pt x="13720" y="10378"/>
                  <a:pt x="13720" y="10500"/>
                </a:cubicBezTo>
                <a:close/>
                <a:moveTo>
                  <a:pt x="14720" y="10500"/>
                </a:moveTo>
                <a:cubicBezTo>
                  <a:pt x="14720" y="10622"/>
                  <a:pt x="14622" y="10720"/>
                  <a:pt x="14500" y="10720"/>
                </a:cubicBezTo>
                <a:cubicBezTo>
                  <a:pt x="14378" y="10720"/>
                  <a:pt x="14280" y="10622"/>
                  <a:pt x="14280" y="10500"/>
                </a:cubicBezTo>
                <a:cubicBezTo>
                  <a:pt x="14280" y="10378"/>
                  <a:pt x="14378" y="10280"/>
                  <a:pt x="14500" y="10280"/>
                </a:cubicBezTo>
                <a:cubicBezTo>
                  <a:pt x="14622" y="10280"/>
                  <a:pt x="14720" y="10378"/>
                  <a:pt x="14720" y="10500"/>
                </a:cubicBezTo>
                <a:close/>
                <a:moveTo>
                  <a:pt x="15720" y="10500"/>
                </a:moveTo>
                <a:cubicBezTo>
                  <a:pt x="15720" y="10622"/>
                  <a:pt x="15622" y="10720"/>
                  <a:pt x="15500" y="10720"/>
                </a:cubicBezTo>
                <a:cubicBezTo>
                  <a:pt x="15378" y="10720"/>
                  <a:pt x="15280" y="10622"/>
                  <a:pt x="15280" y="10500"/>
                </a:cubicBezTo>
                <a:cubicBezTo>
                  <a:pt x="15280" y="10378"/>
                  <a:pt x="15378" y="10280"/>
                  <a:pt x="15500" y="10280"/>
                </a:cubicBezTo>
                <a:cubicBezTo>
                  <a:pt x="15622" y="10280"/>
                  <a:pt x="15720" y="10378"/>
                  <a:pt x="15720" y="10500"/>
                </a:cubicBezTo>
                <a:close/>
                <a:moveTo>
                  <a:pt x="16720" y="10500"/>
                </a:moveTo>
                <a:cubicBezTo>
                  <a:pt x="16720" y="10622"/>
                  <a:pt x="16622" y="10720"/>
                  <a:pt x="16500" y="10720"/>
                </a:cubicBezTo>
                <a:cubicBezTo>
                  <a:pt x="16378" y="10720"/>
                  <a:pt x="16280" y="10622"/>
                  <a:pt x="16280" y="10500"/>
                </a:cubicBezTo>
                <a:cubicBezTo>
                  <a:pt x="16280" y="10378"/>
                  <a:pt x="16378" y="10280"/>
                  <a:pt x="16500" y="10280"/>
                </a:cubicBezTo>
                <a:cubicBezTo>
                  <a:pt x="16622" y="10280"/>
                  <a:pt x="16720" y="10378"/>
                  <a:pt x="16720" y="10500"/>
                </a:cubicBezTo>
                <a:close/>
                <a:moveTo>
                  <a:pt x="17720" y="10500"/>
                </a:moveTo>
                <a:cubicBezTo>
                  <a:pt x="17720" y="10622"/>
                  <a:pt x="17622" y="10720"/>
                  <a:pt x="17500" y="10720"/>
                </a:cubicBezTo>
                <a:cubicBezTo>
                  <a:pt x="17378" y="10720"/>
                  <a:pt x="17280" y="10622"/>
                  <a:pt x="17280" y="10500"/>
                </a:cubicBezTo>
                <a:cubicBezTo>
                  <a:pt x="17280" y="10378"/>
                  <a:pt x="17378" y="10280"/>
                  <a:pt x="17500" y="10280"/>
                </a:cubicBezTo>
                <a:cubicBezTo>
                  <a:pt x="17622" y="10280"/>
                  <a:pt x="17720" y="10378"/>
                  <a:pt x="1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8720" y="11500"/>
                </a:moveTo>
                <a:cubicBezTo>
                  <a:pt x="8720" y="11622"/>
                  <a:pt x="8622" y="11720"/>
                  <a:pt x="8500" y="11720"/>
                </a:cubicBezTo>
                <a:cubicBezTo>
                  <a:pt x="8378" y="11720"/>
                  <a:pt x="8280" y="11622"/>
                  <a:pt x="8280" y="11500"/>
                </a:cubicBezTo>
                <a:cubicBezTo>
                  <a:pt x="8280" y="11378"/>
                  <a:pt x="8378" y="11280"/>
                  <a:pt x="8500" y="11280"/>
                </a:cubicBezTo>
                <a:cubicBezTo>
                  <a:pt x="8622" y="11280"/>
                  <a:pt x="8720" y="11378"/>
                  <a:pt x="8720" y="11500"/>
                </a:cubicBezTo>
                <a:close/>
                <a:moveTo>
                  <a:pt x="9720" y="11500"/>
                </a:moveTo>
                <a:cubicBezTo>
                  <a:pt x="9720" y="11622"/>
                  <a:pt x="9622" y="11720"/>
                  <a:pt x="9500" y="11720"/>
                </a:cubicBezTo>
                <a:cubicBezTo>
                  <a:pt x="9378" y="11720"/>
                  <a:pt x="9280" y="11622"/>
                  <a:pt x="9280" y="11500"/>
                </a:cubicBezTo>
                <a:cubicBezTo>
                  <a:pt x="9280" y="11378"/>
                  <a:pt x="9378" y="11280"/>
                  <a:pt x="9500" y="11280"/>
                </a:cubicBezTo>
                <a:cubicBezTo>
                  <a:pt x="9622" y="11280"/>
                  <a:pt x="9720" y="11378"/>
                  <a:pt x="9720" y="11500"/>
                </a:cubicBezTo>
                <a:close/>
                <a:moveTo>
                  <a:pt x="10720" y="11500"/>
                </a:moveTo>
                <a:cubicBezTo>
                  <a:pt x="10720" y="11622"/>
                  <a:pt x="10622" y="11720"/>
                  <a:pt x="10500" y="11720"/>
                </a:cubicBezTo>
                <a:cubicBezTo>
                  <a:pt x="10378" y="11720"/>
                  <a:pt x="10280" y="11622"/>
                  <a:pt x="10280" y="11500"/>
                </a:cubicBezTo>
                <a:cubicBezTo>
                  <a:pt x="10280" y="11378"/>
                  <a:pt x="10378" y="11280"/>
                  <a:pt x="10500" y="11280"/>
                </a:cubicBezTo>
                <a:cubicBezTo>
                  <a:pt x="10622" y="11280"/>
                  <a:pt x="10720" y="11378"/>
                  <a:pt x="10720" y="11500"/>
                </a:cubicBezTo>
                <a:close/>
                <a:moveTo>
                  <a:pt x="11720" y="11500"/>
                </a:moveTo>
                <a:cubicBezTo>
                  <a:pt x="11720" y="11622"/>
                  <a:pt x="11622" y="11720"/>
                  <a:pt x="11500" y="11720"/>
                </a:cubicBezTo>
                <a:cubicBezTo>
                  <a:pt x="11378" y="11720"/>
                  <a:pt x="11280" y="11622"/>
                  <a:pt x="11280" y="11500"/>
                </a:cubicBezTo>
                <a:cubicBezTo>
                  <a:pt x="11280" y="11378"/>
                  <a:pt x="11378" y="11280"/>
                  <a:pt x="11500" y="11280"/>
                </a:cubicBezTo>
                <a:cubicBezTo>
                  <a:pt x="11622" y="11280"/>
                  <a:pt x="11720" y="11378"/>
                  <a:pt x="11720" y="11500"/>
                </a:cubicBezTo>
                <a:close/>
                <a:moveTo>
                  <a:pt x="12720" y="11500"/>
                </a:moveTo>
                <a:cubicBezTo>
                  <a:pt x="12720" y="11622"/>
                  <a:pt x="12622" y="11720"/>
                  <a:pt x="12500" y="11720"/>
                </a:cubicBezTo>
                <a:cubicBezTo>
                  <a:pt x="12378" y="11720"/>
                  <a:pt x="12280" y="11622"/>
                  <a:pt x="12280" y="11500"/>
                </a:cubicBezTo>
                <a:cubicBezTo>
                  <a:pt x="12280" y="11378"/>
                  <a:pt x="12378" y="11280"/>
                  <a:pt x="12500" y="11280"/>
                </a:cubicBezTo>
                <a:cubicBezTo>
                  <a:pt x="12622" y="11280"/>
                  <a:pt x="12720" y="11378"/>
                  <a:pt x="12720" y="11500"/>
                </a:cubicBezTo>
                <a:close/>
                <a:moveTo>
                  <a:pt x="13720" y="11500"/>
                </a:moveTo>
                <a:cubicBezTo>
                  <a:pt x="13720" y="11622"/>
                  <a:pt x="13622" y="11720"/>
                  <a:pt x="13500" y="11720"/>
                </a:cubicBezTo>
                <a:cubicBezTo>
                  <a:pt x="13378" y="11720"/>
                  <a:pt x="13280" y="11622"/>
                  <a:pt x="13280" y="11500"/>
                </a:cubicBezTo>
                <a:cubicBezTo>
                  <a:pt x="13280" y="11378"/>
                  <a:pt x="13378" y="11280"/>
                  <a:pt x="13500" y="11280"/>
                </a:cubicBezTo>
                <a:cubicBezTo>
                  <a:pt x="13622" y="11280"/>
                  <a:pt x="13720" y="11378"/>
                  <a:pt x="13720" y="11500"/>
                </a:cubicBezTo>
                <a:close/>
                <a:moveTo>
                  <a:pt x="14720" y="11500"/>
                </a:moveTo>
                <a:cubicBezTo>
                  <a:pt x="14720" y="11622"/>
                  <a:pt x="14622" y="11720"/>
                  <a:pt x="14500" y="11720"/>
                </a:cubicBezTo>
                <a:cubicBezTo>
                  <a:pt x="14378" y="11720"/>
                  <a:pt x="14280" y="11622"/>
                  <a:pt x="14280" y="11500"/>
                </a:cubicBezTo>
                <a:cubicBezTo>
                  <a:pt x="14280" y="11378"/>
                  <a:pt x="14378" y="11280"/>
                  <a:pt x="14500" y="11280"/>
                </a:cubicBezTo>
                <a:cubicBezTo>
                  <a:pt x="14622" y="11280"/>
                  <a:pt x="14720" y="11378"/>
                  <a:pt x="14720" y="11500"/>
                </a:cubicBezTo>
                <a:close/>
                <a:moveTo>
                  <a:pt x="15720" y="11500"/>
                </a:moveTo>
                <a:cubicBezTo>
                  <a:pt x="15720" y="11622"/>
                  <a:pt x="15622" y="11720"/>
                  <a:pt x="15500" y="11720"/>
                </a:cubicBezTo>
                <a:cubicBezTo>
                  <a:pt x="15378" y="11720"/>
                  <a:pt x="15280" y="11622"/>
                  <a:pt x="15280" y="11500"/>
                </a:cubicBezTo>
                <a:cubicBezTo>
                  <a:pt x="15280" y="11378"/>
                  <a:pt x="15378" y="11280"/>
                  <a:pt x="15500" y="11280"/>
                </a:cubicBezTo>
                <a:cubicBezTo>
                  <a:pt x="15622" y="11280"/>
                  <a:pt x="15720" y="11378"/>
                  <a:pt x="15720" y="11500"/>
                </a:cubicBezTo>
                <a:close/>
                <a:moveTo>
                  <a:pt x="16720" y="11500"/>
                </a:moveTo>
                <a:cubicBezTo>
                  <a:pt x="16720" y="11622"/>
                  <a:pt x="16622" y="11720"/>
                  <a:pt x="16500" y="11720"/>
                </a:cubicBezTo>
                <a:cubicBezTo>
                  <a:pt x="16378" y="11720"/>
                  <a:pt x="16280" y="11622"/>
                  <a:pt x="16280" y="11500"/>
                </a:cubicBezTo>
                <a:cubicBezTo>
                  <a:pt x="16280" y="11378"/>
                  <a:pt x="16378" y="11280"/>
                  <a:pt x="16500" y="11280"/>
                </a:cubicBezTo>
                <a:cubicBezTo>
                  <a:pt x="16622" y="11280"/>
                  <a:pt x="16720" y="11378"/>
                  <a:pt x="16720" y="11500"/>
                </a:cubicBezTo>
                <a:close/>
                <a:moveTo>
                  <a:pt x="17720" y="11500"/>
                </a:moveTo>
                <a:cubicBezTo>
                  <a:pt x="17720" y="11622"/>
                  <a:pt x="17622" y="11720"/>
                  <a:pt x="17500" y="11720"/>
                </a:cubicBezTo>
                <a:cubicBezTo>
                  <a:pt x="17378" y="11720"/>
                  <a:pt x="17280" y="11622"/>
                  <a:pt x="17280" y="11500"/>
                </a:cubicBezTo>
                <a:cubicBezTo>
                  <a:pt x="17280" y="11378"/>
                  <a:pt x="17378" y="11280"/>
                  <a:pt x="17500" y="11280"/>
                </a:cubicBezTo>
                <a:cubicBezTo>
                  <a:pt x="17622" y="11280"/>
                  <a:pt x="17720" y="11378"/>
                  <a:pt x="1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8720" y="12500"/>
                </a:moveTo>
                <a:cubicBezTo>
                  <a:pt x="8720" y="12622"/>
                  <a:pt x="8622" y="12720"/>
                  <a:pt x="8500" y="12720"/>
                </a:cubicBezTo>
                <a:cubicBezTo>
                  <a:pt x="8378" y="12720"/>
                  <a:pt x="8280" y="12622"/>
                  <a:pt x="8280" y="12500"/>
                </a:cubicBezTo>
                <a:cubicBezTo>
                  <a:pt x="8280" y="12378"/>
                  <a:pt x="8378" y="12280"/>
                  <a:pt x="8500" y="12280"/>
                </a:cubicBezTo>
                <a:cubicBezTo>
                  <a:pt x="8622" y="12280"/>
                  <a:pt x="8720" y="12378"/>
                  <a:pt x="8720" y="12500"/>
                </a:cubicBezTo>
                <a:close/>
                <a:moveTo>
                  <a:pt x="9720" y="12500"/>
                </a:moveTo>
                <a:cubicBezTo>
                  <a:pt x="9720" y="12622"/>
                  <a:pt x="9622" y="12720"/>
                  <a:pt x="9500" y="12720"/>
                </a:cubicBezTo>
                <a:cubicBezTo>
                  <a:pt x="9378" y="12720"/>
                  <a:pt x="9280" y="12622"/>
                  <a:pt x="9280" y="12500"/>
                </a:cubicBezTo>
                <a:cubicBezTo>
                  <a:pt x="9280" y="12378"/>
                  <a:pt x="9378" y="12280"/>
                  <a:pt x="9500" y="12280"/>
                </a:cubicBezTo>
                <a:cubicBezTo>
                  <a:pt x="9622" y="12280"/>
                  <a:pt x="9720" y="12378"/>
                  <a:pt x="9720" y="12500"/>
                </a:cubicBezTo>
                <a:close/>
                <a:moveTo>
                  <a:pt x="10720" y="12500"/>
                </a:moveTo>
                <a:cubicBezTo>
                  <a:pt x="10720" y="12622"/>
                  <a:pt x="10622" y="12720"/>
                  <a:pt x="10500" y="12720"/>
                </a:cubicBezTo>
                <a:cubicBezTo>
                  <a:pt x="10378" y="12720"/>
                  <a:pt x="10280" y="12622"/>
                  <a:pt x="10280" y="12500"/>
                </a:cubicBezTo>
                <a:cubicBezTo>
                  <a:pt x="10280" y="12378"/>
                  <a:pt x="10378" y="12280"/>
                  <a:pt x="10500" y="12280"/>
                </a:cubicBezTo>
                <a:cubicBezTo>
                  <a:pt x="10622" y="12280"/>
                  <a:pt x="10720" y="12378"/>
                  <a:pt x="10720" y="12500"/>
                </a:cubicBezTo>
                <a:close/>
                <a:moveTo>
                  <a:pt x="11720" y="12500"/>
                </a:moveTo>
                <a:cubicBezTo>
                  <a:pt x="11720" y="12622"/>
                  <a:pt x="11622" y="12720"/>
                  <a:pt x="11500" y="12720"/>
                </a:cubicBezTo>
                <a:cubicBezTo>
                  <a:pt x="11378" y="12720"/>
                  <a:pt x="11280" y="12622"/>
                  <a:pt x="11280" y="12500"/>
                </a:cubicBezTo>
                <a:cubicBezTo>
                  <a:pt x="11280" y="12378"/>
                  <a:pt x="11378" y="12280"/>
                  <a:pt x="11500" y="12280"/>
                </a:cubicBezTo>
                <a:cubicBezTo>
                  <a:pt x="11622" y="12280"/>
                  <a:pt x="11720" y="12378"/>
                  <a:pt x="11720" y="12500"/>
                </a:cubicBezTo>
                <a:close/>
                <a:moveTo>
                  <a:pt x="12720" y="12500"/>
                </a:moveTo>
                <a:cubicBezTo>
                  <a:pt x="12720" y="12622"/>
                  <a:pt x="12622" y="12720"/>
                  <a:pt x="12500" y="12720"/>
                </a:cubicBezTo>
                <a:cubicBezTo>
                  <a:pt x="12378" y="12720"/>
                  <a:pt x="12280" y="12622"/>
                  <a:pt x="12280" y="12500"/>
                </a:cubicBezTo>
                <a:cubicBezTo>
                  <a:pt x="12280" y="12378"/>
                  <a:pt x="12378" y="12280"/>
                  <a:pt x="12500" y="12280"/>
                </a:cubicBezTo>
                <a:cubicBezTo>
                  <a:pt x="12622" y="12280"/>
                  <a:pt x="12720" y="12378"/>
                  <a:pt x="12720" y="12500"/>
                </a:cubicBezTo>
                <a:close/>
                <a:moveTo>
                  <a:pt x="13720" y="12500"/>
                </a:moveTo>
                <a:cubicBezTo>
                  <a:pt x="13720" y="12622"/>
                  <a:pt x="13622" y="12720"/>
                  <a:pt x="13500" y="12720"/>
                </a:cubicBezTo>
                <a:cubicBezTo>
                  <a:pt x="13378" y="12720"/>
                  <a:pt x="13280" y="12622"/>
                  <a:pt x="13280" y="12500"/>
                </a:cubicBezTo>
                <a:cubicBezTo>
                  <a:pt x="13280" y="12378"/>
                  <a:pt x="13378" y="12280"/>
                  <a:pt x="13500" y="12280"/>
                </a:cubicBezTo>
                <a:cubicBezTo>
                  <a:pt x="13622" y="12280"/>
                  <a:pt x="13720" y="12378"/>
                  <a:pt x="13720" y="12500"/>
                </a:cubicBezTo>
                <a:close/>
                <a:moveTo>
                  <a:pt x="14720" y="12500"/>
                </a:moveTo>
                <a:cubicBezTo>
                  <a:pt x="14720" y="12622"/>
                  <a:pt x="14622" y="12720"/>
                  <a:pt x="14500" y="12720"/>
                </a:cubicBezTo>
                <a:cubicBezTo>
                  <a:pt x="14378" y="12720"/>
                  <a:pt x="14280" y="12622"/>
                  <a:pt x="14280" y="12500"/>
                </a:cubicBezTo>
                <a:cubicBezTo>
                  <a:pt x="14280" y="12378"/>
                  <a:pt x="14378" y="12280"/>
                  <a:pt x="14500" y="12280"/>
                </a:cubicBezTo>
                <a:cubicBezTo>
                  <a:pt x="14622" y="12280"/>
                  <a:pt x="14720" y="12378"/>
                  <a:pt x="14720" y="12500"/>
                </a:cubicBezTo>
                <a:close/>
                <a:moveTo>
                  <a:pt x="15720" y="12500"/>
                </a:moveTo>
                <a:cubicBezTo>
                  <a:pt x="15720" y="12622"/>
                  <a:pt x="15622" y="12720"/>
                  <a:pt x="15500" y="12720"/>
                </a:cubicBezTo>
                <a:cubicBezTo>
                  <a:pt x="15378" y="12720"/>
                  <a:pt x="15280" y="12622"/>
                  <a:pt x="15280" y="12500"/>
                </a:cubicBezTo>
                <a:cubicBezTo>
                  <a:pt x="15280" y="12378"/>
                  <a:pt x="15378" y="12280"/>
                  <a:pt x="15500" y="12280"/>
                </a:cubicBezTo>
                <a:cubicBezTo>
                  <a:pt x="15622" y="12280"/>
                  <a:pt x="15720" y="12378"/>
                  <a:pt x="15720" y="12500"/>
                </a:cubicBezTo>
                <a:close/>
                <a:moveTo>
                  <a:pt x="16720" y="12500"/>
                </a:moveTo>
                <a:cubicBezTo>
                  <a:pt x="16720" y="12622"/>
                  <a:pt x="16622" y="12720"/>
                  <a:pt x="16500" y="12720"/>
                </a:cubicBezTo>
                <a:cubicBezTo>
                  <a:pt x="16378" y="12720"/>
                  <a:pt x="16280" y="12622"/>
                  <a:pt x="16280" y="12500"/>
                </a:cubicBezTo>
                <a:cubicBezTo>
                  <a:pt x="16280" y="12378"/>
                  <a:pt x="16378" y="12280"/>
                  <a:pt x="16500" y="12280"/>
                </a:cubicBezTo>
                <a:cubicBezTo>
                  <a:pt x="16622" y="12280"/>
                  <a:pt x="16720" y="12378"/>
                  <a:pt x="16720" y="12500"/>
                </a:cubicBezTo>
                <a:close/>
                <a:moveTo>
                  <a:pt x="17720" y="12500"/>
                </a:moveTo>
                <a:cubicBezTo>
                  <a:pt x="17720" y="12622"/>
                  <a:pt x="17622" y="12720"/>
                  <a:pt x="17500" y="12720"/>
                </a:cubicBezTo>
                <a:cubicBezTo>
                  <a:pt x="17378" y="12720"/>
                  <a:pt x="17280" y="12622"/>
                  <a:pt x="17280" y="12500"/>
                </a:cubicBezTo>
                <a:cubicBezTo>
                  <a:pt x="17280" y="12378"/>
                  <a:pt x="17378" y="12280"/>
                  <a:pt x="17500" y="12280"/>
                </a:cubicBezTo>
                <a:cubicBezTo>
                  <a:pt x="17622" y="12280"/>
                  <a:pt x="17720" y="12378"/>
                  <a:pt x="1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8720" y="13500"/>
                </a:moveTo>
                <a:cubicBezTo>
                  <a:pt x="8720" y="13622"/>
                  <a:pt x="8622" y="13720"/>
                  <a:pt x="8500" y="13720"/>
                </a:cubicBezTo>
                <a:cubicBezTo>
                  <a:pt x="8378" y="13720"/>
                  <a:pt x="8280" y="13622"/>
                  <a:pt x="8280" y="13500"/>
                </a:cubicBezTo>
                <a:cubicBezTo>
                  <a:pt x="8280" y="13378"/>
                  <a:pt x="8378" y="13280"/>
                  <a:pt x="8500" y="13280"/>
                </a:cubicBezTo>
                <a:cubicBezTo>
                  <a:pt x="8622" y="13280"/>
                  <a:pt x="8720" y="13378"/>
                  <a:pt x="8720" y="13500"/>
                </a:cubicBezTo>
                <a:close/>
                <a:moveTo>
                  <a:pt x="9720" y="13500"/>
                </a:moveTo>
                <a:cubicBezTo>
                  <a:pt x="9720" y="13622"/>
                  <a:pt x="9622" y="13720"/>
                  <a:pt x="9500" y="13720"/>
                </a:cubicBezTo>
                <a:cubicBezTo>
                  <a:pt x="9378" y="13720"/>
                  <a:pt x="9280" y="13622"/>
                  <a:pt x="9280" y="13500"/>
                </a:cubicBezTo>
                <a:cubicBezTo>
                  <a:pt x="9280" y="13378"/>
                  <a:pt x="9378" y="13280"/>
                  <a:pt x="9500" y="13280"/>
                </a:cubicBezTo>
                <a:cubicBezTo>
                  <a:pt x="9622" y="13280"/>
                  <a:pt x="9720" y="13378"/>
                  <a:pt x="9720" y="13500"/>
                </a:cubicBezTo>
                <a:close/>
                <a:moveTo>
                  <a:pt x="10720" y="13500"/>
                </a:moveTo>
                <a:cubicBezTo>
                  <a:pt x="10720" y="13622"/>
                  <a:pt x="10622" y="13720"/>
                  <a:pt x="10500" y="13720"/>
                </a:cubicBezTo>
                <a:cubicBezTo>
                  <a:pt x="10378" y="13720"/>
                  <a:pt x="10280" y="13622"/>
                  <a:pt x="10280" y="13500"/>
                </a:cubicBezTo>
                <a:cubicBezTo>
                  <a:pt x="10280" y="13378"/>
                  <a:pt x="10378" y="13280"/>
                  <a:pt x="10500" y="13280"/>
                </a:cubicBezTo>
                <a:cubicBezTo>
                  <a:pt x="10622" y="13280"/>
                  <a:pt x="10720" y="13378"/>
                  <a:pt x="10720" y="13500"/>
                </a:cubicBezTo>
                <a:close/>
                <a:moveTo>
                  <a:pt x="11720" y="13500"/>
                </a:moveTo>
                <a:cubicBezTo>
                  <a:pt x="11720" y="13622"/>
                  <a:pt x="11622" y="13720"/>
                  <a:pt x="11500" y="13720"/>
                </a:cubicBezTo>
                <a:cubicBezTo>
                  <a:pt x="11378" y="13720"/>
                  <a:pt x="11280" y="13622"/>
                  <a:pt x="11280" y="13500"/>
                </a:cubicBezTo>
                <a:cubicBezTo>
                  <a:pt x="11280" y="13378"/>
                  <a:pt x="11378" y="13280"/>
                  <a:pt x="11500" y="13280"/>
                </a:cubicBezTo>
                <a:cubicBezTo>
                  <a:pt x="11622" y="13280"/>
                  <a:pt x="11720" y="13378"/>
                  <a:pt x="11720" y="13500"/>
                </a:cubicBezTo>
                <a:close/>
                <a:moveTo>
                  <a:pt x="12720" y="13500"/>
                </a:moveTo>
                <a:cubicBezTo>
                  <a:pt x="12720" y="13622"/>
                  <a:pt x="12622" y="13720"/>
                  <a:pt x="12500" y="13720"/>
                </a:cubicBezTo>
                <a:cubicBezTo>
                  <a:pt x="12378" y="13720"/>
                  <a:pt x="12280" y="13622"/>
                  <a:pt x="12280" y="13500"/>
                </a:cubicBezTo>
                <a:cubicBezTo>
                  <a:pt x="12280" y="13378"/>
                  <a:pt x="12378" y="13280"/>
                  <a:pt x="12500" y="13280"/>
                </a:cubicBezTo>
                <a:cubicBezTo>
                  <a:pt x="12622" y="13280"/>
                  <a:pt x="12720" y="13378"/>
                  <a:pt x="12720" y="13500"/>
                </a:cubicBezTo>
                <a:close/>
                <a:moveTo>
                  <a:pt x="13720" y="13500"/>
                </a:moveTo>
                <a:cubicBezTo>
                  <a:pt x="13720" y="13622"/>
                  <a:pt x="13622" y="13720"/>
                  <a:pt x="13500" y="13720"/>
                </a:cubicBezTo>
                <a:cubicBezTo>
                  <a:pt x="13378" y="13720"/>
                  <a:pt x="13280" y="13622"/>
                  <a:pt x="13280" y="13500"/>
                </a:cubicBezTo>
                <a:cubicBezTo>
                  <a:pt x="13280" y="13378"/>
                  <a:pt x="13378" y="13280"/>
                  <a:pt x="13500" y="13280"/>
                </a:cubicBezTo>
                <a:cubicBezTo>
                  <a:pt x="13622" y="13280"/>
                  <a:pt x="13720" y="13378"/>
                  <a:pt x="13720" y="13500"/>
                </a:cubicBezTo>
                <a:close/>
                <a:moveTo>
                  <a:pt x="14720" y="13500"/>
                </a:moveTo>
                <a:cubicBezTo>
                  <a:pt x="14720" y="13622"/>
                  <a:pt x="14622" y="13720"/>
                  <a:pt x="14500" y="13720"/>
                </a:cubicBezTo>
                <a:cubicBezTo>
                  <a:pt x="14378" y="13720"/>
                  <a:pt x="14280" y="13622"/>
                  <a:pt x="14280" y="13500"/>
                </a:cubicBezTo>
                <a:cubicBezTo>
                  <a:pt x="14280" y="13378"/>
                  <a:pt x="14378" y="13280"/>
                  <a:pt x="14500" y="13280"/>
                </a:cubicBezTo>
                <a:cubicBezTo>
                  <a:pt x="14622" y="13280"/>
                  <a:pt x="14720" y="13378"/>
                  <a:pt x="14720" y="13500"/>
                </a:cubicBezTo>
                <a:close/>
                <a:moveTo>
                  <a:pt x="15720" y="13500"/>
                </a:moveTo>
                <a:cubicBezTo>
                  <a:pt x="15720" y="13622"/>
                  <a:pt x="15622" y="13720"/>
                  <a:pt x="15500" y="13720"/>
                </a:cubicBezTo>
                <a:cubicBezTo>
                  <a:pt x="15378" y="13720"/>
                  <a:pt x="15280" y="13622"/>
                  <a:pt x="15280" y="13500"/>
                </a:cubicBezTo>
                <a:cubicBezTo>
                  <a:pt x="15280" y="13378"/>
                  <a:pt x="15378" y="13280"/>
                  <a:pt x="15500" y="13280"/>
                </a:cubicBezTo>
                <a:cubicBezTo>
                  <a:pt x="15622" y="13280"/>
                  <a:pt x="15720" y="13378"/>
                  <a:pt x="15720" y="13500"/>
                </a:cubicBezTo>
                <a:close/>
                <a:moveTo>
                  <a:pt x="16720" y="13500"/>
                </a:moveTo>
                <a:cubicBezTo>
                  <a:pt x="16720" y="13622"/>
                  <a:pt x="16622" y="13720"/>
                  <a:pt x="16500" y="13720"/>
                </a:cubicBezTo>
                <a:cubicBezTo>
                  <a:pt x="16378" y="13720"/>
                  <a:pt x="16280" y="13622"/>
                  <a:pt x="16280" y="13500"/>
                </a:cubicBezTo>
                <a:cubicBezTo>
                  <a:pt x="16280" y="13378"/>
                  <a:pt x="16378" y="13280"/>
                  <a:pt x="16500" y="13280"/>
                </a:cubicBezTo>
                <a:cubicBezTo>
                  <a:pt x="16622" y="13280"/>
                  <a:pt x="16720" y="13378"/>
                  <a:pt x="16720" y="13500"/>
                </a:cubicBezTo>
                <a:close/>
                <a:moveTo>
                  <a:pt x="17720" y="13500"/>
                </a:moveTo>
                <a:cubicBezTo>
                  <a:pt x="17720" y="13622"/>
                  <a:pt x="17622" y="13720"/>
                  <a:pt x="17500" y="13720"/>
                </a:cubicBezTo>
                <a:cubicBezTo>
                  <a:pt x="17378" y="13720"/>
                  <a:pt x="17280" y="13622"/>
                  <a:pt x="17280" y="13500"/>
                </a:cubicBezTo>
                <a:cubicBezTo>
                  <a:pt x="17280" y="13378"/>
                  <a:pt x="17378" y="13280"/>
                  <a:pt x="17500" y="13280"/>
                </a:cubicBezTo>
                <a:cubicBezTo>
                  <a:pt x="17622" y="13280"/>
                  <a:pt x="17720" y="13378"/>
                  <a:pt x="17720" y="1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dots 3"/>
          <p:cNvSpPr/>
          <p:nvPr/>
        </p:nvSpPr>
        <p:spPr>
          <a:xfrm>
            <a:off x="11176000" y="3810000"/>
            <a:ext cx="1016000" cy="3048000"/>
          </a:xfrm>
          <a:custGeom>
            <a:avLst/>
            <a:gdLst/>
            <a:ahLst/>
            <a:cxnLst/>
            <a:rect l="0" t="0" r="r" b="b"/>
            <a:pathLst>
              <a:path w="8000" h="2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720" y="14500"/>
                </a:moveTo>
                <a:cubicBezTo>
                  <a:pt x="720" y="14622"/>
                  <a:pt x="622" y="14720"/>
                  <a:pt x="500" y="14720"/>
                </a:cubicBezTo>
                <a:cubicBezTo>
                  <a:pt x="378" y="14720"/>
                  <a:pt x="280" y="14622"/>
                  <a:pt x="280" y="14500"/>
                </a:cubicBezTo>
                <a:cubicBezTo>
                  <a:pt x="280" y="14378"/>
                  <a:pt x="378" y="14280"/>
                  <a:pt x="500" y="14280"/>
                </a:cubicBezTo>
                <a:cubicBezTo>
                  <a:pt x="622" y="14280"/>
                  <a:pt x="720" y="14378"/>
                  <a:pt x="720" y="14500"/>
                </a:cubicBezTo>
                <a:close/>
                <a:moveTo>
                  <a:pt x="1720" y="14500"/>
                </a:moveTo>
                <a:cubicBezTo>
                  <a:pt x="1720" y="14622"/>
                  <a:pt x="1622" y="14720"/>
                  <a:pt x="1500" y="14720"/>
                </a:cubicBezTo>
                <a:cubicBezTo>
                  <a:pt x="1378" y="14720"/>
                  <a:pt x="1280" y="14622"/>
                  <a:pt x="1280" y="14500"/>
                </a:cubicBezTo>
                <a:cubicBezTo>
                  <a:pt x="1280" y="14378"/>
                  <a:pt x="1378" y="14280"/>
                  <a:pt x="1500" y="14280"/>
                </a:cubicBezTo>
                <a:cubicBezTo>
                  <a:pt x="1622" y="14280"/>
                  <a:pt x="1720" y="14378"/>
                  <a:pt x="1720" y="14500"/>
                </a:cubicBezTo>
                <a:close/>
                <a:moveTo>
                  <a:pt x="2720" y="14500"/>
                </a:moveTo>
                <a:cubicBezTo>
                  <a:pt x="2720" y="14622"/>
                  <a:pt x="2622" y="14720"/>
                  <a:pt x="2500" y="14720"/>
                </a:cubicBezTo>
                <a:cubicBezTo>
                  <a:pt x="2378" y="14720"/>
                  <a:pt x="2280" y="14622"/>
                  <a:pt x="2280" y="14500"/>
                </a:cubicBezTo>
                <a:cubicBezTo>
                  <a:pt x="2280" y="14378"/>
                  <a:pt x="2378" y="14280"/>
                  <a:pt x="2500" y="14280"/>
                </a:cubicBezTo>
                <a:cubicBezTo>
                  <a:pt x="2622" y="14280"/>
                  <a:pt x="2720" y="14378"/>
                  <a:pt x="2720" y="14500"/>
                </a:cubicBezTo>
                <a:close/>
                <a:moveTo>
                  <a:pt x="3720" y="14500"/>
                </a:moveTo>
                <a:cubicBezTo>
                  <a:pt x="3720" y="14622"/>
                  <a:pt x="3622" y="14720"/>
                  <a:pt x="3500" y="14720"/>
                </a:cubicBezTo>
                <a:cubicBezTo>
                  <a:pt x="3378" y="14720"/>
                  <a:pt x="3280" y="14622"/>
                  <a:pt x="3280" y="14500"/>
                </a:cubicBezTo>
                <a:cubicBezTo>
                  <a:pt x="3280" y="14378"/>
                  <a:pt x="3378" y="14280"/>
                  <a:pt x="3500" y="14280"/>
                </a:cubicBezTo>
                <a:cubicBezTo>
                  <a:pt x="3622" y="14280"/>
                  <a:pt x="3720" y="14378"/>
                  <a:pt x="3720" y="14500"/>
                </a:cubicBezTo>
                <a:close/>
                <a:moveTo>
                  <a:pt x="4720" y="14500"/>
                </a:moveTo>
                <a:cubicBezTo>
                  <a:pt x="4720" y="14622"/>
                  <a:pt x="4622" y="14720"/>
                  <a:pt x="4500" y="14720"/>
                </a:cubicBezTo>
                <a:cubicBezTo>
                  <a:pt x="4378" y="14720"/>
                  <a:pt x="4280" y="14622"/>
                  <a:pt x="4280" y="14500"/>
                </a:cubicBezTo>
                <a:cubicBezTo>
                  <a:pt x="4280" y="14378"/>
                  <a:pt x="4378" y="14280"/>
                  <a:pt x="4500" y="14280"/>
                </a:cubicBezTo>
                <a:cubicBezTo>
                  <a:pt x="4622" y="14280"/>
                  <a:pt x="4720" y="14378"/>
                  <a:pt x="4720" y="14500"/>
                </a:cubicBezTo>
                <a:close/>
                <a:moveTo>
                  <a:pt x="5720" y="14500"/>
                </a:moveTo>
                <a:cubicBezTo>
                  <a:pt x="5720" y="14622"/>
                  <a:pt x="5622" y="14720"/>
                  <a:pt x="5500" y="14720"/>
                </a:cubicBezTo>
                <a:cubicBezTo>
                  <a:pt x="5378" y="14720"/>
                  <a:pt x="5280" y="14622"/>
                  <a:pt x="5280" y="14500"/>
                </a:cubicBezTo>
                <a:cubicBezTo>
                  <a:pt x="5280" y="14378"/>
                  <a:pt x="5378" y="14280"/>
                  <a:pt x="5500" y="14280"/>
                </a:cubicBezTo>
                <a:cubicBezTo>
                  <a:pt x="5622" y="14280"/>
                  <a:pt x="5720" y="14378"/>
                  <a:pt x="5720" y="14500"/>
                </a:cubicBezTo>
                <a:close/>
                <a:moveTo>
                  <a:pt x="6720" y="14500"/>
                </a:moveTo>
                <a:cubicBezTo>
                  <a:pt x="6720" y="14622"/>
                  <a:pt x="6622" y="14720"/>
                  <a:pt x="6500" y="14720"/>
                </a:cubicBezTo>
                <a:cubicBezTo>
                  <a:pt x="6378" y="14720"/>
                  <a:pt x="6280" y="14622"/>
                  <a:pt x="6280" y="14500"/>
                </a:cubicBezTo>
                <a:cubicBezTo>
                  <a:pt x="6280" y="14378"/>
                  <a:pt x="6378" y="14280"/>
                  <a:pt x="6500" y="14280"/>
                </a:cubicBezTo>
                <a:cubicBezTo>
                  <a:pt x="6622" y="14280"/>
                  <a:pt x="6720" y="14378"/>
                  <a:pt x="6720" y="14500"/>
                </a:cubicBezTo>
                <a:close/>
                <a:moveTo>
                  <a:pt x="7720" y="14500"/>
                </a:moveTo>
                <a:cubicBezTo>
                  <a:pt x="7720" y="14622"/>
                  <a:pt x="7622" y="14720"/>
                  <a:pt x="7500" y="14720"/>
                </a:cubicBezTo>
                <a:cubicBezTo>
                  <a:pt x="7378" y="14720"/>
                  <a:pt x="7280" y="14622"/>
                  <a:pt x="7280" y="14500"/>
                </a:cubicBezTo>
                <a:cubicBezTo>
                  <a:pt x="7280" y="14378"/>
                  <a:pt x="7378" y="14280"/>
                  <a:pt x="7500" y="14280"/>
                </a:cubicBezTo>
                <a:cubicBezTo>
                  <a:pt x="7622" y="14280"/>
                  <a:pt x="7720" y="14378"/>
                  <a:pt x="7720" y="14500"/>
                </a:cubicBezTo>
                <a:close/>
                <a:moveTo>
                  <a:pt x="720" y="15500"/>
                </a:moveTo>
                <a:cubicBezTo>
                  <a:pt x="720" y="15622"/>
                  <a:pt x="622" y="15720"/>
                  <a:pt x="500" y="15720"/>
                </a:cubicBezTo>
                <a:cubicBezTo>
                  <a:pt x="378" y="15720"/>
                  <a:pt x="280" y="15622"/>
                  <a:pt x="280" y="15500"/>
                </a:cubicBezTo>
                <a:cubicBezTo>
                  <a:pt x="280" y="15378"/>
                  <a:pt x="378" y="15280"/>
                  <a:pt x="500" y="15280"/>
                </a:cubicBezTo>
                <a:cubicBezTo>
                  <a:pt x="622" y="15280"/>
                  <a:pt x="720" y="15378"/>
                  <a:pt x="720" y="15500"/>
                </a:cubicBezTo>
                <a:close/>
                <a:moveTo>
                  <a:pt x="1720" y="15500"/>
                </a:moveTo>
                <a:cubicBezTo>
                  <a:pt x="1720" y="15622"/>
                  <a:pt x="1622" y="15720"/>
                  <a:pt x="1500" y="15720"/>
                </a:cubicBezTo>
                <a:cubicBezTo>
                  <a:pt x="1378" y="15720"/>
                  <a:pt x="1280" y="15622"/>
                  <a:pt x="1280" y="15500"/>
                </a:cubicBezTo>
                <a:cubicBezTo>
                  <a:pt x="1280" y="15378"/>
                  <a:pt x="1378" y="15280"/>
                  <a:pt x="1500" y="15280"/>
                </a:cubicBezTo>
                <a:cubicBezTo>
                  <a:pt x="1622" y="15280"/>
                  <a:pt x="1720" y="15378"/>
                  <a:pt x="1720" y="15500"/>
                </a:cubicBezTo>
                <a:close/>
                <a:moveTo>
                  <a:pt x="2720" y="15500"/>
                </a:moveTo>
                <a:cubicBezTo>
                  <a:pt x="2720" y="15622"/>
                  <a:pt x="2622" y="15720"/>
                  <a:pt x="2500" y="15720"/>
                </a:cubicBezTo>
                <a:cubicBezTo>
                  <a:pt x="2378" y="15720"/>
                  <a:pt x="2280" y="15622"/>
                  <a:pt x="2280" y="15500"/>
                </a:cubicBezTo>
                <a:cubicBezTo>
                  <a:pt x="2280" y="15378"/>
                  <a:pt x="2378" y="15280"/>
                  <a:pt x="2500" y="15280"/>
                </a:cubicBezTo>
                <a:cubicBezTo>
                  <a:pt x="2622" y="15280"/>
                  <a:pt x="2720" y="15378"/>
                  <a:pt x="2720" y="15500"/>
                </a:cubicBezTo>
                <a:close/>
                <a:moveTo>
                  <a:pt x="3720" y="15500"/>
                </a:moveTo>
                <a:cubicBezTo>
                  <a:pt x="3720" y="15622"/>
                  <a:pt x="3622" y="15720"/>
                  <a:pt x="3500" y="15720"/>
                </a:cubicBezTo>
                <a:cubicBezTo>
                  <a:pt x="3378" y="15720"/>
                  <a:pt x="3280" y="15622"/>
                  <a:pt x="3280" y="15500"/>
                </a:cubicBezTo>
                <a:cubicBezTo>
                  <a:pt x="3280" y="15378"/>
                  <a:pt x="3378" y="15280"/>
                  <a:pt x="3500" y="15280"/>
                </a:cubicBezTo>
                <a:cubicBezTo>
                  <a:pt x="3622" y="15280"/>
                  <a:pt x="3720" y="15378"/>
                  <a:pt x="3720" y="15500"/>
                </a:cubicBezTo>
                <a:close/>
                <a:moveTo>
                  <a:pt x="4720" y="15500"/>
                </a:moveTo>
                <a:cubicBezTo>
                  <a:pt x="4720" y="15622"/>
                  <a:pt x="4622" y="15720"/>
                  <a:pt x="4500" y="15720"/>
                </a:cubicBezTo>
                <a:cubicBezTo>
                  <a:pt x="4378" y="15720"/>
                  <a:pt x="4280" y="15622"/>
                  <a:pt x="4280" y="15500"/>
                </a:cubicBezTo>
                <a:cubicBezTo>
                  <a:pt x="4280" y="15378"/>
                  <a:pt x="4378" y="15280"/>
                  <a:pt x="4500" y="15280"/>
                </a:cubicBezTo>
                <a:cubicBezTo>
                  <a:pt x="4622" y="15280"/>
                  <a:pt x="4720" y="15378"/>
                  <a:pt x="4720" y="15500"/>
                </a:cubicBezTo>
                <a:close/>
                <a:moveTo>
                  <a:pt x="5720" y="15500"/>
                </a:moveTo>
                <a:cubicBezTo>
                  <a:pt x="5720" y="15622"/>
                  <a:pt x="5622" y="15720"/>
                  <a:pt x="5500" y="15720"/>
                </a:cubicBezTo>
                <a:cubicBezTo>
                  <a:pt x="5378" y="15720"/>
                  <a:pt x="5280" y="15622"/>
                  <a:pt x="5280" y="15500"/>
                </a:cubicBezTo>
                <a:cubicBezTo>
                  <a:pt x="5280" y="15378"/>
                  <a:pt x="5378" y="15280"/>
                  <a:pt x="5500" y="15280"/>
                </a:cubicBezTo>
                <a:cubicBezTo>
                  <a:pt x="5622" y="15280"/>
                  <a:pt x="5720" y="15378"/>
                  <a:pt x="5720" y="15500"/>
                </a:cubicBezTo>
                <a:close/>
                <a:moveTo>
                  <a:pt x="6720" y="15500"/>
                </a:moveTo>
                <a:cubicBezTo>
                  <a:pt x="6720" y="15622"/>
                  <a:pt x="6622" y="15720"/>
                  <a:pt x="6500" y="15720"/>
                </a:cubicBezTo>
                <a:cubicBezTo>
                  <a:pt x="6378" y="15720"/>
                  <a:pt x="6280" y="15622"/>
                  <a:pt x="6280" y="15500"/>
                </a:cubicBezTo>
                <a:cubicBezTo>
                  <a:pt x="6280" y="15378"/>
                  <a:pt x="6378" y="15280"/>
                  <a:pt x="6500" y="15280"/>
                </a:cubicBezTo>
                <a:cubicBezTo>
                  <a:pt x="6622" y="15280"/>
                  <a:pt x="6720" y="15378"/>
                  <a:pt x="6720" y="15500"/>
                </a:cubicBezTo>
                <a:close/>
                <a:moveTo>
                  <a:pt x="7720" y="15500"/>
                </a:moveTo>
                <a:cubicBezTo>
                  <a:pt x="7720" y="15622"/>
                  <a:pt x="7622" y="15720"/>
                  <a:pt x="7500" y="15720"/>
                </a:cubicBezTo>
                <a:cubicBezTo>
                  <a:pt x="7378" y="15720"/>
                  <a:pt x="7280" y="15622"/>
                  <a:pt x="7280" y="15500"/>
                </a:cubicBezTo>
                <a:cubicBezTo>
                  <a:pt x="7280" y="15378"/>
                  <a:pt x="7378" y="15280"/>
                  <a:pt x="7500" y="15280"/>
                </a:cubicBezTo>
                <a:cubicBezTo>
                  <a:pt x="7622" y="15280"/>
                  <a:pt x="7720" y="15378"/>
                  <a:pt x="7720" y="15500"/>
                </a:cubicBezTo>
                <a:close/>
                <a:moveTo>
                  <a:pt x="720" y="16500"/>
                </a:moveTo>
                <a:cubicBezTo>
                  <a:pt x="720" y="16622"/>
                  <a:pt x="622" y="16720"/>
                  <a:pt x="500" y="16720"/>
                </a:cubicBezTo>
                <a:cubicBezTo>
                  <a:pt x="378" y="16720"/>
                  <a:pt x="280" y="16622"/>
                  <a:pt x="280" y="16500"/>
                </a:cubicBezTo>
                <a:cubicBezTo>
                  <a:pt x="280" y="16378"/>
                  <a:pt x="378" y="16280"/>
                  <a:pt x="500" y="16280"/>
                </a:cubicBezTo>
                <a:cubicBezTo>
                  <a:pt x="622" y="16280"/>
                  <a:pt x="720" y="16378"/>
                  <a:pt x="720" y="16500"/>
                </a:cubicBezTo>
                <a:close/>
                <a:moveTo>
                  <a:pt x="1720" y="16500"/>
                </a:moveTo>
                <a:cubicBezTo>
                  <a:pt x="1720" y="16622"/>
                  <a:pt x="1622" y="16720"/>
                  <a:pt x="1500" y="16720"/>
                </a:cubicBezTo>
                <a:cubicBezTo>
                  <a:pt x="1378" y="16720"/>
                  <a:pt x="1280" y="16622"/>
                  <a:pt x="1280" y="16500"/>
                </a:cubicBezTo>
                <a:cubicBezTo>
                  <a:pt x="1280" y="16378"/>
                  <a:pt x="1378" y="16280"/>
                  <a:pt x="1500" y="16280"/>
                </a:cubicBezTo>
                <a:cubicBezTo>
                  <a:pt x="1622" y="16280"/>
                  <a:pt x="1720" y="16378"/>
                  <a:pt x="1720" y="16500"/>
                </a:cubicBezTo>
                <a:close/>
                <a:moveTo>
                  <a:pt x="2720" y="16500"/>
                </a:moveTo>
                <a:cubicBezTo>
                  <a:pt x="2720" y="16622"/>
                  <a:pt x="2622" y="16720"/>
                  <a:pt x="2500" y="16720"/>
                </a:cubicBezTo>
                <a:cubicBezTo>
                  <a:pt x="2378" y="16720"/>
                  <a:pt x="2280" y="16622"/>
                  <a:pt x="2280" y="16500"/>
                </a:cubicBezTo>
                <a:cubicBezTo>
                  <a:pt x="2280" y="16378"/>
                  <a:pt x="2378" y="16280"/>
                  <a:pt x="2500" y="16280"/>
                </a:cubicBezTo>
                <a:cubicBezTo>
                  <a:pt x="2622" y="16280"/>
                  <a:pt x="2720" y="16378"/>
                  <a:pt x="2720" y="16500"/>
                </a:cubicBezTo>
                <a:close/>
                <a:moveTo>
                  <a:pt x="3720" y="16500"/>
                </a:moveTo>
                <a:cubicBezTo>
                  <a:pt x="3720" y="16622"/>
                  <a:pt x="3622" y="16720"/>
                  <a:pt x="3500" y="16720"/>
                </a:cubicBezTo>
                <a:cubicBezTo>
                  <a:pt x="3378" y="16720"/>
                  <a:pt x="3280" y="16622"/>
                  <a:pt x="3280" y="16500"/>
                </a:cubicBezTo>
                <a:cubicBezTo>
                  <a:pt x="3280" y="16378"/>
                  <a:pt x="3378" y="16280"/>
                  <a:pt x="3500" y="16280"/>
                </a:cubicBezTo>
                <a:cubicBezTo>
                  <a:pt x="3622" y="16280"/>
                  <a:pt x="3720" y="16378"/>
                  <a:pt x="3720" y="16500"/>
                </a:cubicBezTo>
                <a:close/>
                <a:moveTo>
                  <a:pt x="4720" y="16500"/>
                </a:moveTo>
                <a:cubicBezTo>
                  <a:pt x="4720" y="16622"/>
                  <a:pt x="4622" y="16720"/>
                  <a:pt x="4500" y="16720"/>
                </a:cubicBezTo>
                <a:cubicBezTo>
                  <a:pt x="4378" y="16720"/>
                  <a:pt x="4280" y="16622"/>
                  <a:pt x="4280" y="16500"/>
                </a:cubicBezTo>
                <a:cubicBezTo>
                  <a:pt x="4280" y="16378"/>
                  <a:pt x="4378" y="16280"/>
                  <a:pt x="4500" y="16280"/>
                </a:cubicBezTo>
                <a:cubicBezTo>
                  <a:pt x="4622" y="16280"/>
                  <a:pt x="4720" y="16378"/>
                  <a:pt x="4720" y="16500"/>
                </a:cubicBezTo>
                <a:close/>
                <a:moveTo>
                  <a:pt x="5720" y="16500"/>
                </a:moveTo>
                <a:cubicBezTo>
                  <a:pt x="5720" y="16622"/>
                  <a:pt x="5622" y="16720"/>
                  <a:pt x="5500" y="16720"/>
                </a:cubicBezTo>
                <a:cubicBezTo>
                  <a:pt x="5378" y="16720"/>
                  <a:pt x="5280" y="16622"/>
                  <a:pt x="5280" y="16500"/>
                </a:cubicBezTo>
                <a:cubicBezTo>
                  <a:pt x="5280" y="16378"/>
                  <a:pt x="5378" y="16280"/>
                  <a:pt x="5500" y="16280"/>
                </a:cubicBezTo>
                <a:cubicBezTo>
                  <a:pt x="5622" y="16280"/>
                  <a:pt x="5720" y="16378"/>
                  <a:pt x="5720" y="16500"/>
                </a:cubicBezTo>
                <a:close/>
                <a:moveTo>
                  <a:pt x="6720" y="16500"/>
                </a:moveTo>
                <a:cubicBezTo>
                  <a:pt x="6720" y="16622"/>
                  <a:pt x="6622" y="16720"/>
                  <a:pt x="6500" y="16720"/>
                </a:cubicBezTo>
                <a:cubicBezTo>
                  <a:pt x="6378" y="16720"/>
                  <a:pt x="6280" y="16622"/>
                  <a:pt x="6280" y="16500"/>
                </a:cubicBezTo>
                <a:cubicBezTo>
                  <a:pt x="6280" y="16378"/>
                  <a:pt x="6378" y="16280"/>
                  <a:pt x="6500" y="16280"/>
                </a:cubicBezTo>
                <a:cubicBezTo>
                  <a:pt x="6622" y="16280"/>
                  <a:pt x="6720" y="16378"/>
                  <a:pt x="6720" y="16500"/>
                </a:cubicBezTo>
                <a:close/>
                <a:moveTo>
                  <a:pt x="7720" y="16500"/>
                </a:moveTo>
                <a:cubicBezTo>
                  <a:pt x="7720" y="16622"/>
                  <a:pt x="7622" y="16720"/>
                  <a:pt x="7500" y="16720"/>
                </a:cubicBezTo>
                <a:cubicBezTo>
                  <a:pt x="7378" y="16720"/>
                  <a:pt x="7280" y="16622"/>
                  <a:pt x="7280" y="16500"/>
                </a:cubicBezTo>
                <a:cubicBezTo>
                  <a:pt x="7280" y="16378"/>
                  <a:pt x="7378" y="16280"/>
                  <a:pt x="7500" y="16280"/>
                </a:cubicBezTo>
                <a:cubicBezTo>
                  <a:pt x="7622" y="16280"/>
                  <a:pt x="7720" y="16378"/>
                  <a:pt x="7720" y="16500"/>
                </a:cubicBezTo>
                <a:close/>
                <a:moveTo>
                  <a:pt x="720" y="17500"/>
                </a:moveTo>
                <a:cubicBezTo>
                  <a:pt x="720" y="17622"/>
                  <a:pt x="622" y="17720"/>
                  <a:pt x="500" y="17720"/>
                </a:cubicBezTo>
                <a:cubicBezTo>
                  <a:pt x="378" y="17720"/>
                  <a:pt x="280" y="17622"/>
                  <a:pt x="280" y="17500"/>
                </a:cubicBezTo>
                <a:cubicBezTo>
                  <a:pt x="280" y="17378"/>
                  <a:pt x="378" y="17280"/>
                  <a:pt x="500" y="17280"/>
                </a:cubicBezTo>
                <a:cubicBezTo>
                  <a:pt x="622" y="17280"/>
                  <a:pt x="720" y="17378"/>
                  <a:pt x="720" y="17500"/>
                </a:cubicBezTo>
                <a:close/>
                <a:moveTo>
                  <a:pt x="1720" y="17500"/>
                </a:moveTo>
                <a:cubicBezTo>
                  <a:pt x="1720" y="17622"/>
                  <a:pt x="1622" y="17720"/>
                  <a:pt x="1500" y="17720"/>
                </a:cubicBezTo>
                <a:cubicBezTo>
                  <a:pt x="1378" y="17720"/>
                  <a:pt x="1280" y="17622"/>
                  <a:pt x="1280" y="17500"/>
                </a:cubicBezTo>
                <a:cubicBezTo>
                  <a:pt x="1280" y="17378"/>
                  <a:pt x="1378" y="17280"/>
                  <a:pt x="1500" y="17280"/>
                </a:cubicBezTo>
                <a:cubicBezTo>
                  <a:pt x="1622" y="17280"/>
                  <a:pt x="1720" y="17378"/>
                  <a:pt x="1720" y="17500"/>
                </a:cubicBezTo>
                <a:close/>
                <a:moveTo>
                  <a:pt x="2720" y="17500"/>
                </a:moveTo>
                <a:cubicBezTo>
                  <a:pt x="2720" y="17622"/>
                  <a:pt x="2622" y="17720"/>
                  <a:pt x="2500" y="17720"/>
                </a:cubicBezTo>
                <a:cubicBezTo>
                  <a:pt x="2378" y="17720"/>
                  <a:pt x="2280" y="17622"/>
                  <a:pt x="2280" y="17500"/>
                </a:cubicBezTo>
                <a:cubicBezTo>
                  <a:pt x="2280" y="17378"/>
                  <a:pt x="2378" y="17280"/>
                  <a:pt x="2500" y="17280"/>
                </a:cubicBezTo>
                <a:cubicBezTo>
                  <a:pt x="2622" y="17280"/>
                  <a:pt x="2720" y="17378"/>
                  <a:pt x="2720" y="17500"/>
                </a:cubicBezTo>
                <a:close/>
                <a:moveTo>
                  <a:pt x="3720" y="17500"/>
                </a:moveTo>
                <a:cubicBezTo>
                  <a:pt x="3720" y="17622"/>
                  <a:pt x="3622" y="17720"/>
                  <a:pt x="3500" y="17720"/>
                </a:cubicBezTo>
                <a:cubicBezTo>
                  <a:pt x="3378" y="17720"/>
                  <a:pt x="3280" y="17622"/>
                  <a:pt x="3280" y="17500"/>
                </a:cubicBezTo>
                <a:cubicBezTo>
                  <a:pt x="3280" y="17378"/>
                  <a:pt x="3378" y="17280"/>
                  <a:pt x="3500" y="17280"/>
                </a:cubicBezTo>
                <a:cubicBezTo>
                  <a:pt x="3622" y="17280"/>
                  <a:pt x="3720" y="17378"/>
                  <a:pt x="3720" y="17500"/>
                </a:cubicBezTo>
                <a:close/>
                <a:moveTo>
                  <a:pt x="4720" y="17500"/>
                </a:moveTo>
                <a:cubicBezTo>
                  <a:pt x="4720" y="17622"/>
                  <a:pt x="4622" y="17720"/>
                  <a:pt x="4500" y="17720"/>
                </a:cubicBezTo>
                <a:cubicBezTo>
                  <a:pt x="4378" y="17720"/>
                  <a:pt x="4280" y="17622"/>
                  <a:pt x="4280" y="17500"/>
                </a:cubicBezTo>
                <a:cubicBezTo>
                  <a:pt x="4280" y="17378"/>
                  <a:pt x="4378" y="17280"/>
                  <a:pt x="4500" y="17280"/>
                </a:cubicBezTo>
                <a:cubicBezTo>
                  <a:pt x="4622" y="17280"/>
                  <a:pt x="4720" y="17378"/>
                  <a:pt x="4720" y="17500"/>
                </a:cubicBezTo>
                <a:close/>
                <a:moveTo>
                  <a:pt x="5720" y="17500"/>
                </a:moveTo>
                <a:cubicBezTo>
                  <a:pt x="5720" y="17622"/>
                  <a:pt x="5622" y="17720"/>
                  <a:pt x="5500" y="17720"/>
                </a:cubicBezTo>
                <a:cubicBezTo>
                  <a:pt x="5378" y="17720"/>
                  <a:pt x="5280" y="17622"/>
                  <a:pt x="5280" y="17500"/>
                </a:cubicBezTo>
                <a:cubicBezTo>
                  <a:pt x="5280" y="17378"/>
                  <a:pt x="5378" y="17280"/>
                  <a:pt x="5500" y="17280"/>
                </a:cubicBezTo>
                <a:cubicBezTo>
                  <a:pt x="5622" y="17280"/>
                  <a:pt x="5720" y="17378"/>
                  <a:pt x="5720" y="17500"/>
                </a:cubicBezTo>
                <a:close/>
                <a:moveTo>
                  <a:pt x="6720" y="17500"/>
                </a:moveTo>
                <a:cubicBezTo>
                  <a:pt x="6720" y="17622"/>
                  <a:pt x="6622" y="17720"/>
                  <a:pt x="6500" y="17720"/>
                </a:cubicBezTo>
                <a:cubicBezTo>
                  <a:pt x="6378" y="17720"/>
                  <a:pt x="6280" y="17622"/>
                  <a:pt x="6280" y="17500"/>
                </a:cubicBezTo>
                <a:cubicBezTo>
                  <a:pt x="6280" y="17378"/>
                  <a:pt x="6378" y="17280"/>
                  <a:pt x="6500" y="17280"/>
                </a:cubicBezTo>
                <a:cubicBezTo>
                  <a:pt x="6622" y="17280"/>
                  <a:pt x="6720" y="17378"/>
                  <a:pt x="6720" y="17500"/>
                </a:cubicBezTo>
                <a:close/>
                <a:moveTo>
                  <a:pt x="7720" y="17500"/>
                </a:moveTo>
                <a:cubicBezTo>
                  <a:pt x="7720" y="17622"/>
                  <a:pt x="7622" y="17720"/>
                  <a:pt x="7500" y="17720"/>
                </a:cubicBezTo>
                <a:cubicBezTo>
                  <a:pt x="7378" y="17720"/>
                  <a:pt x="7280" y="17622"/>
                  <a:pt x="7280" y="17500"/>
                </a:cubicBezTo>
                <a:cubicBezTo>
                  <a:pt x="7280" y="17378"/>
                  <a:pt x="7378" y="17280"/>
                  <a:pt x="7500" y="17280"/>
                </a:cubicBezTo>
                <a:cubicBezTo>
                  <a:pt x="7622" y="17280"/>
                  <a:pt x="7720" y="17378"/>
                  <a:pt x="7720" y="17500"/>
                </a:cubicBezTo>
                <a:close/>
                <a:moveTo>
                  <a:pt x="720" y="18500"/>
                </a:moveTo>
                <a:cubicBezTo>
                  <a:pt x="720" y="18622"/>
                  <a:pt x="622" y="18720"/>
                  <a:pt x="500" y="18720"/>
                </a:cubicBezTo>
                <a:cubicBezTo>
                  <a:pt x="378" y="18720"/>
                  <a:pt x="280" y="18622"/>
                  <a:pt x="280" y="18500"/>
                </a:cubicBezTo>
                <a:cubicBezTo>
                  <a:pt x="280" y="18378"/>
                  <a:pt x="378" y="18280"/>
                  <a:pt x="500" y="18280"/>
                </a:cubicBezTo>
                <a:cubicBezTo>
                  <a:pt x="622" y="18280"/>
                  <a:pt x="720" y="18378"/>
                  <a:pt x="720" y="18500"/>
                </a:cubicBezTo>
                <a:close/>
                <a:moveTo>
                  <a:pt x="1720" y="18500"/>
                </a:moveTo>
                <a:cubicBezTo>
                  <a:pt x="1720" y="18622"/>
                  <a:pt x="1622" y="18720"/>
                  <a:pt x="1500" y="18720"/>
                </a:cubicBezTo>
                <a:cubicBezTo>
                  <a:pt x="1378" y="18720"/>
                  <a:pt x="1280" y="18622"/>
                  <a:pt x="1280" y="18500"/>
                </a:cubicBezTo>
                <a:cubicBezTo>
                  <a:pt x="1280" y="18378"/>
                  <a:pt x="1378" y="18280"/>
                  <a:pt x="1500" y="18280"/>
                </a:cubicBezTo>
                <a:cubicBezTo>
                  <a:pt x="1622" y="18280"/>
                  <a:pt x="1720" y="18378"/>
                  <a:pt x="1720" y="18500"/>
                </a:cubicBezTo>
                <a:close/>
                <a:moveTo>
                  <a:pt x="2720" y="18500"/>
                </a:moveTo>
                <a:cubicBezTo>
                  <a:pt x="2720" y="18622"/>
                  <a:pt x="2622" y="18720"/>
                  <a:pt x="2500" y="18720"/>
                </a:cubicBezTo>
                <a:cubicBezTo>
                  <a:pt x="2378" y="18720"/>
                  <a:pt x="2280" y="18622"/>
                  <a:pt x="2280" y="18500"/>
                </a:cubicBezTo>
                <a:cubicBezTo>
                  <a:pt x="2280" y="18378"/>
                  <a:pt x="2378" y="18280"/>
                  <a:pt x="2500" y="18280"/>
                </a:cubicBezTo>
                <a:cubicBezTo>
                  <a:pt x="2622" y="18280"/>
                  <a:pt x="2720" y="18378"/>
                  <a:pt x="2720" y="18500"/>
                </a:cubicBezTo>
                <a:close/>
                <a:moveTo>
                  <a:pt x="3720" y="18500"/>
                </a:moveTo>
                <a:cubicBezTo>
                  <a:pt x="3720" y="18622"/>
                  <a:pt x="3622" y="18720"/>
                  <a:pt x="3500" y="18720"/>
                </a:cubicBezTo>
                <a:cubicBezTo>
                  <a:pt x="3378" y="18720"/>
                  <a:pt x="3280" y="18622"/>
                  <a:pt x="3280" y="18500"/>
                </a:cubicBezTo>
                <a:cubicBezTo>
                  <a:pt x="3280" y="18378"/>
                  <a:pt x="3378" y="18280"/>
                  <a:pt x="3500" y="18280"/>
                </a:cubicBezTo>
                <a:cubicBezTo>
                  <a:pt x="3622" y="18280"/>
                  <a:pt x="3720" y="18378"/>
                  <a:pt x="3720" y="18500"/>
                </a:cubicBezTo>
                <a:close/>
                <a:moveTo>
                  <a:pt x="4720" y="18500"/>
                </a:moveTo>
                <a:cubicBezTo>
                  <a:pt x="4720" y="18622"/>
                  <a:pt x="4622" y="18720"/>
                  <a:pt x="4500" y="18720"/>
                </a:cubicBezTo>
                <a:cubicBezTo>
                  <a:pt x="4378" y="18720"/>
                  <a:pt x="4280" y="18622"/>
                  <a:pt x="4280" y="18500"/>
                </a:cubicBezTo>
                <a:cubicBezTo>
                  <a:pt x="4280" y="18378"/>
                  <a:pt x="4378" y="18280"/>
                  <a:pt x="4500" y="18280"/>
                </a:cubicBezTo>
                <a:cubicBezTo>
                  <a:pt x="4622" y="18280"/>
                  <a:pt x="4720" y="18378"/>
                  <a:pt x="4720" y="18500"/>
                </a:cubicBezTo>
                <a:close/>
                <a:moveTo>
                  <a:pt x="5720" y="18500"/>
                </a:moveTo>
                <a:cubicBezTo>
                  <a:pt x="5720" y="18622"/>
                  <a:pt x="5622" y="18720"/>
                  <a:pt x="5500" y="18720"/>
                </a:cubicBezTo>
                <a:cubicBezTo>
                  <a:pt x="5378" y="18720"/>
                  <a:pt x="5280" y="18622"/>
                  <a:pt x="5280" y="18500"/>
                </a:cubicBezTo>
                <a:cubicBezTo>
                  <a:pt x="5280" y="18378"/>
                  <a:pt x="5378" y="18280"/>
                  <a:pt x="5500" y="18280"/>
                </a:cubicBezTo>
                <a:cubicBezTo>
                  <a:pt x="5622" y="18280"/>
                  <a:pt x="5720" y="18378"/>
                  <a:pt x="5720" y="18500"/>
                </a:cubicBezTo>
                <a:close/>
                <a:moveTo>
                  <a:pt x="6720" y="18500"/>
                </a:moveTo>
                <a:cubicBezTo>
                  <a:pt x="6720" y="18622"/>
                  <a:pt x="6622" y="18720"/>
                  <a:pt x="6500" y="18720"/>
                </a:cubicBezTo>
                <a:cubicBezTo>
                  <a:pt x="6378" y="18720"/>
                  <a:pt x="6280" y="18622"/>
                  <a:pt x="6280" y="18500"/>
                </a:cubicBezTo>
                <a:cubicBezTo>
                  <a:pt x="6280" y="18378"/>
                  <a:pt x="6378" y="18280"/>
                  <a:pt x="6500" y="18280"/>
                </a:cubicBezTo>
                <a:cubicBezTo>
                  <a:pt x="6622" y="18280"/>
                  <a:pt x="6720" y="18378"/>
                  <a:pt x="6720" y="18500"/>
                </a:cubicBezTo>
                <a:close/>
                <a:moveTo>
                  <a:pt x="7720" y="18500"/>
                </a:moveTo>
                <a:cubicBezTo>
                  <a:pt x="7720" y="18622"/>
                  <a:pt x="7622" y="18720"/>
                  <a:pt x="7500" y="18720"/>
                </a:cubicBezTo>
                <a:cubicBezTo>
                  <a:pt x="7378" y="18720"/>
                  <a:pt x="7280" y="18622"/>
                  <a:pt x="7280" y="18500"/>
                </a:cubicBezTo>
                <a:cubicBezTo>
                  <a:pt x="7280" y="18378"/>
                  <a:pt x="7378" y="18280"/>
                  <a:pt x="7500" y="18280"/>
                </a:cubicBezTo>
                <a:cubicBezTo>
                  <a:pt x="7622" y="18280"/>
                  <a:pt x="7720" y="18378"/>
                  <a:pt x="7720" y="18500"/>
                </a:cubicBezTo>
                <a:close/>
                <a:moveTo>
                  <a:pt x="720" y="19500"/>
                </a:moveTo>
                <a:cubicBezTo>
                  <a:pt x="720" y="19622"/>
                  <a:pt x="622" y="19720"/>
                  <a:pt x="500" y="19720"/>
                </a:cubicBezTo>
                <a:cubicBezTo>
                  <a:pt x="378" y="19720"/>
                  <a:pt x="280" y="19622"/>
                  <a:pt x="280" y="19500"/>
                </a:cubicBezTo>
                <a:cubicBezTo>
                  <a:pt x="280" y="19378"/>
                  <a:pt x="378" y="19280"/>
                  <a:pt x="500" y="19280"/>
                </a:cubicBezTo>
                <a:cubicBezTo>
                  <a:pt x="622" y="19280"/>
                  <a:pt x="720" y="19378"/>
                  <a:pt x="720" y="19500"/>
                </a:cubicBezTo>
                <a:close/>
                <a:moveTo>
                  <a:pt x="1720" y="19500"/>
                </a:moveTo>
                <a:cubicBezTo>
                  <a:pt x="1720" y="19622"/>
                  <a:pt x="1622" y="19720"/>
                  <a:pt x="1500" y="19720"/>
                </a:cubicBezTo>
                <a:cubicBezTo>
                  <a:pt x="1378" y="19720"/>
                  <a:pt x="1280" y="19622"/>
                  <a:pt x="1280" y="19500"/>
                </a:cubicBezTo>
                <a:cubicBezTo>
                  <a:pt x="1280" y="19378"/>
                  <a:pt x="1378" y="19280"/>
                  <a:pt x="1500" y="19280"/>
                </a:cubicBezTo>
                <a:cubicBezTo>
                  <a:pt x="1622" y="19280"/>
                  <a:pt x="1720" y="19378"/>
                  <a:pt x="1720" y="19500"/>
                </a:cubicBezTo>
                <a:close/>
                <a:moveTo>
                  <a:pt x="2720" y="19500"/>
                </a:moveTo>
                <a:cubicBezTo>
                  <a:pt x="2720" y="19622"/>
                  <a:pt x="2622" y="19720"/>
                  <a:pt x="2500" y="19720"/>
                </a:cubicBezTo>
                <a:cubicBezTo>
                  <a:pt x="2378" y="19720"/>
                  <a:pt x="2280" y="19622"/>
                  <a:pt x="2280" y="19500"/>
                </a:cubicBezTo>
                <a:cubicBezTo>
                  <a:pt x="2280" y="19378"/>
                  <a:pt x="2378" y="19280"/>
                  <a:pt x="2500" y="19280"/>
                </a:cubicBezTo>
                <a:cubicBezTo>
                  <a:pt x="2622" y="19280"/>
                  <a:pt x="2720" y="19378"/>
                  <a:pt x="2720" y="19500"/>
                </a:cubicBezTo>
                <a:close/>
                <a:moveTo>
                  <a:pt x="3720" y="19500"/>
                </a:moveTo>
                <a:cubicBezTo>
                  <a:pt x="3720" y="19622"/>
                  <a:pt x="3622" y="19720"/>
                  <a:pt x="3500" y="19720"/>
                </a:cubicBezTo>
                <a:cubicBezTo>
                  <a:pt x="3378" y="19720"/>
                  <a:pt x="3280" y="19622"/>
                  <a:pt x="3280" y="19500"/>
                </a:cubicBezTo>
                <a:cubicBezTo>
                  <a:pt x="3280" y="19378"/>
                  <a:pt x="3378" y="19280"/>
                  <a:pt x="3500" y="19280"/>
                </a:cubicBezTo>
                <a:cubicBezTo>
                  <a:pt x="3622" y="19280"/>
                  <a:pt x="3720" y="19378"/>
                  <a:pt x="3720" y="19500"/>
                </a:cubicBezTo>
                <a:close/>
                <a:moveTo>
                  <a:pt x="4720" y="19500"/>
                </a:moveTo>
                <a:cubicBezTo>
                  <a:pt x="4720" y="19622"/>
                  <a:pt x="4622" y="19720"/>
                  <a:pt x="4500" y="19720"/>
                </a:cubicBezTo>
                <a:cubicBezTo>
                  <a:pt x="4378" y="19720"/>
                  <a:pt x="4280" y="19622"/>
                  <a:pt x="4280" y="19500"/>
                </a:cubicBezTo>
                <a:cubicBezTo>
                  <a:pt x="4280" y="19378"/>
                  <a:pt x="4378" y="19280"/>
                  <a:pt x="4500" y="19280"/>
                </a:cubicBezTo>
                <a:cubicBezTo>
                  <a:pt x="4622" y="19280"/>
                  <a:pt x="4720" y="19378"/>
                  <a:pt x="4720" y="19500"/>
                </a:cubicBezTo>
                <a:close/>
                <a:moveTo>
                  <a:pt x="5720" y="19500"/>
                </a:moveTo>
                <a:cubicBezTo>
                  <a:pt x="5720" y="19622"/>
                  <a:pt x="5622" y="19720"/>
                  <a:pt x="5500" y="19720"/>
                </a:cubicBezTo>
                <a:cubicBezTo>
                  <a:pt x="5378" y="19720"/>
                  <a:pt x="5280" y="19622"/>
                  <a:pt x="5280" y="19500"/>
                </a:cubicBezTo>
                <a:cubicBezTo>
                  <a:pt x="5280" y="19378"/>
                  <a:pt x="5378" y="19280"/>
                  <a:pt x="5500" y="19280"/>
                </a:cubicBezTo>
                <a:cubicBezTo>
                  <a:pt x="5622" y="19280"/>
                  <a:pt x="5720" y="19378"/>
                  <a:pt x="5720" y="19500"/>
                </a:cubicBezTo>
                <a:close/>
                <a:moveTo>
                  <a:pt x="6720" y="19500"/>
                </a:moveTo>
                <a:cubicBezTo>
                  <a:pt x="6720" y="19622"/>
                  <a:pt x="6622" y="19720"/>
                  <a:pt x="6500" y="19720"/>
                </a:cubicBezTo>
                <a:cubicBezTo>
                  <a:pt x="6378" y="19720"/>
                  <a:pt x="6280" y="19622"/>
                  <a:pt x="6280" y="19500"/>
                </a:cubicBezTo>
                <a:cubicBezTo>
                  <a:pt x="6280" y="19378"/>
                  <a:pt x="6378" y="19280"/>
                  <a:pt x="6500" y="19280"/>
                </a:cubicBezTo>
                <a:cubicBezTo>
                  <a:pt x="6622" y="19280"/>
                  <a:pt x="6720" y="19378"/>
                  <a:pt x="6720" y="19500"/>
                </a:cubicBezTo>
                <a:close/>
                <a:moveTo>
                  <a:pt x="7720" y="19500"/>
                </a:moveTo>
                <a:cubicBezTo>
                  <a:pt x="7720" y="19622"/>
                  <a:pt x="7622" y="19720"/>
                  <a:pt x="7500" y="19720"/>
                </a:cubicBezTo>
                <a:cubicBezTo>
                  <a:pt x="7378" y="19720"/>
                  <a:pt x="7280" y="19622"/>
                  <a:pt x="7280" y="19500"/>
                </a:cubicBezTo>
                <a:cubicBezTo>
                  <a:pt x="7280" y="19378"/>
                  <a:pt x="7378" y="19280"/>
                  <a:pt x="7500" y="19280"/>
                </a:cubicBezTo>
                <a:cubicBezTo>
                  <a:pt x="7622" y="19280"/>
                  <a:pt x="7720" y="19378"/>
                  <a:pt x="7720" y="19500"/>
                </a:cubicBezTo>
                <a:close/>
                <a:moveTo>
                  <a:pt x="720" y="20500"/>
                </a:moveTo>
                <a:cubicBezTo>
                  <a:pt x="720" y="20622"/>
                  <a:pt x="622" y="20720"/>
                  <a:pt x="500" y="20720"/>
                </a:cubicBezTo>
                <a:cubicBezTo>
                  <a:pt x="378" y="20720"/>
                  <a:pt x="280" y="20622"/>
                  <a:pt x="280" y="20500"/>
                </a:cubicBezTo>
                <a:cubicBezTo>
                  <a:pt x="280" y="20378"/>
                  <a:pt x="378" y="20280"/>
                  <a:pt x="500" y="20280"/>
                </a:cubicBezTo>
                <a:cubicBezTo>
                  <a:pt x="622" y="20280"/>
                  <a:pt x="720" y="20378"/>
                  <a:pt x="720" y="20500"/>
                </a:cubicBezTo>
                <a:close/>
                <a:moveTo>
                  <a:pt x="1720" y="20500"/>
                </a:moveTo>
                <a:cubicBezTo>
                  <a:pt x="1720" y="20622"/>
                  <a:pt x="1622" y="20720"/>
                  <a:pt x="1500" y="20720"/>
                </a:cubicBezTo>
                <a:cubicBezTo>
                  <a:pt x="1378" y="20720"/>
                  <a:pt x="1280" y="20622"/>
                  <a:pt x="1280" y="20500"/>
                </a:cubicBezTo>
                <a:cubicBezTo>
                  <a:pt x="1280" y="20378"/>
                  <a:pt x="1378" y="20280"/>
                  <a:pt x="1500" y="20280"/>
                </a:cubicBezTo>
                <a:cubicBezTo>
                  <a:pt x="1622" y="20280"/>
                  <a:pt x="1720" y="20378"/>
                  <a:pt x="1720" y="20500"/>
                </a:cubicBezTo>
                <a:close/>
                <a:moveTo>
                  <a:pt x="2720" y="20500"/>
                </a:moveTo>
                <a:cubicBezTo>
                  <a:pt x="2720" y="20622"/>
                  <a:pt x="2622" y="20720"/>
                  <a:pt x="2500" y="20720"/>
                </a:cubicBezTo>
                <a:cubicBezTo>
                  <a:pt x="2378" y="20720"/>
                  <a:pt x="2280" y="20622"/>
                  <a:pt x="2280" y="20500"/>
                </a:cubicBezTo>
                <a:cubicBezTo>
                  <a:pt x="2280" y="20378"/>
                  <a:pt x="2378" y="20280"/>
                  <a:pt x="2500" y="20280"/>
                </a:cubicBezTo>
                <a:cubicBezTo>
                  <a:pt x="2622" y="20280"/>
                  <a:pt x="2720" y="20378"/>
                  <a:pt x="2720" y="20500"/>
                </a:cubicBezTo>
                <a:close/>
                <a:moveTo>
                  <a:pt x="3720" y="20500"/>
                </a:moveTo>
                <a:cubicBezTo>
                  <a:pt x="3720" y="20622"/>
                  <a:pt x="3622" y="20720"/>
                  <a:pt x="3500" y="20720"/>
                </a:cubicBezTo>
                <a:cubicBezTo>
                  <a:pt x="3378" y="20720"/>
                  <a:pt x="3280" y="20622"/>
                  <a:pt x="3280" y="20500"/>
                </a:cubicBezTo>
                <a:cubicBezTo>
                  <a:pt x="3280" y="20378"/>
                  <a:pt x="3378" y="20280"/>
                  <a:pt x="3500" y="20280"/>
                </a:cubicBezTo>
                <a:cubicBezTo>
                  <a:pt x="3622" y="20280"/>
                  <a:pt x="3720" y="20378"/>
                  <a:pt x="3720" y="20500"/>
                </a:cubicBezTo>
                <a:close/>
                <a:moveTo>
                  <a:pt x="4720" y="20500"/>
                </a:moveTo>
                <a:cubicBezTo>
                  <a:pt x="4720" y="20622"/>
                  <a:pt x="4622" y="20720"/>
                  <a:pt x="4500" y="20720"/>
                </a:cubicBezTo>
                <a:cubicBezTo>
                  <a:pt x="4378" y="20720"/>
                  <a:pt x="4280" y="20622"/>
                  <a:pt x="4280" y="20500"/>
                </a:cubicBezTo>
                <a:cubicBezTo>
                  <a:pt x="4280" y="20378"/>
                  <a:pt x="4378" y="20280"/>
                  <a:pt x="4500" y="20280"/>
                </a:cubicBezTo>
                <a:cubicBezTo>
                  <a:pt x="4622" y="20280"/>
                  <a:pt x="4720" y="20378"/>
                  <a:pt x="4720" y="20500"/>
                </a:cubicBezTo>
                <a:close/>
                <a:moveTo>
                  <a:pt x="5720" y="20500"/>
                </a:moveTo>
                <a:cubicBezTo>
                  <a:pt x="5720" y="20622"/>
                  <a:pt x="5622" y="20720"/>
                  <a:pt x="5500" y="20720"/>
                </a:cubicBezTo>
                <a:cubicBezTo>
                  <a:pt x="5378" y="20720"/>
                  <a:pt x="5280" y="20622"/>
                  <a:pt x="5280" y="20500"/>
                </a:cubicBezTo>
                <a:cubicBezTo>
                  <a:pt x="5280" y="20378"/>
                  <a:pt x="5378" y="20280"/>
                  <a:pt x="5500" y="20280"/>
                </a:cubicBezTo>
                <a:cubicBezTo>
                  <a:pt x="5622" y="20280"/>
                  <a:pt x="5720" y="20378"/>
                  <a:pt x="5720" y="20500"/>
                </a:cubicBezTo>
                <a:close/>
                <a:moveTo>
                  <a:pt x="6720" y="20500"/>
                </a:moveTo>
                <a:cubicBezTo>
                  <a:pt x="6720" y="20622"/>
                  <a:pt x="6622" y="20720"/>
                  <a:pt x="6500" y="20720"/>
                </a:cubicBezTo>
                <a:cubicBezTo>
                  <a:pt x="6378" y="20720"/>
                  <a:pt x="6280" y="20622"/>
                  <a:pt x="6280" y="20500"/>
                </a:cubicBezTo>
                <a:cubicBezTo>
                  <a:pt x="6280" y="20378"/>
                  <a:pt x="6378" y="20280"/>
                  <a:pt x="6500" y="20280"/>
                </a:cubicBezTo>
                <a:cubicBezTo>
                  <a:pt x="6622" y="20280"/>
                  <a:pt x="6720" y="20378"/>
                  <a:pt x="6720" y="20500"/>
                </a:cubicBezTo>
                <a:close/>
                <a:moveTo>
                  <a:pt x="7720" y="20500"/>
                </a:moveTo>
                <a:cubicBezTo>
                  <a:pt x="7720" y="20622"/>
                  <a:pt x="7622" y="20720"/>
                  <a:pt x="7500" y="20720"/>
                </a:cubicBezTo>
                <a:cubicBezTo>
                  <a:pt x="7378" y="20720"/>
                  <a:pt x="7280" y="20622"/>
                  <a:pt x="7280" y="20500"/>
                </a:cubicBezTo>
                <a:cubicBezTo>
                  <a:pt x="7280" y="20378"/>
                  <a:pt x="7378" y="20280"/>
                  <a:pt x="7500" y="20280"/>
                </a:cubicBezTo>
                <a:cubicBezTo>
                  <a:pt x="7622" y="20280"/>
                  <a:pt x="7720" y="20378"/>
                  <a:pt x="7720" y="20500"/>
                </a:cubicBezTo>
                <a:close/>
                <a:moveTo>
                  <a:pt x="720" y="21500"/>
                </a:moveTo>
                <a:cubicBezTo>
                  <a:pt x="720" y="21622"/>
                  <a:pt x="622" y="21720"/>
                  <a:pt x="500" y="21720"/>
                </a:cubicBezTo>
                <a:cubicBezTo>
                  <a:pt x="378" y="21720"/>
                  <a:pt x="280" y="21622"/>
                  <a:pt x="280" y="21500"/>
                </a:cubicBezTo>
                <a:cubicBezTo>
                  <a:pt x="280" y="21378"/>
                  <a:pt x="378" y="21280"/>
                  <a:pt x="500" y="21280"/>
                </a:cubicBezTo>
                <a:cubicBezTo>
                  <a:pt x="622" y="21280"/>
                  <a:pt x="720" y="21378"/>
                  <a:pt x="720" y="21500"/>
                </a:cubicBezTo>
                <a:close/>
                <a:moveTo>
                  <a:pt x="1720" y="21500"/>
                </a:moveTo>
                <a:cubicBezTo>
                  <a:pt x="1720" y="21622"/>
                  <a:pt x="1622" y="21720"/>
                  <a:pt x="1500" y="21720"/>
                </a:cubicBezTo>
                <a:cubicBezTo>
                  <a:pt x="1378" y="21720"/>
                  <a:pt x="1280" y="21622"/>
                  <a:pt x="1280" y="21500"/>
                </a:cubicBezTo>
                <a:cubicBezTo>
                  <a:pt x="1280" y="21378"/>
                  <a:pt x="1378" y="21280"/>
                  <a:pt x="1500" y="21280"/>
                </a:cubicBezTo>
                <a:cubicBezTo>
                  <a:pt x="1622" y="21280"/>
                  <a:pt x="1720" y="21378"/>
                  <a:pt x="1720" y="21500"/>
                </a:cubicBezTo>
                <a:close/>
                <a:moveTo>
                  <a:pt x="2720" y="21500"/>
                </a:moveTo>
                <a:cubicBezTo>
                  <a:pt x="2720" y="21622"/>
                  <a:pt x="2622" y="21720"/>
                  <a:pt x="2500" y="21720"/>
                </a:cubicBezTo>
                <a:cubicBezTo>
                  <a:pt x="2378" y="21720"/>
                  <a:pt x="2280" y="21622"/>
                  <a:pt x="2280" y="21500"/>
                </a:cubicBezTo>
                <a:cubicBezTo>
                  <a:pt x="2280" y="21378"/>
                  <a:pt x="2378" y="21280"/>
                  <a:pt x="2500" y="21280"/>
                </a:cubicBezTo>
                <a:cubicBezTo>
                  <a:pt x="2622" y="21280"/>
                  <a:pt x="2720" y="21378"/>
                  <a:pt x="2720" y="21500"/>
                </a:cubicBezTo>
                <a:close/>
                <a:moveTo>
                  <a:pt x="3720" y="21500"/>
                </a:moveTo>
                <a:cubicBezTo>
                  <a:pt x="3720" y="21622"/>
                  <a:pt x="3622" y="21720"/>
                  <a:pt x="3500" y="21720"/>
                </a:cubicBezTo>
                <a:cubicBezTo>
                  <a:pt x="3378" y="21720"/>
                  <a:pt x="3280" y="21622"/>
                  <a:pt x="3280" y="21500"/>
                </a:cubicBezTo>
                <a:cubicBezTo>
                  <a:pt x="3280" y="21378"/>
                  <a:pt x="3378" y="21280"/>
                  <a:pt x="3500" y="21280"/>
                </a:cubicBezTo>
                <a:cubicBezTo>
                  <a:pt x="3622" y="21280"/>
                  <a:pt x="3720" y="21378"/>
                  <a:pt x="3720" y="21500"/>
                </a:cubicBezTo>
                <a:close/>
                <a:moveTo>
                  <a:pt x="4720" y="21500"/>
                </a:moveTo>
                <a:cubicBezTo>
                  <a:pt x="4720" y="21622"/>
                  <a:pt x="4622" y="21720"/>
                  <a:pt x="4500" y="21720"/>
                </a:cubicBezTo>
                <a:cubicBezTo>
                  <a:pt x="4378" y="21720"/>
                  <a:pt x="4280" y="21622"/>
                  <a:pt x="4280" y="21500"/>
                </a:cubicBezTo>
                <a:cubicBezTo>
                  <a:pt x="4280" y="21378"/>
                  <a:pt x="4378" y="21280"/>
                  <a:pt x="4500" y="21280"/>
                </a:cubicBezTo>
                <a:cubicBezTo>
                  <a:pt x="4622" y="21280"/>
                  <a:pt x="4720" y="21378"/>
                  <a:pt x="4720" y="21500"/>
                </a:cubicBezTo>
                <a:close/>
                <a:moveTo>
                  <a:pt x="5720" y="21500"/>
                </a:moveTo>
                <a:cubicBezTo>
                  <a:pt x="5720" y="21622"/>
                  <a:pt x="5622" y="21720"/>
                  <a:pt x="5500" y="21720"/>
                </a:cubicBezTo>
                <a:cubicBezTo>
                  <a:pt x="5378" y="21720"/>
                  <a:pt x="5280" y="21622"/>
                  <a:pt x="5280" y="21500"/>
                </a:cubicBezTo>
                <a:cubicBezTo>
                  <a:pt x="5280" y="21378"/>
                  <a:pt x="5378" y="21280"/>
                  <a:pt x="5500" y="21280"/>
                </a:cubicBezTo>
                <a:cubicBezTo>
                  <a:pt x="5622" y="21280"/>
                  <a:pt x="5720" y="21378"/>
                  <a:pt x="5720" y="21500"/>
                </a:cubicBezTo>
                <a:close/>
                <a:moveTo>
                  <a:pt x="6720" y="21500"/>
                </a:moveTo>
                <a:cubicBezTo>
                  <a:pt x="6720" y="21622"/>
                  <a:pt x="6622" y="21720"/>
                  <a:pt x="6500" y="21720"/>
                </a:cubicBezTo>
                <a:cubicBezTo>
                  <a:pt x="6378" y="21720"/>
                  <a:pt x="6280" y="21622"/>
                  <a:pt x="6280" y="21500"/>
                </a:cubicBezTo>
                <a:cubicBezTo>
                  <a:pt x="6280" y="21378"/>
                  <a:pt x="6378" y="21280"/>
                  <a:pt x="6500" y="21280"/>
                </a:cubicBezTo>
                <a:cubicBezTo>
                  <a:pt x="6622" y="21280"/>
                  <a:pt x="6720" y="21378"/>
                  <a:pt x="6720" y="21500"/>
                </a:cubicBezTo>
                <a:close/>
                <a:moveTo>
                  <a:pt x="7720" y="21500"/>
                </a:moveTo>
                <a:cubicBezTo>
                  <a:pt x="7720" y="21622"/>
                  <a:pt x="7622" y="21720"/>
                  <a:pt x="7500" y="21720"/>
                </a:cubicBezTo>
                <a:cubicBezTo>
                  <a:pt x="7378" y="21720"/>
                  <a:pt x="7280" y="21622"/>
                  <a:pt x="7280" y="21500"/>
                </a:cubicBezTo>
                <a:cubicBezTo>
                  <a:pt x="7280" y="21378"/>
                  <a:pt x="7378" y="21280"/>
                  <a:pt x="7500" y="21280"/>
                </a:cubicBezTo>
                <a:cubicBezTo>
                  <a:pt x="7622" y="21280"/>
                  <a:pt x="7720" y="21378"/>
                  <a:pt x="7720" y="21500"/>
                </a:cubicBezTo>
                <a:close/>
                <a:moveTo>
                  <a:pt x="720" y="22500"/>
                </a:moveTo>
                <a:cubicBezTo>
                  <a:pt x="720" y="22622"/>
                  <a:pt x="622" y="22720"/>
                  <a:pt x="500" y="22720"/>
                </a:cubicBezTo>
                <a:cubicBezTo>
                  <a:pt x="378" y="22720"/>
                  <a:pt x="280" y="22622"/>
                  <a:pt x="280" y="22500"/>
                </a:cubicBezTo>
                <a:cubicBezTo>
                  <a:pt x="280" y="22378"/>
                  <a:pt x="378" y="22280"/>
                  <a:pt x="500" y="22280"/>
                </a:cubicBezTo>
                <a:cubicBezTo>
                  <a:pt x="622" y="22280"/>
                  <a:pt x="720" y="22378"/>
                  <a:pt x="720" y="22500"/>
                </a:cubicBezTo>
                <a:close/>
                <a:moveTo>
                  <a:pt x="1720" y="22500"/>
                </a:moveTo>
                <a:cubicBezTo>
                  <a:pt x="1720" y="22622"/>
                  <a:pt x="1622" y="22720"/>
                  <a:pt x="1500" y="22720"/>
                </a:cubicBezTo>
                <a:cubicBezTo>
                  <a:pt x="1378" y="22720"/>
                  <a:pt x="1280" y="22622"/>
                  <a:pt x="1280" y="22500"/>
                </a:cubicBezTo>
                <a:cubicBezTo>
                  <a:pt x="1280" y="22378"/>
                  <a:pt x="1378" y="22280"/>
                  <a:pt x="1500" y="22280"/>
                </a:cubicBezTo>
                <a:cubicBezTo>
                  <a:pt x="1622" y="22280"/>
                  <a:pt x="1720" y="22378"/>
                  <a:pt x="1720" y="22500"/>
                </a:cubicBezTo>
                <a:close/>
                <a:moveTo>
                  <a:pt x="2720" y="22500"/>
                </a:moveTo>
                <a:cubicBezTo>
                  <a:pt x="2720" y="22622"/>
                  <a:pt x="2622" y="22720"/>
                  <a:pt x="2500" y="22720"/>
                </a:cubicBezTo>
                <a:cubicBezTo>
                  <a:pt x="2378" y="22720"/>
                  <a:pt x="2280" y="22622"/>
                  <a:pt x="2280" y="22500"/>
                </a:cubicBezTo>
                <a:cubicBezTo>
                  <a:pt x="2280" y="22378"/>
                  <a:pt x="2378" y="22280"/>
                  <a:pt x="2500" y="22280"/>
                </a:cubicBezTo>
                <a:cubicBezTo>
                  <a:pt x="2622" y="22280"/>
                  <a:pt x="2720" y="22378"/>
                  <a:pt x="2720" y="22500"/>
                </a:cubicBezTo>
                <a:close/>
                <a:moveTo>
                  <a:pt x="3720" y="22500"/>
                </a:moveTo>
                <a:cubicBezTo>
                  <a:pt x="3720" y="22622"/>
                  <a:pt x="3622" y="22720"/>
                  <a:pt x="3500" y="22720"/>
                </a:cubicBezTo>
                <a:cubicBezTo>
                  <a:pt x="3378" y="22720"/>
                  <a:pt x="3280" y="22622"/>
                  <a:pt x="3280" y="22500"/>
                </a:cubicBezTo>
                <a:cubicBezTo>
                  <a:pt x="3280" y="22378"/>
                  <a:pt x="3378" y="22280"/>
                  <a:pt x="3500" y="22280"/>
                </a:cubicBezTo>
                <a:cubicBezTo>
                  <a:pt x="3622" y="22280"/>
                  <a:pt x="3720" y="22378"/>
                  <a:pt x="3720" y="22500"/>
                </a:cubicBezTo>
                <a:close/>
                <a:moveTo>
                  <a:pt x="4720" y="22500"/>
                </a:moveTo>
                <a:cubicBezTo>
                  <a:pt x="4720" y="22622"/>
                  <a:pt x="4622" y="22720"/>
                  <a:pt x="4500" y="22720"/>
                </a:cubicBezTo>
                <a:cubicBezTo>
                  <a:pt x="4378" y="22720"/>
                  <a:pt x="4280" y="22622"/>
                  <a:pt x="4280" y="22500"/>
                </a:cubicBezTo>
                <a:cubicBezTo>
                  <a:pt x="4280" y="22378"/>
                  <a:pt x="4378" y="22280"/>
                  <a:pt x="4500" y="22280"/>
                </a:cubicBezTo>
                <a:cubicBezTo>
                  <a:pt x="4622" y="22280"/>
                  <a:pt x="4720" y="22378"/>
                  <a:pt x="4720" y="22500"/>
                </a:cubicBezTo>
                <a:close/>
                <a:moveTo>
                  <a:pt x="5720" y="22500"/>
                </a:moveTo>
                <a:cubicBezTo>
                  <a:pt x="5720" y="22622"/>
                  <a:pt x="5622" y="22720"/>
                  <a:pt x="5500" y="22720"/>
                </a:cubicBezTo>
                <a:cubicBezTo>
                  <a:pt x="5378" y="22720"/>
                  <a:pt x="5280" y="22622"/>
                  <a:pt x="5280" y="22500"/>
                </a:cubicBezTo>
                <a:cubicBezTo>
                  <a:pt x="5280" y="22378"/>
                  <a:pt x="5378" y="22280"/>
                  <a:pt x="5500" y="22280"/>
                </a:cubicBezTo>
                <a:cubicBezTo>
                  <a:pt x="5622" y="22280"/>
                  <a:pt x="5720" y="22378"/>
                  <a:pt x="5720" y="22500"/>
                </a:cubicBezTo>
                <a:close/>
                <a:moveTo>
                  <a:pt x="6720" y="22500"/>
                </a:moveTo>
                <a:cubicBezTo>
                  <a:pt x="6720" y="22622"/>
                  <a:pt x="6622" y="22720"/>
                  <a:pt x="6500" y="22720"/>
                </a:cubicBezTo>
                <a:cubicBezTo>
                  <a:pt x="6378" y="22720"/>
                  <a:pt x="6280" y="22622"/>
                  <a:pt x="6280" y="22500"/>
                </a:cubicBezTo>
                <a:cubicBezTo>
                  <a:pt x="6280" y="22378"/>
                  <a:pt x="6378" y="22280"/>
                  <a:pt x="6500" y="22280"/>
                </a:cubicBezTo>
                <a:cubicBezTo>
                  <a:pt x="6622" y="22280"/>
                  <a:pt x="6720" y="22378"/>
                  <a:pt x="6720" y="22500"/>
                </a:cubicBezTo>
                <a:close/>
                <a:moveTo>
                  <a:pt x="7720" y="22500"/>
                </a:moveTo>
                <a:cubicBezTo>
                  <a:pt x="7720" y="22622"/>
                  <a:pt x="7622" y="22720"/>
                  <a:pt x="7500" y="22720"/>
                </a:cubicBezTo>
                <a:cubicBezTo>
                  <a:pt x="7378" y="22720"/>
                  <a:pt x="7280" y="22622"/>
                  <a:pt x="7280" y="22500"/>
                </a:cubicBezTo>
                <a:cubicBezTo>
                  <a:pt x="7280" y="22378"/>
                  <a:pt x="7378" y="22280"/>
                  <a:pt x="7500" y="22280"/>
                </a:cubicBezTo>
                <a:cubicBezTo>
                  <a:pt x="7622" y="22280"/>
                  <a:pt x="7720" y="22378"/>
                  <a:pt x="7720" y="22500"/>
                </a:cubicBezTo>
                <a:close/>
                <a:moveTo>
                  <a:pt x="720" y="23500"/>
                </a:moveTo>
                <a:cubicBezTo>
                  <a:pt x="720" y="23622"/>
                  <a:pt x="622" y="23720"/>
                  <a:pt x="500" y="23720"/>
                </a:cubicBezTo>
                <a:cubicBezTo>
                  <a:pt x="378" y="23720"/>
                  <a:pt x="280" y="23622"/>
                  <a:pt x="280" y="23500"/>
                </a:cubicBezTo>
                <a:cubicBezTo>
                  <a:pt x="280" y="23378"/>
                  <a:pt x="378" y="23280"/>
                  <a:pt x="500" y="23280"/>
                </a:cubicBezTo>
                <a:cubicBezTo>
                  <a:pt x="622" y="23280"/>
                  <a:pt x="720" y="23378"/>
                  <a:pt x="720" y="23500"/>
                </a:cubicBezTo>
                <a:close/>
                <a:moveTo>
                  <a:pt x="1720" y="23500"/>
                </a:moveTo>
                <a:cubicBezTo>
                  <a:pt x="1720" y="23622"/>
                  <a:pt x="1622" y="23720"/>
                  <a:pt x="1500" y="23720"/>
                </a:cubicBezTo>
                <a:cubicBezTo>
                  <a:pt x="1378" y="23720"/>
                  <a:pt x="1280" y="23622"/>
                  <a:pt x="1280" y="23500"/>
                </a:cubicBezTo>
                <a:cubicBezTo>
                  <a:pt x="1280" y="23378"/>
                  <a:pt x="1378" y="23280"/>
                  <a:pt x="1500" y="23280"/>
                </a:cubicBezTo>
                <a:cubicBezTo>
                  <a:pt x="1622" y="23280"/>
                  <a:pt x="1720" y="23378"/>
                  <a:pt x="1720" y="23500"/>
                </a:cubicBezTo>
                <a:close/>
                <a:moveTo>
                  <a:pt x="2720" y="23500"/>
                </a:moveTo>
                <a:cubicBezTo>
                  <a:pt x="2720" y="23622"/>
                  <a:pt x="2622" y="23720"/>
                  <a:pt x="2500" y="23720"/>
                </a:cubicBezTo>
                <a:cubicBezTo>
                  <a:pt x="2378" y="23720"/>
                  <a:pt x="2280" y="23622"/>
                  <a:pt x="2280" y="23500"/>
                </a:cubicBezTo>
                <a:cubicBezTo>
                  <a:pt x="2280" y="23378"/>
                  <a:pt x="2378" y="23280"/>
                  <a:pt x="2500" y="23280"/>
                </a:cubicBezTo>
                <a:cubicBezTo>
                  <a:pt x="2622" y="23280"/>
                  <a:pt x="2720" y="23378"/>
                  <a:pt x="2720" y="23500"/>
                </a:cubicBezTo>
                <a:close/>
                <a:moveTo>
                  <a:pt x="3720" y="23500"/>
                </a:moveTo>
                <a:cubicBezTo>
                  <a:pt x="3720" y="23622"/>
                  <a:pt x="3622" y="23720"/>
                  <a:pt x="3500" y="23720"/>
                </a:cubicBezTo>
                <a:cubicBezTo>
                  <a:pt x="3378" y="23720"/>
                  <a:pt x="3280" y="23622"/>
                  <a:pt x="3280" y="23500"/>
                </a:cubicBezTo>
                <a:cubicBezTo>
                  <a:pt x="3280" y="23378"/>
                  <a:pt x="3378" y="23280"/>
                  <a:pt x="3500" y="23280"/>
                </a:cubicBezTo>
                <a:cubicBezTo>
                  <a:pt x="3622" y="23280"/>
                  <a:pt x="3720" y="23378"/>
                  <a:pt x="3720" y="23500"/>
                </a:cubicBezTo>
                <a:close/>
                <a:moveTo>
                  <a:pt x="4720" y="23500"/>
                </a:moveTo>
                <a:cubicBezTo>
                  <a:pt x="4720" y="23622"/>
                  <a:pt x="4622" y="23720"/>
                  <a:pt x="4500" y="23720"/>
                </a:cubicBezTo>
                <a:cubicBezTo>
                  <a:pt x="4378" y="23720"/>
                  <a:pt x="4280" y="23622"/>
                  <a:pt x="4280" y="23500"/>
                </a:cubicBezTo>
                <a:cubicBezTo>
                  <a:pt x="4280" y="23378"/>
                  <a:pt x="4378" y="23280"/>
                  <a:pt x="4500" y="23280"/>
                </a:cubicBezTo>
                <a:cubicBezTo>
                  <a:pt x="4622" y="23280"/>
                  <a:pt x="4720" y="23378"/>
                  <a:pt x="4720" y="23500"/>
                </a:cubicBezTo>
                <a:close/>
                <a:moveTo>
                  <a:pt x="5720" y="23500"/>
                </a:moveTo>
                <a:cubicBezTo>
                  <a:pt x="5720" y="23622"/>
                  <a:pt x="5622" y="23720"/>
                  <a:pt x="5500" y="23720"/>
                </a:cubicBezTo>
                <a:cubicBezTo>
                  <a:pt x="5378" y="23720"/>
                  <a:pt x="5280" y="23622"/>
                  <a:pt x="5280" y="23500"/>
                </a:cubicBezTo>
                <a:cubicBezTo>
                  <a:pt x="5280" y="23378"/>
                  <a:pt x="5378" y="23280"/>
                  <a:pt x="5500" y="23280"/>
                </a:cubicBezTo>
                <a:cubicBezTo>
                  <a:pt x="5622" y="23280"/>
                  <a:pt x="5720" y="23378"/>
                  <a:pt x="5720" y="23500"/>
                </a:cubicBezTo>
                <a:close/>
                <a:moveTo>
                  <a:pt x="6720" y="23500"/>
                </a:moveTo>
                <a:cubicBezTo>
                  <a:pt x="6720" y="23622"/>
                  <a:pt x="6622" y="23720"/>
                  <a:pt x="6500" y="23720"/>
                </a:cubicBezTo>
                <a:cubicBezTo>
                  <a:pt x="6378" y="23720"/>
                  <a:pt x="6280" y="23622"/>
                  <a:pt x="6280" y="23500"/>
                </a:cubicBezTo>
                <a:cubicBezTo>
                  <a:pt x="6280" y="23378"/>
                  <a:pt x="6378" y="23280"/>
                  <a:pt x="6500" y="23280"/>
                </a:cubicBezTo>
                <a:cubicBezTo>
                  <a:pt x="6622" y="23280"/>
                  <a:pt x="6720" y="23378"/>
                  <a:pt x="6720" y="23500"/>
                </a:cubicBezTo>
                <a:close/>
                <a:moveTo>
                  <a:pt x="7720" y="23500"/>
                </a:moveTo>
                <a:cubicBezTo>
                  <a:pt x="7720" y="23622"/>
                  <a:pt x="7622" y="23720"/>
                  <a:pt x="7500" y="23720"/>
                </a:cubicBezTo>
                <a:cubicBezTo>
                  <a:pt x="7378" y="23720"/>
                  <a:pt x="7280" y="23622"/>
                  <a:pt x="7280" y="23500"/>
                </a:cubicBezTo>
                <a:cubicBezTo>
                  <a:pt x="7280" y="23378"/>
                  <a:pt x="7378" y="23280"/>
                  <a:pt x="7500" y="23280"/>
                </a:cubicBezTo>
                <a:cubicBezTo>
                  <a:pt x="7622" y="23280"/>
                  <a:pt x="7720" y="23378"/>
                  <a:pt x="7720" y="2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win"/>
          <p:cNvSpPr/>
          <p:nvPr/>
        </p:nvSpPr>
        <p:spPr>
          <a:xfrm>
            <a:off x="508000" y="381000"/>
            <a:ext cx="11049000" cy="5969000"/>
          </a:xfrm>
          <a:prstGeom prst="rect">
            <a:avLst/>
          </a:prstGeom>
          <a:solidFill>
            <a:srgbClr val="FBF5E9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cxnSp>
        <p:nvCxnSpPr>
          <p:cNvPr id="5" name="bar"/>
          <p:cNvCxnSpPr/>
          <p:nvPr/>
        </p:nvCxnSpPr>
        <p:spPr>
          <a:xfrm>
            <a:off x="508000" y="838200"/>
            <a:ext cx="11049000" cy="0"/>
          </a:xfrm>
          <a:prstGeom prst="line">
            <a:avLst/>
          </a:prstGeom>
          <a:ln w="31750" cap="rnd">
            <a:solidFill>
              <a:srgbClr val="111111"/>
            </a:solidFill>
            <a:round/>
          </a:ln>
        </p:spPr>
      </p:cxnSp>
      <p:sp>
        <p:nvSpPr>
          <p:cNvPr id="6" name="bartxt"/>
          <p:cNvSpPr txBox="1"/>
          <p:nvPr/>
        </p:nvSpPr>
        <p:spPr>
          <a:xfrm>
            <a:off x="762000" y="5207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dirty="0">
                <a:solidFill>
                  <a:srgbClr val="111111"/>
                </a:solidFill>
                <a:latin typeface="Cascadia Mono"/>
                <a:cs typeface="Cascadia Mono"/>
              </a:rPr>
              <a:t>о_нас.txt</a:t>
            </a:r>
            <a:endParaRPr lang="ru-RU" sz="1100" dirty="0">
              <a:solidFill>
                <a:srgbClr val="111111"/>
              </a:solidFill>
              <a:latin typeface="Cascadia Mono"/>
              <a:cs typeface="Cascadia Mono"/>
            </a:endParaRPr>
          </a:p>
        </p:txBody>
      </p:sp>
      <p:sp>
        <p:nvSpPr>
          <p:cNvPr id="7" name="b1"/>
          <p:cNvSpPr/>
          <p:nvPr/>
        </p:nvSpPr>
        <p:spPr>
          <a:xfrm>
            <a:off x="10388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12000"/>
                </a:moveTo>
                <a:lnTo>
                  <a:pt x="19000" y="12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8" name="b2"/>
          <p:cNvSpPr/>
          <p:nvPr/>
        </p:nvSpPr>
        <p:spPr>
          <a:xfrm>
            <a:off x="10769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b3"/>
          <p:cNvSpPr/>
          <p:nvPr/>
        </p:nvSpPr>
        <p:spPr>
          <a:xfrm>
            <a:off x="11150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8000" y="6000"/>
                </a:moveTo>
                <a:lnTo>
                  <a:pt x="6000" y="18000"/>
                </a:lnTo>
              </a:path>
              <a:path w="24000" h="24000" fill="none">
                <a:moveTo>
                  <a:pt x="6000" y="6000"/>
                </a:moveTo>
                <a:lnTo>
                  <a:pt x="18000" y="18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pill"/>
          <p:cNvSpPr/>
          <p:nvPr/>
        </p:nvSpPr>
        <p:spPr>
          <a:xfrm>
            <a:off x="1016000" y="1193800"/>
            <a:ext cx="1270000" cy="330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5400" cap="rnd">
            <a:solidFill>
              <a:srgbClr val="111111"/>
            </a:solidFill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buNone/>
            </a:pPr>
            <a:r>
              <a:rPr lang="ru-RU" sz="1100" spc="100" dirty="0">
                <a:solidFill>
                  <a:srgbClr val="111111"/>
                </a:solidFill>
                <a:latin typeface="Manrope ExtraBold"/>
                <a:cs typeface="Manrope ExtraBold"/>
              </a:rPr>
              <a:t>О НАС</a:t>
            </a:r>
            <a:endParaRPr lang="ru-RU" sz="1100" spc="100" dirty="0">
              <a:solidFill>
                <a:srgbClr val="111111"/>
              </a:solidFill>
              <a:latin typeface="Manrope ExtraBold"/>
              <a:cs typeface="Manrope ExtraBold"/>
            </a:endParaRPr>
          </a:p>
        </p:txBody>
      </p:sp>
      <p:sp>
        <p:nvSpPr>
          <p:cNvPr id="11" name="h"/>
          <p:cNvSpPr txBox="1"/>
          <p:nvPr/>
        </p:nvSpPr>
        <p:spPr>
          <a:xfrm>
            <a:off x="1016000" y="1701800"/>
            <a:ext cx="5207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3200" dirty="0">
                <a:solidFill>
                  <a:srgbClr val="111111"/>
                </a:solidFill>
                <a:latin typeface="Unbounded ExtraBold"/>
                <a:cs typeface="Unbounded ExtraBold"/>
              </a:rPr>
              <a:t>Делаем сложное</a:t>
            </a:r>
            <a:br>
              <a:rPr lang="ru-RU" sz="3200" dirty="0">
                <a:solidFill>
                  <a:srgbClr val="111111"/>
                </a:solidFill>
                <a:latin typeface="Unbounded ExtraBold"/>
                <a:cs typeface="Unbounded ExtraBold"/>
              </a:rPr>
            </a:br>
            <a:r>
              <a:rPr lang="ru-RU" sz="3200" dirty="0">
                <a:solidFill>
                  <a:srgbClr val="111111"/>
                </a:solidFill>
                <a:latin typeface="Unbounded ExtraBold"/>
                <a:cs typeface="Unbounded ExtraBold"/>
              </a:rPr>
              <a:t>понятным</a:t>
            </a:r>
            <a:endParaRPr lang="ru-RU" sz="3200" dirty="0">
              <a:solidFill>
                <a:srgbClr val="111111"/>
              </a:solidFill>
              <a:latin typeface="Unbounded ExtraBold"/>
              <a:cs typeface="Unbounded ExtraBold"/>
            </a:endParaRPr>
          </a:p>
        </p:txBody>
      </p:sp>
      <p:sp>
        <p:nvSpPr>
          <p:cNvPr id="12" name="lead"/>
          <p:cNvSpPr txBox="1"/>
          <p:nvPr/>
        </p:nvSpPr>
        <p:spPr>
          <a:xfrm>
            <a:off x="1016000" y="2921000"/>
            <a:ext cx="4826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ru-RU" sz="1400" dirty="0">
                <a:solidFill>
                  <a:srgbClr val="3A322B"/>
                </a:solidFill>
                <a:latin typeface="+mn-lt"/>
                <a:cs typeface="+mn-lt"/>
              </a:rPr>
              <a:t>«Пиксель» — команда из 27 дизайнеров, исследователей и фронтенд-разработчиков. Проектируем интерфейсы банков, маркетплейсов и медсервисов: от первого интервью до готовой дизайн-системы.</a:t>
            </a:r>
            <a:endParaRPr lang="ru-RU" sz="1400" dirty="0">
              <a:solidFill>
                <a:srgbClr val="3A322B"/>
              </a:solidFill>
              <a:latin typeface="+mn-lt"/>
              <a:cs typeface="+mn-lt"/>
            </a:endParaRPr>
          </a:p>
        </p:txBody>
      </p:sp>
      <p:grpSp>
        <p:nvGrpSpPr>
          <p:cNvPr id="13" name="ticks"/>
          <p:cNvGrpSpPr/>
          <p:nvPr/>
        </p:nvGrpSpPr>
        <p:grpSpPr>
          <a:xfrm>
            <a:off x="1016000" y="4394200"/>
            <a:ext cx="4775200" cy="1320800"/>
            <a:chOff x="1016000" y="4394200"/>
            <a:chExt cx="4775200" cy="1320800"/>
          </a:xfrm>
        </p:grpSpPr>
        <p:sp>
          <p:nvSpPr>
            <p:cNvPr id="14" name="shape 14"/>
            <p:cNvSpPr/>
            <p:nvPr/>
          </p:nvSpPr>
          <p:spPr>
            <a:xfrm>
              <a:off x="1016000" y="4394200"/>
              <a:ext cx="304800" cy="304800"/>
            </a:xfrm>
            <a:prstGeom prst="roundRect">
              <a:avLst>
                <a:gd name="adj" fmla="val 20833"/>
              </a:avLst>
            </a:prstGeom>
            <a:solidFill>
              <a:schemeClr val="accent2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5" name="icon 15"/>
            <p:cNvSpPr/>
            <p:nvPr/>
          </p:nvSpPr>
          <p:spPr>
            <a:xfrm>
              <a:off x="1066800" y="4445000"/>
              <a:ext cx="203200" cy="2032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29633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1473200" y="4419600"/>
              <a:ext cx="4318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111111"/>
                  </a:solidFill>
                  <a:latin typeface="Manrope SemiBold"/>
                  <a:cs typeface="Manrope SemiBold"/>
                </a:rPr>
                <a:t>Работаем спринтами по две недели</a:t>
              </a:r>
              <a:endParaRPr lang="ru-RU" sz="1400" dirty="0">
                <a:solidFill>
                  <a:srgbClr val="111111"/>
                </a:solidFill>
                <a:latin typeface="Manrope SemiBold"/>
                <a:cs typeface="Manrope SemiBold"/>
              </a:endParaRPr>
            </a:p>
          </p:txBody>
        </p:sp>
        <p:sp>
          <p:nvSpPr>
            <p:cNvPr id="17" name="shape 17"/>
            <p:cNvSpPr/>
            <p:nvPr/>
          </p:nvSpPr>
          <p:spPr>
            <a:xfrm>
              <a:off x="1016000" y="4902200"/>
              <a:ext cx="304800" cy="304800"/>
            </a:xfrm>
            <a:prstGeom prst="roundRect">
              <a:avLst>
                <a:gd name="adj" fmla="val 20833"/>
              </a:avLst>
            </a:prstGeom>
            <a:solidFill>
              <a:schemeClr val="accent1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8" name="icon 18"/>
            <p:cNvSpPr/>
            <p:nvPr/>
          </p:nvSpPr>
          <p:spPr>
            <a:xfrm>
              <a:off x="1066800" y="4953000"/>
              <a:ext cx="203200" cy="2032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29633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1473200" y="4927600"/>
              <a:ext cx="4318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111111"/>
                  </a:solidFill>
                  <a:latin typeface="Manrope SemiBold"/>
                  <a:cs typeface="Manrope SemiBold"/>
                </a:rPr>
                <a:t>Отдаём макеты вместе с кодом компонентов</a:t>
              </a:r>
              <a:endParaRPr lang="ru-RU" sz="1400" dirty="0">
                <a:solidFill>
                  <a:srgbClr val="111111"/>
                </a:solidFill>
                <a:latin typeface="Manrope SemiBold"/>
                <a:cs typeface="Manrope SemiBold"/>
              </a:endParaRPr>
            </a:p>
          </p:txBody>
        </p:sp>
        <p:sp>
          <p:nvSpPr>
            <p:cNvPr id="20" name="shape 20"/>
            <p:cNvSpPr/>
            <p:nvPr/>
          </p:nvSpPr>
          <p:spPr>
            <a:xfrm>
              <a:off x="1016000" y="5410200"/>
              <a:ext cx="304800" cy="304800"/>
            </a:xfrm>
            <a:prstGeom prst="roundRect">
              <a:avLst>
                <a:gd name="adj" fmla="val 20833"/>
              </a:avLst>
            </a:prstGeom>
            <a:solidFill>
              <a:schemeClr val="accent3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1" name="icon 21"/>
            <p:cNvSpPr/>
            <p:nvPr/>
          </p:nvSpPr>
          <p:spPr>
            <a:xfrm>
              <a:off x="1066800" y="5461000"/>
              <a:ext cx="203200" cy="2032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29633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2" name="text 22"/>
            <p:cNvSpPr txBox="1"/>
            <p:nvPr/>
          </p:nvSpPr>
          <p:spPr>
            <a:xfrm>
              <a:off x="1473200" y="5435600"/>
              <a:ext cx="4318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111111"/>
                  </a:solidFill>
                  <a:latin typeface="Manrope SemiBold"/>
                  <a:cs typeface="Manrope SemiBold"/>
                </a:rPr>
                <a:t>Считаем метрики после релиза</a:t>
              </a:r>
              <a:endParaRPr lang="ru-RU" sz="1400" dirty="0">
                <a:solidFill>
                  <a:srgbClr val="111111"/>
                </a:solidFill>
                <a:latin typeface="Manrope SemiBold"/>
                <a:cs typeface="Manrope SemiBold"/>
              </a:endParaRPr>
            </a:p>
          </p:txBody>
        </p:sp>
      </p:grpSp>
      <p:sp>
        <p:nvSpPr>
          <p:cNvPr id="23" name="k1"/>
          <p:cNvSpPr/>
          <p:nvPr/>
        </p:nvSpPr>
        <p:spPr>
          <a:xfrm>
            <a:off x="6070600" y="1193800"/>
            <a:ext cx="2209800" cy="1270000"/>
          </a:xfrm>
          <a:prstGeom prst="rect">
            <a:avLst/>
          </a:prstGeom>
          <a:solidFill>
            <a:schemeClr val="accent1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177800" tIns="101600" rIns="152400" bIns="101600" anchor="ctr" rtlCol="0">
            <a:noAutofit/>
          </a:bodyPr>
          <a:lstStyle/>
          <a:p>
            <a:pPr>
              <a:buNone/>
            </a:pPr>
            <a:r>
              <a:rPr lang="ru-RU" sz="3000" dirty="0">
                <a:solidFill>
                  <a:srgbClr val="111111"/>
                </a:solidFill>
                <a:latin typeface="Unbounded ExtraBold"/>
                <a:cs typeface="Unbounded ExtraBold"/>
              </a:rPr>
              <a:t>9 лет</a:t>
            </a:r>
            <a:endParaRPr lang="ru-RU" sz="3000" dirty="0">
              <a:solidFill>
                <a:srgbClr val="111111"/>
              </a:solidFill>
              <a:latin typeface="Unbounded ExtraBold"/>
              <a:cs typeface="Unbounded ExtraBold"/>
            </a:endParaRPr>
          </a:p>
          <a:p>
            <a:pPr>
              <a:buNone/>
            </a:pPr>
            <a:r>
              <a:rPr lang="ru-RU" sz="1150" dirty="0">
                <a:solidFill>
                  <a:srgbClr val="3A322B"/>
                </a:solidFill>
                <a:latin typeface="+mn-lt"/>
                <a:cs typeface="+mn-lt"/>
              </a:rPr>
              <a:t>проектируем интерфейсы</a:t>
            </a:r>
            <a:endParaRPr lang="ru-RU" sz="1150" dirty="0">
              <a:solidFill>
                <a:srgbClr val="3A322B"/>
              </a:solidFill>
              <a:latin typeface="+mn-lt"/>
              <a:cs typeface="+mn-lt"/>
            </a:endParaRPr>
          </a:p>
        </p:txBody>
      </p:sp>
      <p:sp>
        <p:nvSpPr>
          <p:cNvPr id="24" name="k2"/>
          <p:cNvSpPr/>
          <p:nvPr/>
        </p:nvSpPr>
        <p:spPr>
          <a:xfrm>
            <a:off x="8509000" y="1193800"/>
            <a:ext cx="2209800" cy="1270000"/>
          </a:xfrm>
          <a:prstGeom prst="rect">
            <a:avLst/>
          </a:prstGeom>
          <a:solidFill>
            <a:schemeClr val="accent2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177800" tIns="101600" rIns="152400" bIns="101600" anchor="ctr" rtlCol="0">
            <a:noAutofit/>
          </a:bodyPr>
          <a:lstStyle/>
          <a:p>
            <a:pPr>
              <a:buNone/>
            </a:pPr>
            <a:r>
              <a:rPr lang="ru-RU" sz="3000" dirty="0">
                <a:solidFill>
                  <a:srgbClr val="111111"/>
                </a:solidFill>
                <a:latin typeface="Unbounded ExtraBold"/>
                <a:cs typeface="Unbounded ExtraBold"/>
              </a:rPr>
              <a:t>140+</a:t>
            </a:r>
            <a:endParaRPr lang="ru-RU" sz="3000" dirty="0">
              <a:solidFill>
                <a:srgbClr val="111111"/>
              </a:solidFill>
              <a:latin typeface="Unbounded ExtraBold"/>
              <a:cs typeface="Unbounded ExtraBold"/>
            </a:endParaRPr>
          </a:p>
          <a:p>
            <a:pPr>
              <a:buNone/>
            </a:pPr>
            <a:r>
              <a:rPr lang="ru-RU" sz="1150" dirty="0">
                <a:solidFill>
                  <a:srgbClr val="3A322B"/>
                </a:solidFill>
                <a:latin typeface="+mn-lt"/>
                <a:cs typeface="+mn-lt"/>
              </a:rPr>
              <a:t>запущенных продуктов</a:t>
            </a:r>
            <a:endParaRPr lang="ru-RU" sz="1150" dirty="0">
              <a:solidFill>
                <a:srgbClr val="3A322B"/>
              </a:solidFill>
              <a:latin typeface="+mn-lt"/>
              <a:cs typeface="+mn-lt"/>
            </a:endParaRPr>
          </a:p>
        </p:txBody>
      </p:sp>
      <p:sp>
        <p:nvSpPr>
          <p:cNvPr id="25" name="k3"/>
          <p:cNvSpPr/>
          <p:nvPr/>
        </p:nvSpPr>
        <p:spPr>
          <a:xfrm>
            <a:off x="6070600" y="2692400"/>
            <a:ext cx="2209800" cy="1270000"/>
          </a:xfrm>
          <a:prstGeom prst="rect">
            <a:avLst/>
          </a:prstGeom>
          <a:solidFill>
            <a:schemeClr val="accent3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177800" tIns="101600" rIns="152400" bIns="101600" anchor="ctr" rtlCol="0">
            <a:noAutofit/>
          </a:bodyPr>
          <a:lstStyle/>
          <a:p>
            <a:pPr>
              <a:buNone/>
            </a:pPr>
            <a:r>
              <a:rPr lang="ru-RU" sz="3000" dirty="0">
                <a:solidFill>
                  <a:srgbClr val="111111"/>
                </a:solidFill>
                <a:latin typeface="Unbounded ExtraBold"/>
                <a:cs typeface="Unbounded ExtraBold"/>
              </a:rPr>
              <a:t>27</a:t>
            </a:r>
            <a:endParaRPr lang="ru-RU" sz="3000" dirty="0">
              <a:solidFill>
                <a:srgbClr val="111111"/>
              </a:solidFill>
              <a:latin typeface="Unbounded ExtraBold"/>
              <a:cs typeface="Unbounded ExtraBold"/>
            </a:endParaRPr>
          </a:p>
          <a:p>
            <a:pPr>
              <a:buNone/>
            </a:pPr>
            <a:r>
              <a:rPr lang="ru-RU" sz="1150" dirty="0">
                <a:solidFill>
                  <a:srgbClr val="3A322B"/>
                </a:solidFill>
                <a:latin typeface="+mn-lt"/>
                <a:cs typeface="+mn-lt"/>
              </a:rPr>
              <a:t>человек в команде</a:t>
            </a:r>
            <a:endParaRPr lang="ru-RU" sz="1150" dirty="0">
              <a:solidFill>
                <a:srgbClr val="3A322B"/>
              </a:solidFill>
              <a:latin typeface="+mn-lt"/>
              <a:cs typeface="+mn-lt"/>
            </a:endParaRPr>
          </a:p>
        </p:txBody>
      </p:sp>
      <p:sp>
        <p:nvSpPr>
          <p:cNvPr id="26" name="k4"/>
          <p:cNvSpPr/>
          <p:nvPr/>
        </p:nvSpPr>
        <p:spPr>
          <a:xfrm>
            <a:off x="8509000" y="2692400"/>
            <a:ext cx="2209800" cy="1270000"/>
          </a:xfrm>
          <a:prstGeom prst="rect">
            <a:avLst/>
          </a:prstGeom>
          <a:solidFill>
            <a:schemeClr val="accent4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177800" tIns="101600" rIns="152400" bIns="101600" anchor="ctr" rtlCol="0">
            <a:noAutofit/>
          </a:bodyPr>
          <a:lstStyle/>
          <a:p>
            <a:pPr>
              <a:buNone/>
            </a:pPr>
            <a:r>
              <a:rPr lang="ru-RU" sz="3000" dirty="0">
                <a:solidFill>
                  <a:srgbClr val="111111"/>
                </a:solidFill>
                <a:latin typeface="Unbounded ExtraBold"/>
                <a:cs typeface="Unbounded ExtraBold"/>
              </a:rPr>
              <a:t>4,9</a:t>
            </a:r>
            <a:endParaRPr lang="ru-RU" sz="3000" dirty="0">
              <a:solidFill>
                <a:srgbClr val="111111"/>
              </a:solidFill>
              <a:latin typeface="Unbounded ExtraBold"/>
              <a:cs typeface="Unbounded ExtraBold"/>
            </a:endParaRPr>
          </a:p>
          <a:p>
            <a:pPr>
              <a:buNone/>
            </a:pPr>
            <a:r>
              <a:rPr lang="ru-RU" sz="1150" dirty="0">
                <a:solidFill>
                  <a:srgbClr val="3A322B"/>
                </a:solidFill>
                <a:latin typeface="+mn-lt"/>
                <a:cs typeface="+mn-lt"/>
              </a:rPr>
              <a:t>оценка на Clutch</a:t>
            </a:r>
            <a:endParaRPr lang="ru-RU" sz="1150" dirty="0">
              <a:solidFill>
                <a:srgbClr val="3A322B"/>
              </a:solidFill>
              <a:latin typeface="+mn-lt"/>
              <a:cs typeface="+mn-lt"/>
            </a:endParaRPr>
          </a:p>
        </p:txBody>
      </p:sp>
      <p:grpSp>
        <p:nvGrpSpPr>
          <p:cNvPr id="27" name="donutwin"/>
          <p:cNvGrpSpPr/>
          <p:nvPr/>
        </p:nvGrpSpPr>
        <p:grpSpPr>
          <a:xfrm>
            <a:off x="6070600" y="4216400"/>
            <a:ext cx="4648200" cy="1854200"/>
            <a:chOff x="6070600" y="4216400"/>
            <a:chExt cx="4648200" cy="1854200"/>
          </a:xfrm>
        </p:grpSpPr>
        <p:sp>
          <p:nvSpPr>
            <p:cNvPr id="28" name="shape 28"/>
            <p:cNvSpPr/>
            <p:nvPr/>
          </p:nvSpPr>
          <p:spPr>
            <a:xfrm>
              <a:off x="6070600" y="4216400"/>
              <a:ext cx="4648200" cy="18542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29" name="line 29"/>
            <p:cNvCxnSpPr/>
            <p:nvPr/>
          </p:nvCxnSpPr>
          <p:spPr>
            <a:xfrm>
              <a:off x="6070600" y="4495800"/>
              <a:ext cx="4648200" cy="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30" name="text 30"/>
            <p:cNvSpPr txBox="1"/>
            <p:nvPr/>
          </p:nvSpPr>
          <p:spPr>
            <a:xfrm>
              <a:off x="6223000" y="4279900"/>
              <a:ext cx="3175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111111"/>
                  </a:solidFill>
                  <a:latin typeface="Cascadia Mono"/>
                  <a:cs typeface="Cascadia Mono"/>
                </a:rPr>
                <a:t>clients_by_industry.chart</a:t>
              </a:r>
              <a:endParaRPr lang="ru-RU" sz="950" dirty="0">
                <a:solidFill>
                  <a:srgbClr val="111111"/>
                </a:solidFill>
                <a:latin typeface="Cascadia Mono"/>
                <a:cs typeface="Cascadia Mono"/>
              </a:endParaRPr>
            </a:p>
          </p:txBody>
        </p:sp>
        <p:sp>
          <p:nvSpPr>
            <p:cNvPr id="31" name="shape 31"/>
            <p:cNvSpPr/>
            <p:nvPr/>
          </p:nvSpPr>
          <p:spPr>
            <a:xfrm>
              <a:off x="6350000" y="4597400"/>
              <a:ext cx="1371600" cy="1371600"/>
            </a:xfrm>
            <a:prstGeom prst="blockArc">
              <a:avLst>
                <a:gd name="adj1" fmla="val 16200000"/>
                <a:gd name="adj2" fmla="val 2808000"/>
                <a:gd name="adj3" fmla="val 15000"/>
              </a:avLst>
            </a:prstGeom>
            <a:solidFill>
              <a:schemeClr val="accent1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2" name="shape 32"/>
            <p:cNvSpPr/>
            <p:nvPr/>
          </p:nvSpPr>
          <p:spPr>
            <a:xfrm>
              <a:off x="6350000" y="4597400"/>
              <a:ext cx="1371600" cy="1371600"/>
            </a:xfrm>
            <a:prstGeom prst="blockArc">
              <a:avLst>
                <a:gd name="adj1" fmla="val 2808000"/>
                <a:gd name="adj2" fmla="val 8640000"/>
                <a:gd name="adj3" fmla="val 15000"/>
              </a:avLst>
            </a:prstGeom>
            <a:solidFill>
              <a:schemeClr val="accent2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3" name="shape 33"/>
            <p:cNvSpPr/>
            <p:nvPr/>
          </p:nvSpPr>
          <p:spPr>
            <a:xfrm>
              <a:off x="6350000" y="4597400"/>
              <a:ext cx="1371600" cy="1371600"/>
            </a:xfrm>
            <a:prstGeom prst="blockArc">
              <a:avLst>
                <a:gd name="adj1" fmla="val 8640000"/>
                <a:gd name="adj2" fmla="val 12744000"/>
                <a:gd name="adj3" fmla="val 15000"/>
              </a:avLst>
            </a:prstGeom>
            <a:solidFill>
              <a:schemeClr val="accent3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4" name="shape 34"/>
            <p:cNvSpPr/>
            <p:nvPr/>
          </p:nvSpPr>
          <p:spPr>
            <a:xfrm>
              <a:off x="6350000" y="4597400"/>
              <a:ext cx="1371600" cy="1371600"/>
            </a:xfrm>
            <a:prstGeom prst="blockArc">
              <a:avLst>
                <a:gd name="adj1" fmla="val 12744000"/>
                <a:gd name="adj2" fmla="val 16200000"/>
                <a:gd name="adj3" fmla="val 15000"/>
              </a:avLst>
            </a:prstGeom>
            <a:solidFill>
              <a:schemeClr val="accent4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5" name="shape 35"/>
            <p:cNvSpPr/>
            <p:nvPr/>
          </p:nvSpPr>
          <p:spPr>
            <a:xfrm>
              <a:off x="8128000" y="4711700"/>
              <a:ext cx="203200" cy="203200"/>
            </a:xfrm>
            <a:prstGeom prst="rect">
              <a:avLst/>
            </a:prstGeom>
            <a:solidFill>
              <a:schemeClr val="accent1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6" name="text 36"/>
            <p:cNvSpPr txBox="1"/>
            <p:nvPr/>
          </p:nvSpPr>
          <p:spPr>
            <a:xfrm>
              <a:off x="8458200" y="4699000"/>
              <a:ext cx="215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250" b="1" dirty="0">
                  <a:solidFill>
                    <a:srgbClr val="111111"/>
                  </a:solidFill>
                  <a:latin typeface="+mn-lt"/>
                  <a:cs typeface="+mn-lt"/>
                </a:rPr>
                <a:t>38%</a:t>
              </a:r>
              <a:r>
                <a:rPr lang="ru-RU" sz="1250" dirty="0">
                  <a:solidFill>
                    <a:srgbClr val="111111"/>
                  </a:solidFill>
                  <a:latin typeface="+mn-lt"/>
                  <a:cs typeface="+mn-lt"/>
                </a:rPr>
                <a:t> финтех</a:t>
              </a:r>
              <a:endParaRPr lang="ru-RU" sz="1250" dirty="0">
                <a:solidFill>
                  <a:srgbClr val="111111"/>
                </a:solidFill>
                <a:latin typeface="+mn-lt"/>
                <a:cs typeface="+mn-lt"/>
              </a:endParaRPr>
            </a:p>
          </p:txBody>
        </p:sp>
        <p:sp>
          <p:nvSpPr>
            <p:cNvPr id="37" name="shape 37"/>
            <p:cNvSpPr/>
            <p:nvPr/>
          </p:nvSpPr>
          <p:spPr>
            <a:xfrm>
              <a:off x="8128000" y="5041900"/>
              <a:ext cx="203200" cy="203200"/>
            </a:xfrm>
            <a:prstGeom prst="rect">
              <a:avLst/>
            </a:prstGeom>
            <a:solidFill>
              <a:schemeClr val="accent2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8" name="text 38"/>
            <p:cNvSpPr txBox="1"/>
            <p:nvPr/>
          </p:nvSpPr>
          <p:spPr>
            <a:xfrm>
              <a:off x="8458200" y="5029200"/>
              <a:ext cx="215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250" b="1" dirty="0">
                  <a:solidFill>
                    <a:srgbClr val="111111"/>
                  </a:solidFill>
                  <a:latin typeface="+mn-lt"/>
                  <a:cs typeface="+mn-lt"/>
                </a:rPr>
                <a:t>27%</a:t>
              </a:r>
              <a:r>
                <a:rPr lang="ru-RU" sz="1250" dirty="0">
                  <a:solidFill>
                    <a:srgbClr val="111111"/>
                  </a:solidFill>
                  <a:latin typeface="+mn-lt"/>
                  <a:cs typeface="+mn-lt"/>
                </a:rPr>
                <a:t> e-commerce</a:t>
              </a:r>
              <a:endParaRPr lang="ru-RU" sz="1250" dirty="0">
                <a:solidFill>
                  <a:srgbClr val="111111"/>
                </a:solidFill>
                <a:latin typeface="+mn-lt"/>
                <a:cs typeface="+mn-lt"/>
              </a:endParaRPr>
            </a:p>
          </p:txBody>
        </p:sp>
        <p:sp>
          <p:nvSpPr>
            <p:cNvPr id="39" name="shape 39"/>
            <p:cNvSpPr/>
            <p:nvPr/>
          </p:nvSpPr>
          <p:spPr>
            <a:xfrm>
              <a:off x="8128000" y="5372100"/>
              <a:ext cx="203200" cy="203200"/>
            </a:xfrm>
            <a:prstGeom prst="rect">
              <a:avLst/>
            </a:prstGeom>
            <a:solidFill>
              <a:schemeClr val="accent3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0" name="text 40"/>
            <p:cNvSpPr txBox="1"/>
            <p:nvPr/>
          </p:nvSpPr>
          <p:spPr>
            <a:xfrm>
              <a:off x="8458200" y="5359400"/>
              <a:ext cx="215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250" b="1" dirty="0">
                  <a:solidFill>
                    <a:srgbClr val="111111"/>
                  </a:solidFill>
                  <a:latin typeface="+mn-lt"/>
                  <a:cs typeface="+mn-lt"/>
                </a:rPr>
                <a:t>19%</a:t>
              </a:r>
              <a:r>
                <a:rPr lang="ru-RU" sz="1250" dirty="0">
                  <a:solidFill>
                    <a:srgbClr val="111111"/>
                  </a:solidFill>
                  <a:latin typeface="+mn-lt"/>
                  <a:cs typeface="+mn-lt"/>
                </a:rPr>
                <a:t> медтех</a:t>
              </a:r>
              <a:endParaRPr lang="ru-RU" sz="1250" dirty="0">
                <a:solidFill>
                  <a:srgbClr val="111111"/>
                </a:solidFill>
                <a:latin typeface="+mn-lt"/>
                <a:cs typeface="+mn-lt"/>
              </a:endParaRPr>
            </a:p>
          </p:txBody>
        </p:sp>
        <p:sp>
          <p:nvSpPr>
            <p:cNvPr id="41" name="shape 41"/>
            <p:cNvSpPr/>
            <p:nvPr/>
          </p:nvSpPr>
          <p:spPr>
            <a:xfrm>
              <a:off x="8128000" y="5702300"/>
              <a:ext cx="203200" cy="203200"/>
            </a:xfrm>
            <a:prstGeom prst="rect">
              <a:avLst/>
            </a:prstGeom>
            <a:solidFill>
              <a:schemeClr val="accent4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2" name="text 42"/>
            <p:cNvSpPr txBox="1"/>
            <p:nvPr/>
          </p:nvSpPr>
          <p:spPr>
            <a:xfrm>
              <a:off x="8458200" y="5689600"/>
              <a:ext cx="215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250" b="1" dirty="0">
                  <a:solidFill>
                    <a:srgbClr val="111111"/>
                  </a:solidFill>
                  <a:latin typeface="+mn-lt"/>
                  <a:cs typeface="+mn-lt"/>
                </a:rPr>
                <a:t>16%</a:t>
              </a:r>
              <a:r>
                <a:rPr lang="ru-RU" sz="1250" dirty="0">
                  <a:solidFill>
                    <a:srgbClr val="111111"/>
                  </a:solidFill>
                  <a:latin typeface="+mn-lt"/>
                  <a:cs typeface="+mn-lt"/>
                </a:rPr>
                <a:t> SaaS</a:t>
              </a:r>
              <a:endParaRPr lang="ru-RU" sz="1250" dirty="0">
                <a:solidFill>
                  <a:srgbClr val="111111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43" name="stars"/>
          <p:cNvGrpSpPr/>
          <p:nvPr/>
        </p:nvGrpSpPr>
        <p:grpSpPr>
          <a:xfrm>
            <a:off x="10820400" y="2819400"/>
            <a:ext cx="1219200" cy="1041400"/>
            <a:chOff x="10820400" y="2819400"/>
            <a:chExt cx="1219200" cy="1041400"/>
          </a:xfrm>
        </p:grpSpPr>
        <p:sp>
          <p:nvSpPr>
            <p:cNvPr id="44" name="shape 44"/>
            <p:cNvSpPr/>
            <p:nvPr/>
          </p:nvSpPr>
          <p:spPr>
            <a:xfrm>
              <a:off x="10820400" y="2819400"/>
              <a:ext cx="1219200" cy="10414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45" name="line 45"/>
            <p:cNvCxnSpPr/>
            <p:nvPr/>
          </p:nvCxnSpPr>
          <p:spPr>
            <a:xfrm>
              <a:off x="10820400" y="3073400"/>
              <a:ext cx="1219200" cy="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46" name="text 46"/>
            <p:cNvSpPr txBox="1"/>
            <p:nvPr/>
          </p:nvSpPr>
          <p:spPr>
            <a:xfrm>
              <a:off x="10922000" y="2870200"/>
              <a:ext cx="1016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00" dirty="0">
                  <a:solidFill>
                    <a:srgbClr val="111111"/>
                  </a:solidFill>
                  <a:latin typeface="Cascadia Mono"/>
                  <a:cs typeface="Cascadia Mono"/>
                </a:rPr>
                <a:t>отзывы</a:t>
              </a:r>
              <a:endParaRPr lang="ru-RU" sz="800" dirty="0">
                <a:solidFill>
                  <a:srgbClr val="111111"/>
                </a:solidFill>
                <a:latin typeface="Cascadia Mono"/>
                <a:cs typeface="Cascadia Mono"/>
              </a:endParaRPr>
            </a:p>
          </p:txBody>
        </p:sp>
        <p:sp>
          <p:nvSpPr>
            <p:cNvPr id="47" name="icon 47"/>
            <p:cNvSpPr/>
            <p:nvPr/>
          </p:nvSpPr>
          <p:spPr>
            <a:xfrm>
              <a:off x="10934700" y="3200400"/>
              <a:ext cx="279400" cy="279400"/>
            </a:xfrm>
            <a:custGeom>
              <a:avLst/>
              <a:gdLst/>
              <a:ahLst/>
              <a:cxnLst/>
              <a:rect l="0" t="0" r="r" b="b"/>
              <a:pathLst>
                <a:path w="24000" h="24000">
                  <a:moveTo>
                    <a:pt x="11525" y="2295"/>
                  </a:moveTo>
                  <a:cubicBezTo>
                    <a:pt x="11614" y="2114"/>
                    <a:pt x="11798" y="2000"/>
                    <a:pt x="12000" y="2000"/>
                  </a:cubicBezTo>
                  <a:cubicBezTo>
                    <a:pt x="12202" y="2000"/>
                    <a:pt x="12386" y="2114"/>
                    <a:pt x="12475" y="2295"/>
                  </a:cubicBezTo>
                  <a:lnTo>
                    <a:pt x="14785" y="6974"/>
                  </a:lnTo>
                  <a:cubicBezTo>
                    <a:pt x="15094" y="7599"/>
                    <a:pt x="15690" y="8033"/>
                    <a:pt x="16380" y="8134"/>
                  </a:cubicBezTo>
                  <a:lnTo>
                    <a:pt x="21546" y="8890"/>
                  </a:lnTo>
                  <a:cubicBezTo>
                    <a:pt x="21746" y="8919"/>
                    <a:pt x="21912" y="9059"/>
                    <a:pt x="21974" y="9251"/>
                  </a:cubicBezTo>
                  <a:cubicBezTo>
                    <a:pt x="22036" y="9442"/>
                    <a:pt x="21984" y="9653"/>
                    <a:pt x="21840" y="9794"/>
                  </a:cubicBezTo>
                  <a:lnTo>
                    <a:pt x="18104" y="13432"/>
                  </a:lnTo>
                  <a:cubicBezTo>
                    <a:pt x="17604" y="13919"/>
                    <a:pt x="17375" y="14622"/>
                    <a:pt x="17493" y="15310"/>
                  </a:cubicBezTo>
                  <a:lnTo>
                    <a:pt x="18375" y="20450"/>
                  </a:lnTo>
                  <a:cubicBezTo>
                    <a:pt x="18410" y="20650"/>
                    <a:pt x="18329" y="20852"/>
                    <a:pt x="18165" y="20971"/>
                  </a:cubicBezTo>
                  <a:cubicBezTo>
                    <a:pt x="18001" y="21090"/>
                    <a:pt x="17783" y="21105"/>
                    <a:pt x="17604" y="21010"/>
                  </a:cubicBezTo>
                  <a:lnTo>
                    <a:pt x="12986" y="18582"/>
                  </a:lnTo>
                  <a:cubicBezTo>
                    <a:pt x="12368" y="18258"/>
                    <a:pt x="11631" y="18258"/>
                    <a:pt x="11013" y="18582"/>
                  </a:cubicBezTo>
                  <a:lnTo>
                    <a:pt x="6396" y="21010"/>
                  </a:lnTo>
                  <a:cubicBezTo>
                    <a:pt x="6217" y="21105"/>
                    <a:pt x="6000" y="21089"/>
                    <a:pt x="5836" y="20970"/>
                  </a:cubicBezTo>
                  <a:cubicBezTo>
                    <a:pt x="5673" y="20851"/>
                    <a:pt x="5591" y="20649"/>
                    <a:pt x="5626" y="20450"/>
                  </a:cubicBezTo>
                  <a:lnTo>
                    <a:pt x="6507" y="15311"/>
                  </a:lnTo>
                  <a:cubicBezTo>
                    <a:pt x="6625" y="14622"/>
                    <a:pt x="6397" y="13920"/>
                    <a:pt x="5896" y="13432"/>
                  </a:cubicBezTo>
                  <a:lnTo>
                    <a:pt x="2160" y="9795"/>
                  </a:lnTo>
                  <a:cubicBezTo>
                    <a:pt x="2014" y="9654"/>
                    <a:pt x="1962" y="9443"/>
                    <a:pt x="2024" y="9250"/>
                  </a:cubicBezTo>
                  <a:cubicBezTo>
                    <a:pt x="2087" y="9058"/>
                    <a:pt x="2253" y="8917"/>
                    <a:pt x="2454" y="8889"/>
                  </a:cubicBezTo>
                  <a:lnTo>
                    <a:pt x="7619" y="8134"/>
                  </a:lnTo>
                  <a:cubicBezTo>
                    <a:pt x="8310" y="8034"/>
                    <a:pt x="8907" y="7600"/>
                    <a:pt x="9216" y="6974"/>
                  </a:cubicBezTo>
                  <a:close/>
                </a:path>
              </a:pathLst>
            </a:custGeom>
            <a:solidFill>
              <a:schemeClr val="accent5"/>
            </a:solidFill>
            <a:ln w="25612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8" name="icon 48"/>
            <p:cNvSpPr/>
            <p:nvPr/>
          </p:nvSpPr>
          <p:spPr>
            <a:xfrm>
              <a:off x="11290300" y="3200400"/>
              <a:ext cx="279400" cy="279400"/>
            </a:xfrm>
            <a:custGeom>
              <a:avLst/>
              <a:gdLst/>
              <a:ahLst/>
              <a:cxnLst/>
              <a:rect l="0" t="0" r="r" b="b"/>
              <a:pathLst>
                <a:path w="24000" h="24000">
                  <a:moveTo>
                    <a:pt x="11525" y="2295"/>
                  </a:moveTo>
                  <a:cubicBezTo>
                    <a:pt x="11614" y="2114"/>
                    <a:pt x="11798" y="2000"/>
                    <a:pt x="12000" y="2000"/>
                  </a:cubicBezTo>
                  <a:cubicBezTo>
                    <a:pt x="12202" y="2000"/>
                    <a:pt x="12386" y="2114"/>
                    <a:pt x="12475" y="2295"/>
                  </a:cubicBezTo>
                  <a:lnTo>
                    <a:pt x="14785" y="6974"/>
                  </a:lnTo>
                  <a:cubicBezTo>
                    <a:pt x="15094" y="7599"/>
                    <a:pt x="15690" y="8033"/>
                    <a:pt x="16380" y="8134"/>
                  </a:cubicBezTo>
                  <a:lnTo>
                    <a:pt x="21546" y="8890"/>
                  </a:lnTo>
                  <a:cubicBezTo>
                    <a:pt x="21746" y="8919"/>
                    <a:pt x="21912" y="9059"/>
                    <a:pt x="21974" y="9251"/>
                  </a:cubicBezTo>
                  <a:cubicBezTo>
                    <a:pt x="22036" y="9442"/>
                    <a:pt x="21984" y="9653"/>
                    <a:pt x="21840" y="9794"/>
                  </a:cubicBezTo>
                  <a:lnTo>
                    <a:pt x="18104" y="13432"/>
                  </a:lnTo>
                  <a:cubicBezTo>
                    <a:pt x="17604" y="13919"/>
                    <a:pt x="17375" y="14622"/>
                    <a:pt x="17493" y="15310"/>
                  </a:cubicBezTo>
                  <a:lnTo>
                    <a:pt x="18375" y="20450"/>
                  </a:lnTo>
                  <a:cubicBezTo>
                    <a:pt x="18410" y="20650"/>
                    <a:pt x="18329" y="20852"/>
                    <a:pt x="18165" y="20971"/>
                  </a:cubicBezTo>
                  <a:cubicBezTo>
                    <a:pt x="18001" y="21090"/>
                    <a:pt x="17783" y="21105"/>
                    <a:pt x="17604" y="21010"/>
                  </a:cubicBezTo>
                  <a:lnTo>
                    <a:pt x="12986" y="18582"/>
                  </a:lnTo>
                  <a:cubicBezTo>
                    <a:pt x="12368" y="18258"/>
                    <a:pt x="11631" y="18258"/>
                    <a:pt x="11013" y="18582"/>
                  </a:cubicBezTo>
                  <a:lnTo>
                    <a:pt x="6396" y="21010"/>
                  </a:lnTo>
                  <a:cubicBezTo>
                    <a:pt x="6217" y="21105"/>
                    <a:pt x="6000" y="21089"/>
                    <a:pt x="5836" y="20970"/>
                  </a:cubicBezTo>
                  <a:cubicBezTo>
                    <a:pt x="5673" y="20851"/>
                    <a:pt x="5591" y="20649"/>
                    <a:pt x="5626" y="20450"/>
                  </a:cubicBezTo>
                  <a:lnTo>
                    <a:pt x="6507" y="15311"/>
                  </a:lnTo>
                  <a:cubicBezTo>
                    <a:pt x="6625" y="14622"/>
                    <a:pt x="6397" y="13920"/>
                    <a:pt x="5896" y="13432"/>
                  </a:cubicBezTo>
                  <a:lnTo>
                    <a:pt x="2160" y="9795"/>
                  </a:lnTo>
                  <a:cubicBezTo>
                    <a:pt x="2014" y="9654"/>
                    <a:pt x="1962" y="9443"/>
                    <a:pt x="2024" y="9250"/>
                  </a:cubicBezTo>
                  <a:cubicBezTo>
                    <a:pt x="2087" y="9058"/>
                    <a:pt x="2253" y="8917"/>
                    <a:pt x="2454" y="8889"/>
                  </a:cubicBezTo>
                  <a:lnTo>
                    <a:pt x="7619" y="8134"/>
                  </a:lnTo>
                  <a:cubicBezTo>
                    <a:pt x="8310" y="8034"/>
                    <a:pt x="8907" y="7600"/>
                    <a:pt x="9216" y="6974"/>
                  </a:cubicBezTo>
                  <a:close/>
                </a:path>
              </a:pathLst>
            </a:custGeom>
            <a:solidFill>
              <a:schemeClr val="accent5"/>
            </a:solidFill>
            <a:ln w="25612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9" name="icon 49"/>
            <p:cNvSpPr/>
            <p:nvPr/>
          </p:nvSpPr>
          <p:spPr>
            <a:xfrm>
              <a:off x="11645900" y="3200400"/>
              <a:ext cx="279400" cy="279400"/>
            </a:xfrm>
            <a:custGeom>
              <a:avLst/>
              <a:gdLst/>
              <a:ahLst/>
              <a:cxnLst/>
              <a:rect l="0" t="0" r="r" b="b"/>
              <a:pathLst>
                <a:path w="24000" h="24000">
                  <a:moveTo>
                    <a:pt x="11525" y="2295"/>
                  </a:moveTo>
                  <a:cubicBezTo>
                    <a:pt x="11614" y="2114"/>
                    <a:pt x="11798" y="2000"/>
                    <a:pt x="12000" y="2000"/>
                  </a:cubicBezTo>
                  <a:cubicBezTo>
                    <a:pt x="12202" y="2000"/>
                    <a:pt x="12386" y="2114"/>
                    <a:pt x="12475" y="2295"/>
                  </a:cubicBezTo>
                  <a:lnTo>
                    <a:pt x="14785" y="6974"/>
                  </a:lnTo>
                  <a:cubicBezTo>
                    <a:pt x="15094" y="7599"/>
                    <a:pt x="15690" y="8033"/>
                    <a:pt x="16380" y="8134"/>
                  </a:cubicBezTo>
                  <a:lnTo>
                    <a:pt x="21546" y="8890"/>
                  </a:lnTo>
                  <a:cubicBezTo>
                    <a:pt x="21746" y="8919"/>
                    <a:pt x="21912" y="9059"/>
                    <a:pt x="21974" y="9251"/>
                  </a:cubicBezTo>
                  <a:cubicBezTo>
                    <a:pt x="22036" y="9442"/>
                    <a:pt x="21984" y="9653"/>
                    <a:pt x="21840" y="9794"/>
                  </a:cubicBezTo>
                  <a:lnTo>
                    <a:pt x="18104" y="13432"/>
                  </a:lnTo>
                  <a:cubicBezTo>
                    <a:pt x="17604" y="13919"/>
                    <a:pt x="17375" y="14622"/>
                    <a:pt x="17493" y="15310"/>
                  </a:cubicBezTo>
                  <a:lnTo>
                    <a:pt x="18375" y="20450"/>
                  </a:lnTo>
                  <a:cubicBezTo>
                    <a:pt x="18410" y="20650"/>
                    <a:pt x="18329" y="20852"/>
                    <a:pt x="18165" y="20971"/>
                  </a:cubicBezTo>
                  <a:cubicBezTo>
                    <a:pt x="18001" y="21090"/>
                    <a:pt x="17783" y="21105"/>
                    <a:pt x="17604" y="21010"/>
                  </a:cubicBezTo>
                  <a:lnTo>
                    <a:pt x="12986" y="18582"/>
                  </a:lnTo>
                  <a:cubicBezTo>
                    <a:pt x="12368" y="18258"/>
                    <a:pt x="11631" y="18258"/>
                    <a:pt x="11013" y="18582"/>
                  </a:cubicBezTo>
                  <a:lnTo>
                    <a:pt x="6396" y="21010"/>
                  </a:lnTo>
                  <a:cubicBezTo>
                    <a:pt x="6217" y="21105"/>
                    <a:pt x="6000" y="21089"/>
                    <a:pt x="5836" y="20970"/>
                  </a:cubicBezTo>
                  <a:cubicBezTo>
                    <a:pt x="5673" y="20851"/>
                    <a:pt x="5591" y="20649"/>
                    <a:pt x="5626" y="20450"/>
                  </a:cubicBezTo>
                  <a:lnTo>
                    <a:pt x="6507" y="15311"/>
                  </a:lnTo>
                  <a:cubicBezTo>
                    <a:pt x="6625" y="14622"/>
                    <a:pt x="6397" y="13920"/>
                    <a:pt x="5896" y="13432"/>
                  </a:cubicBezTo>
                  <a:lnTo>
                    <a:pt x="2160" y="9795"/>
                  </a:lnTo>
                  <a:cubicBezTo>
                    <a:pt x="2014" y="9654"/>
                    <a:pt x="1962" y="9443"/>
                    <a:pt x="2024" y="9250"/>
                  </a:cubicBezTo>
                  <a:cubicBezTo>
                    <a:pt x="2087" y="9058"/>
                    <a:pt x="2253" y="8917"/>
                    <a:pt x="2454" y="8889"/>
                  </a:cubicBezTo>
                  <a:lnTo>
                    <a:pt x="7619" y="8134"/>
                  </a:lnTo>
                  <a:cubicBezTo>
                    <a:pt x="8310" y="8034"/>
                    <a:pt x="8907" y="7600"/>
                    <a:pt x="9216" y="6974"/>
                  </a:cubicBezTo>
                  <a:close/>
                </a:path>
              </a:pathLst>
            </a:custGeom>
            <a:solidFill>
              <a:schemeClr val="accent5"/>
            </a:solidFill>
            <a:ln w="25612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0" name="shape 50"/>
            <p:cNvSpPr/>
            <p:nvPr/>
          </p:nvSpPr>
          <p:spPr>
            <a:xfrm>
              <a:off x="10998200" y="3606800"/>
              <a:ext cx="863600" cy="88900"/>
            </a:xfrm>
            <a:prstGeom prst="roundRect">
              <a:avLst>
                <a:gd name="adj" fmla="val 42857"/>
              </a:avLst>
            </a:prstGeom>
            <a:solidFill>
              <a:srgbClr val="11111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sp>
        <p:nvSpPr>
          <p:cNvPr id="51" name="ptr"/>
          <p:cNvSpPr/>
          <p:nvPr/>
        </p:nvSpPr>
        <p:spPr>
          <a:xfrm>
            <a:off x="7429500" y="5486400"/>
            <a:ext cx="508000" cy="508000"/>
          </a:xfrm>
          <a:custGeom>
            <a:avLst/>
            <a:gdLst/>
            <a:ahLst/>
            <a:cxnLst/>
            <a:rect l="0" t="0" r="r" b="b"/>
            <a:pathLst>
              <a:path w="24000" h="24000">
                <a:moveTo>
                  <a:pt x="4037" y="4688"/>
                </a:moveTo>
                <a:cubicBezTo>
                  <a:pt x="3956" y="4502"/>
                  <a:pt x="3998" y="4285"/>
                  <a:pt x="4141" y="4141"/>
                </a:cubicBezTo>
                <a:cubicBezTo>
                  <a:pt x="4285" y="3998"/>
                  <a:pt x="4502" y="3956"/>
                  <a:pt x="4688" y="4037"/>
                </a:cubicBezTo>
                <a:lnTo>
                  <a:pt x="20688" y="10537"/>
                </a:lnTo>
                <a:cubicBezTo>
                  <a:pt x="20888" y="10618"/>
                  <a:pt x="21013" y="10818"/>
                  <a:pt x="20998" y="11033"/>
                </a:cubicBezTo>
                <a:cubicBezTo>
                  <a:pt x="20984" y="11248"/>
                  <a:pt x="20834" y="11430"/>
                  <a:pt x="20625" y="11484"/>
                </a:cubicBezTo>
                <a:lnTo>
                  <a:pt x="14501" y="13064"/>
                </a:lnTo>
                <a:cubicBezTo>
                  <a:pt x="13796" y="13245"/>
                  <a:pt x="13246" y="13795"/>
                  <a:pt x="13063" y="14499"/>
                </a:cubicBezTo>
                <a:lnTo>
                  <a:pt x="11484" y="20625"/>
                </a:lnTo>
                <a:cubicBezTo>
                  <a:pt x="11430" y="20834"/>
                  <a:pt x="11248" y="20984"/>
                  <a:pt x="11033" y="20998"/>
                </a:cubicBezTo>
                <a:cubicBezTo>
                  <a:pt x="10818" y="21013"/>
                  <a:pt x="10618" y="20888"/>
                  <a:pt x="10537" y="20688"/>
                </a:cubicBezTo>
                <a:close/>
              </a:path>
            </a:pathLst>
          </a:custGeom>
          <a:solidFill>
            <a:srgbClr val="FFFFFF"/>
          </a:solidFill>
          <a:ln w="42333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2" name="text 52"/>
          <p:cNvSpPr txBox="1"/>
          <p:nvPr/>
        </p:nvSpPr>
        <p:spPr>
          <a:xfrm>
            <a:off x="6096000" y="6527800"/>
            <a:ext cx="495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6B6259"/>
                </a:solidFill>
                <a:latin typeface="+mn-lt"/>
                <a:cs typeface="+mn-lt"/>
              </a:rPr>
              <a:t>Цифры иллюстративные</a:t>
            </a:r>
            <a:endParaRPr lang="ru-RU" sz="900" dirty="0">
              <a:solidFill>
                <a:srgbClr val="6B6259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6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36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86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3" grpId="0" animBg="1"/>
      <p:bldP spid="24" grpId="0" animBg="1"/>
      <p:bldP spid="25" grpId="0" animBg="1"/>
      <p:bldP spid="26" grpId="0" animBg="1"/>
      <p:bldP spid="5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D9CF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s 2"/>
          <p:cNvSpPr/>
          <p:nvPr/>
        </p:nvSpPr>
        <p:spPr>
          <a:xfrm>
            <a:off x="0" y="5080000"/>
            <a:ext cx="2286000" cy="1778000"/>
          </a:xfrm>
          <a:custGeom>
            <a:avLst/>
            <a:gdLst/>
            <a:ahLst/>
            <a:cxnLst/>
            <a:rect l="0" t="0" r="r" b="b"/>
            <a:pathLst>
              <a:path w="18000" h="1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8720" y="500"/>
                </a:moveTo>
                <a:cubicBezTo>
                  <a:pt x="8720" y="622"/>
                  <a:pt x="8622" y="720"/>
                  <a:pt x="8500" y="720"/>
                </a:cubicBezTo>
                <a:cubicBezTo>
                  <a:pt x="8378" y="720"/>
                  <a:pt x="8280" y="622"/>
                  <a:pt x="8280" y="500"/>
                </a:cubicBezTo>
                <a:cubicBezTo>
                  <a:pt x="8280" y="378"/>
                  <a:pt x="8378" y="280"/>
                  <a:pt x="8500" y="280"/>
                </a:cubicBezTo>
                <a:cubicBezTo>
                  <a:pt x="8622" y="280"/>
                  <a:pt x="8720" y="378"/>
                  <a:pt x="8720" y="500"/>
                </a:cubicBezTo>
                <a:close/>
                <a:moveTo>
                  <a:pt x="9720" y="500"/>
                </a:moveTo>
                <a:cubicBezTo>
                  <a:pt x="9720" y="622"/>
                  <a:pt x="9622" y="720"/>
                  <a:pt x="9500" y="720"/>
                </a:cubicBezTo>
                <a:cubicBezTo>
                  <a:pt x="9378" y="720"/>
                  <a:pt x="9280" y="622"/>
                  <a:pt x="9280" y="500"/>
                </a:cubicBezTo>
                <a:cubicBezTo>
                  <a:pt x="9280" y="378"/>
                  <a:pt x="9378" y="280"/>
                  <a:pt x="9500" y="280"/>
                </a:cubicBezTo>
                <a:cubicBezTo>
                  <a:pt x="9622" y="280"/>
                  <a:pt x="9720" y="378"/>
                  <a:pt x="9720" y="500"/>
                </a:cubicBezTo>
                <a:close/>
                <a:moveTo>
                  <a:pt x="10720" y="500"/>
                </a:moveTo>
                <a:cubicBezTo>
                  <a:pt x="10720" y="622"/>
                  <a:pt x="10622" y="720"/>
                  <a:pt x="10500" y="720"/>
                </a:cubicBezTo>
                <a:cubicBezTo>
                  <a:pt x="10378" y="720"/>
                  <a:pt x="10280" y="622"/>
                  <a:pt x="10280" y="500"/>
                </a:cubicBezTo>
                <a:cubicBezTo>
                  <a:pt x="10280" y="378"/>
                  <a:pt x="10378" y="280"/>
                  <a:pt x="10500" y="280"/>
                </a:cubicBezTo>
                <a:cubicBezTo>
                  <a:pt x="10622" y="280"/>
                  <a:pt x="10720" y="378"/>
                  <a:pt x="10720" y="500"/>
                </a:cubicBezTo>
                <a:close/>
                <a:moveTo>
                  <a:pt x="11720" y="500"/>
                </a:moveTo>
                <a:cubicBezTo>
                  <a:pt x="11720" y="622"/>
                  <a:pt x="11622" y="720"/>
                  <a:pt x="11500" y="720"/>
                </a:cubicBezTo>
                <a:cubicBezTo>
                  <a:pt x="11378" y="720"/>
                  <a:pt x="11280" y="622"/>
                  <a:pt x="11280" y="500"/>
                </a:cubicBezTo>
                <a:cubicBezTo>
                  <a:pt x="11280" y="378"/>
                  <a:pt x="11378" y="280"/>
                  <a:pt x="11500" y="280"/>
                </a:cubicBezTo>
                <a:cubicBezTo>
                  <a:pt x="11622" y="280"/>
                  <a:pt x="11720" y="378"/>
                  <a:pt x="11720" y="500"/>
                </a:cubicBezTo>
                <a:close/>
                <a:moveTo>
                  <a:pt x="12720" y="500"/>
                </a:moveTo>
                <a:cubicBezTo>
                  <a:pt x="12720" y="622"/>
                  <a:pt x="12622" y="720"/>
                  <a:pt x="12500" y="720"/>
                </a:cubicBezTo>
                <a:cubicBezTo>
                  <a:pt x="12378" y="720"/>
                  <a:pt x="12280" y="622"/>
                  <a:pt x="12280" y="500"/>
                </a:cubicBezTo>
                <a:cubicBezTo>
                  <a:pt x="12280" y="378"/>
                  <a:pt x="12378" y="280"/>
                  <a:pt x="12500" y="280"/>
                </a:cubicBezTo>
                <a:cubicBezTo>
                  <a:pt x="12622" y="280"/>
                  <a:pt x="12720" y="378"/>
                  <a:pt x="12720" y="500"/>
                </a:cubicBezTo>
                <a:close/>
                <a:moveTo>
                  <a:pt x="13720" y="500"/>
                </a:moveTo>
                <a:cubicBezTo>
                  <a:pt x="13720" y="622"/>
                  <a:pt x="13622" y="720"/>
                  <a:pt x="13500" y="720"/>
                </a:cubicBezTo>
                <a:cubicBezTo>
                  <a:pt x="13378" y="720"/>
                  <a:pt x="13280" y="622"/>
                  <a:pt x="13280" y="500"/>
                </a:cubicBezTo>
                <a:cubicBezTo>
                  <a:pt x="13280" y="378"/>
                  <a:pt x="13378" y="280"/>
                  <a:pt x="13500" y="280"/>
                </a:cubicBezTo>
                <a:cubicBezTo>
                  <a:pt x="13622" y="280"/>
                  <a:pt x="13720" y="378"/>
                  <a:pt x="13720" y="500"/>
                </a:cubicBezTo>
                <a:close/>
                <a:moveTo>
                  <a:pt x="14720" y="500"/>
                </a:moveTo>
                <a:cubicBezTo>
                  <a:pt x="14720" y="622"/>
                  <a:pt x="14622" y="720"/>
                  <a:pt x="14500" y="720"/>
                </a:cubicBezTo>
                <a:cubicBezTo>
                  <a:pt x="14378" y="720"/>
                  <a:pt x="14280" y="622"/>
                  <a:pt x="14280" y="500"/>
                </a:cubicBezTo>
                <a:cubicBezTo>
                  <a:pt x="14280" y="378"/>
                  <a:pt x="14378" y="280"/>
                  <a:pt x="14500" y="280"/>
                </a:cubicBezTo>
                <a:cubicBezTo>
                  <a:pt x="14622" y="280"/>
                  <a:pt x="14720" y="378"/>
                  <a:pt x="14720" y="500"/>
                </a:cubicBezTo>
                <a:close/>
                <a:moveTo>
                  <a:pt x="15720" y="500"/>
                </a:moveTo>
                <a:cubicBezTo>
                  <a:pt x="15720" y="622"/>
                  <a:pt x="15622" y="720"/>
                  <a:pt x="15500" y="720"/>
                </a:cubicBezTo>
                <a:cubicBezTo>
                  <a:pt x="15378" y="720"/>
                  <a:pt x="15280" y="622"/>
                  <a:pt x="15280" y="500"/>
                </a:cubicBezTo>
                <a:cubicBezTo>
                  <a:pt x="15280" y="378"/>
                  <a:pt x="15378" y="280"/>
                  <a:pt x="15500" y="280"/>
                </a:cubicBezTo>
                <a:cubicBezTo>
                  <a:pt x="15622" y="280"/>
                  <a:pt x="15720" y="378"/>
                  <a:pt x="15720" y="500"/>
                </a:cubicBezTo>
                <a:close/>
                <a:moveTo>
                  <a:pt x="16720" y="500"/>
                </a:moveTo>
                <a:cubicBezTo>
                  <a:pt x="16720" y="622"/>
                  <a:pt x="16622" y="720"/>
                  <a:pt x="16500" y="720"/>
                </a:cubicBezTo>
                <a:cubicBezTo>
                  <a:pt x="16378" y="720"/>
                  <a:pt x="16280" y="622"/>
                  <a:pt x="16280" y="500"/>
                </a:cubicBezTo>
                <a:cubicBezTo>
                  <a:pt x="16280" y="378"/>
                  <a:pt x="16378" y="280"/>
                  <a:pt x="16500" y="280"/>
                </a:cubicBezTo>
                <a:cubicBezTo>
                  <a:pt x="16622" y="280"/>
                  <a:pt x="16720" y="378"/>
                  <a:pt x="16720" y="500"/>
                </a:cubicBezTo>
                <a:close/>
                <a:moveTo>
                  <a:pt x="17720" y="500"/>
                </a:moveTo>
                <a:cubicBezTo>
                  <a:pt x="17720" y="622"/>
                  <a:pt x="17622" y="720"/>
                  <a:pt x="17500" y="720"/>
                </a:cubicBezTo>
                <a:cubicBezTo>
                  <a:pt x="17378" y="720"/>
                  <a:pt x="17280" y="622"/>
                  <a:pt x="17280" y="500"/>
                </a:cubicBezTo>
                <a:cubicBezTo>
                  <a:pt x="17280" y="378"/>
                  <a:pt x="17378" y="280"/>
                  <a:pt x="17500" y="280"/>
                </a:cubicBezTo>
                <a:cubicBezTo>
                  <a:pt x="17622" y="280"/>
                  <a:pt x="17720" y="378"/>
                  <a:pt x="1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8720" y="1500"/>
                </a:moveTo>
                <a:cubicBezTo>
                  <a:pt x="8720" y="1622"/>
                  <a:pt x="8622" y="1720"/>
                  <a:pt x="8500" y="1720"/>
                </a:cubicBezTo>
                <a:cubicBezTo>
                  <a:pt x="8378" y="1720"/>
                  <a:pt x="8280" y="1622"/>
                  <a:pt x="8280" y="1500"/>
                </a:cubicBezTo>
                <a:cubicBezTo>
                  <a:pt x="8280" y="1378"/>
                  <a:pt x="8378" y="1280"/>
                  <a:pt x="8500" y="1280"/>
                </a:cubicBezTo>
                <a:cubicBezTo>
                  <a:pt x="8622" y="1280"/>
                  <a:pt x="8720" y="1378"/>
                  <a:pt x="8720" y="1500"/>
                </a:cubicBezTo>
                <a:close/>
                <a:moveTo>
                  <a:pt x="9720" y="1500"/>
                </a:moveTo>
                <a:cubicBezTo>
                  <a:pt x="9720" y="1622"/>
                  <a:pt x="9622" y="1720"/>
                  <a:pt x="9500" y="1720"/>
                </a:cubicBezTo>
                <a:cubicBezTo>
                  <a:pt x="9378" y="1720"/>
                  <a:pt x="9280" y="1622"/>
                  <a:pt x="9280" y="1500"/>
                </a:cubicBezTo>
                <a:cubicBezTo>
                  <a:pt x="9280" y="1378"/>
                  <a:pt x="9378" y="1280"/>
                  <a:pt x="9500" y="1280"/>
                </a:cubicBezTo>
                <a:cubicBezTo>
                  <a:pt x="9622" y="1280"/>
                  <a:pt x="9720" y="1378"/>
                  <a:pt x="9720" y="1500"/>
                </a:cubicBezTo>
                <a:close/>
                <a:moveTo>
                  <a:pt x="10720" y="1500"/>
                </a:moveTo>
                <a:cubicBezTo>
                  <a:pt x="10720" y="1622"/>
                  <a:pt x="10622" y="1720"/>
                  <a:pt x="10500" y="1720"/>
                </a:cubicBezTo>
                <a:cubicBezTo>
                  <a:pt x="10378" y="1720"/>
                  <a:pt x="10280" y="1622"/>
                  <a:pt x="10280" y="1500"/>
                </a:cubicBezTo>
                <a:cubicBezTo>
                  <a:pt x="10280" y="1378"/>
                  <a:pt x="10378" y="1280"/>
                  <a:pt x="10500" y="1280"/>
                </a:cubicBezTo>
                <a:cubicBezTo>
                  <a:pt x="10622" y="1280"/>
                  <a:pt x="10720" y="1378"/>
                  <a:pt x="10720" y="1500"/>
                </a:cubicBezTo>
                <a:close/>
                <a:moveTo>
                  <a:pt x="11720" y="1500"/>
                </a:moveTo>
                <a:cubicBezTo>
                  <a:pt x="11720" y="1622"/>
                  <a:pt x="11622" y="1720"/>
                  <a:pt x="11500" y="1720"/>
                </a:cubicBezTo>
                <a:cubicBezTo>
                  <a:pt x="11378" y="1720"/>
                  <a:pt x="11280" y="1622"/>
                  <a:pt x="11280" y="1500"/>
                </a:cubicBezTo>
                <a:cubicBezTo>
                  <a:pt x="11280" y="1378"/>
                  <a:pt x="11378" y="1280"/>
                  <a:pt x="11500" y="1280"/>
                </a:cubicBezTo>
                <a:cubicBezTo>
                  <a:pt x="11622" y="1280"/>
                  <a:pt x="11720" y="1378"/>
                  <a:pt x="11720" y="1500"/>
                </a:cubicBezTo>
                <a:close/>
                <a:moveTo>
                  <a:pt x="12720" y="1500"/>
                </a:moveTo>
                <a:cubicBezTo>
                  <a:pt x="12720" y="1622"/>
                  <a:pt x="12622" y="1720"/>
                  <a:pt x="12500" y="1720"/>
                </a:cubicBezTo>
                <a:cubicBezTo>
                  <a:pt x="12378" y="1720"/>
                  <a:pt x="12280" y="1622"/>
                  <a:pt x="12280" y="1500"/>
                </a:cubicBezTo>
                <a:cubicBezTo>
                  <a:pt x="12280" y="1378"/>
                  <a:pt x="12378" y="1280"/>
                  <a:pt x="12500" y="1280"/>
                </a:cubicBezTo>
                <a:cubicBezTo>
                  <a:pt x="12622" y="1280"/>
                  <a:pt x="12720" y="1378"/>
                  <a:pt x="12720" y="1500"/>
                </a:cubicBezTo>
                <a:close/>
                <a:moveTo>
                  <a:pt x="13720" y="1500"/>
                </a:moveTo>
                <a:cubicBezTo>
                  <a:pt x="13720" y="1622"/>
                  <a:pt x="13622" y="1720"/>
                  <a:pt x="13500" y="1720"/>
                </a:cubicBezTo>
                <a:cubicBezTo>
                  <a:pt x="13378" y="1720"/>
                  <a:pt x="13280" y="1622"/>
                  <a:pt x="13280" y="1500"/>
                </a:cubicBezTo>
                <a:cubicBezTo>
                  <a:pt x="13280" y="1378"/>
                  <a:pt x="13378" y="1280"/>
                  <a:pt x="13500" y="1280"/>
                </a:cubicBezTo>
                <a:cubicBezTo>
                  <a:pt x="13622" y="1280"/>
                  <a:pt x="13720" y="1378"/>
                  <a:pt x="13720" y="1500"/>
                </a:cubicBezTo>
                <a:close/>
                <a:moveTo>
                  <a:pt x="14720" y="1500"/>
                </a:moveTo>
                <a:cubicBezTo>
                  <a:pt x="14720" y="1622"/>
                  <a:pt x="14622" y="1720"/>
                  <a:pt x="14500" y="1720"/>
                </a:cubicBezTo>
                <a:cubicBezTo>
                  <a:pt x="14378" y="1720"/>
                  <a:pt x="14280" y="1622"/>
                  <a:pt x="14280" y="1500"/>
                </a:cubicBezTo>
                <a:cubicBezTo>
                  <a:pt x="14280" y="1378"/>
                  <a:pt x="14378" y="1280"/>
                  <a:pt x="14500" y="1280"/>
                </a:cubicBezTo>
                <a:cubicBezTo>
                  <a:pt x="14622" y="1280"/>
                  <a:pt x="14720" y="1378"/>
                  <a:pt x="14720" y="1500"/>
                </a:cubicBezTo>
                <a:close/>
                <a:moveTo>
                  <a:pt x="15720" y="1500"/>
                </a:moveTo>
                <a:cubicBezTo>
                  <a:pt x="15720" y="1622"/>
                  <a:pt x="15622" y="1720"/>
                  <a:pt x="15500" y="1720"/>
                </a:cubicBezTo>
                <a:cubicBezTo>
                  <a:pt x="15378" y="1720"/>
                  <a:pt x="15280" y="1622"/>
                  <a:pt x="15280" y="1500"/>
                </a:cubicBezTo>
                <a:cubicBezTo>
                  <a:pt x="15280" y="1378"/>
                  <a:pt x="15378" y="1280"/>
                  <a:pt x="15500" y="1280"/>
                </a:cubicBezTo>
                <a:cubicBezTo>
                  <a:pt x="15622" y="1280"/>
                  <a:pt x="15720" y="1378"/>
                  <a:pt x="15720" y="1500"/>
                </a:cubicBezTo>
                <a:close/>
                <a:moveTo>
                  <a:pt x="16720" y="1500"/>
                </a:moveTo>
                <a:cubicBezTo>
                  <a:pt x="16720" y="1622"/>
                  <a:pt x="16622" y="1720"/>
                  <a:pt x="16500" y="1720"/>
                </a:cubicBezTo>
                <a:cubicBezTo>
                  <a:pt x="16378" y="1720"/>
                  <a:pt x="16280" y="1622"/>
                  <a:pt x="16280" y="1500"/>
                </a:cubicBezTo>
                <a:cubicBezTo>
                  <a:pt x="16280" y="1378"/>
                  <a:pt x="16378" y="1280"/>
                  <a:pt x="16500" y="1280"/>
                </a:cubicBezTo>
                <a:cubicBezTo>
                  <a:pt x="16622" y="1280"/>
                  <a:pt x="16720" y="1378"/>
                  <a:pt x="16720" y="1500"/>
                </a:cubicBezTo>
                <a:close/>
                <a:moveTo>
                  <a:pt x="17720" y="1500"/>
                </a:moveTo>
                <a:cubicBezTo>
                  <a:pt x="17720" y="1622"/>
                  <a:pt x="17622" y="1720"/>
                  <a:pt x="17500" y="1720"/>
                </a:cubicBezTo>
                <a:cubicBezTo>
                  <a:pt x="17378" y="1720"/>
                  <a:pt x="17280" y="1622"/>
                  <a:pt x="17280" y="1500"/>
                </a:cubicBezTo>
                <a:cubicBezTo>
                  <a:pt x="17280" y="1378"/>
                  <a:pt x="17378" y="1280"/>
                  <a:pt x="17500" y="1280"/>
                </a:cubicBezTo>
                <a:cubicBezTo>
                  <a:pt x="17622" y="1280"/>
                  <a:pt x="17720" y="1378"/>
                  <a:pt x="1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8720" y="2500"/>
                </a:moveTo>
                <a:cubicBezTo>
                  <a:pt x="8720" y="2622"/>
                  <a:pt x="8622" y="2720"/>
                  <a:pt x="8500" y="2720"/>
                </a:cubicBezTo>
                <a:cubicBezTo>
                  <a:pt x="8378" y="2720"/>
                  <a:pt x="8280" y="2622"/>
                  <a:pt x="8280" y="2500"/>
                </a:cubicBezTo>
                <a:cubicBezTo>
                  <a:pt x="8280" y="2378"/>
                  <a:pt x="8378" y="2280"/>
                  <a:pt x="8500" y="2280"/>
                </a:cubicBezTo>
                <a:cubicBezTo>
                  <a:pt x="8622" y="2280"/>
                  <a:pt x="8720" y="2378"/>
                  <a:pt x="8720" y="2500"/>
                </a:cubicBezTo>
                <a:close/>
                <a:moveTo>
                  <a:pt x="9720" y="2500"/>
                </a:moveTo>
                <a:cubicBezTo>
                  <a:pt x="9720" y="2622"/>
                  <a:pt x="9622" y="2720"/>
                  <a:pt x="9500" y="2720"/>
                </a:cubicBezTo>
                <a:cubicBezTo>
                  <a:pt x="9378" y="2720"/>
                  <a:pt x="9280" y="2622"/>
                  <a:pt x="9280" y="2500"/>
                </a:cubicBezTo>
                <a:cubicBezTo>
                  <a:pt x="9280" y="2378"/>
                  <a:pt x="9378" y="2280"/>
                  <a:pt x="9500" y="2280"/>
                </a:cubicBezTo>
                <a:cubicBezTo>
                  <a:pt x="9622" y="2280"/>
                  <a:pt x="9720" y="2378"/>
                  <a:pt x="9720" y="2500"/>
                </a:cubicBezTo>
                <a:close/>
                <a:moveTo>
                  <a:pt x="10720" y="2500"/>
                </a:moveTo>
                <a:cubicBezTo>
                  <a:pt x="10720" y="2622"/>
                  <a:pt x="10622" y="2720"/>
                  <a:pt x="10500" y="2720"/>
                </a:cubicBezTo>
                <a:cubicBezTo>
                  <a:pt x="10378" y="2720"/>
                  <a:pt x="10280" y="2622"/>
                  <a:pt x="10280" y="2500"/>
                </a:cubicBezTo>
                <a:cubicBezTo>
                  <a:pt x="10280" y="2378"/>
                  <a:pt x="10378" y="2280"/>
                  <a:pt x="10500" y="2280"/>
                </a:cubicBezTo>
                <a:cubicBezTo>
                  <a:pt x="10622" y="2280"/>
                  <a:pt x="10720" y="2378"/>
                  <a:pt x="10720" y="2500"/>
                </a:cubicBezTo>
                <a:close/>
                <a:moveTo>
                  <a:pt x="11720" y="2500"/>
                </a:moveTo>
                <a:cubicBezTo>
                  <a:pt x="11720" y="2622"/>
                  <a:pt x="11622" y="2720"/>
                  <a:pt x="11500" y="2720"/>
                </a:cubicBezTo>
                <a:cubicBezTo>
                  <a:pt x="11378" y="2720"/>
                  <a:pt x="11280" y="2622"/>
                  <a:pt x="11280" y="2500"/>
                </a:cubicBezTo>
                <a:cubicBezTo>
                  <a:pt x="11280" y="2378"/>
                  <a:pt x="11378" y="2280"/>
                  <a:pt x="11500" y="2280"/>
                </a:cubicBezTo>
                <a:cubicBezTo>
                  <a:pt x="11622" y="2280"/>
                  <a:pt x="11720" y="2378"/>
                  <a:pt x="11720" y="2500"/>
                </a:cubicBezTo>
                <a:close/>
                <a:moveTo>
                  <a:pt x="12720" y="2500"/>
                </a:moveTo>
                <a:cubicBezTo>
                  <a:pt x="12720" y="2622"/>
                  <a:pt x="12622" y="2720"/>
                  <a:pt x="12500" y="2720"/>
                </a:cubicBezTo>
                <a:cubicBezTo>
                  <a:pt x="12378" y="2720"/>
                  <a:pt x="12280" y="2622"/>
                  <a:pt x="12280" y="2500"/>
                </a:cubicBezTo>
                <a:cubicBezTo>
                  <a:pt x="12280" y="2378"/>
                  <a:pt x="12378" y="2280"/>
                  <a:pt x="12500" y="2280"/>
                </a:cubicBezTo>
                <a:cubicBezTo>
                  <a:pt x="12622" y="2280"/>
                  <a:pt x="12720" y="2378"/>
                  <a:pt x="12720" y="2500"/>
                </a:cubicBezTo>
                <a:close/>
                <a:moveTo>
                  <a:pt x="13720" y="2500"/>
                </a:moveTo>
                <a:cubicBezTo>
                  <a:pt x="13720" y="2622"/>
                  <a:pt x="13622" y="2720"/>
                  <a:pt x="13500" y="2720"/>
                </a:cubicBezTo>
                <a:cubicBezTo>
                  <a:pt x="13378" y="2720"/>
                  <a:pt x="13280" y="2622"/>
                  <a:pt x="13280" y="2500"/>
                </a:cubicBezTo>
                <a:cubicBezTo>
                  <a:pt x="13280" y="2378"/>
                  <a:pt x="13378" y="2280"/>
                  <a:pt x="13500" y="2280"/>
                </a:cubicBezTo>
                <a:cubicBezTo>
                  <a:pt x="13622" y="2280"/>
                  <a:pt x="13720" y="2378"/>
                  <a:pt x="13720" y="2500"/>
                </a:cubicBezTo>
                <a:close/>
                <a:moveTo>
                  <a:pt x="14720" y="2500"/>
                </a:moveTo>
                <a:cubicBezTo>
                  <a:pt x="14720" y="2622"/>
                  <a:pt x="14622" y="2720"/>
                  <a:pt x="14500" y="2720"/>
                </a:cubicBezTo>
                <a:cubicBezTo>
                  <a:pt x="14378" y="2720"/>
                  <a:pt x="14280" y="2622"/>
                  <a:pt x="14280" y="2500"/>
                </a:cubicBezTo>
                <a:cubicBezTo>
                  <a:pt x="14280" y="2378"/>
                  <a:pt x="14378" y="2280"/>
                  <a:pt x="14500" y="2280"/>
                </a:cubicBezTo>
                <a:cubicBezTo>
                  <a:pt x="14622" y="2280"/>
                  <a:pt x="14720" y="2378"/>
                  <a:pt x="14720" y="2500"/>
                </a:cubicBezTo>
                <a:close/>
                <a:moveTo>
                  <a:pt x="15720" y="2500"/>
                </a:moveTo>
                <a:cubicBezTo>
                  <a:pt x="15720" y="2622"/>
                  <a:pt x="15622" y="2720"/>
                  <a:pt x="15500" y="2720"/>
                </a:cubicBezTo>
                <a:cubicBezTo>
                  <a:pt x="15378" y="2720"/>
                  <a:pt x="15280" y="2622"/>
                  <a:pt x="15280" y="2500"/>
                </a:cubicBezTo>
                <a:cubicBezTo>
                  <a:pt x="15280" y="2378"/>
                  <a:pt x="15378" y="2280"/>
                  <a:pt x="15500" y="2280"/>
                </a:cubicBezTo>
                <a:cubicBezTo>
                  <a:pt x="15622" y="2280"/>
                  <a:pt x="15720" y="2378"/>
                  <a:pt x="15720" y="2500"/>
                </a:cubicBezTo>
                <a:close/>
                <a:moveTo>
                  <a:pt x="16720" y="2500"/>
                </a:moveTo>
                <a:cubicBezTo>
                  <a:pt x="16720" y="2622"/>
                  <a:pt x="16622" y="2720"/>
                  <a:pt x="16500" y="2720"/>
                </a:cubicBezTo>
                <a:cubicBezTo>
                  <a:pt x="16378" y="2720"/>
                  <a:pt x="16280" y="2622"/>
                  <a:pt x="16280" y="2500"/>
                </a:cubicBezTo>
                <a:cubicBezTo>
                  <a:pt x="16280" y="2378"/>
                  <a:pt x="16378" y="2280"/>
                  <a:pt x="16500" y="2280"/>
                </a:cubicBezTo>
                <a:cubicBezTo>
                  <a:pt x="16622" y="2280"/>
                  <a:pt x="16720" y="2378"/>
                  <a:pt x="16720" y="2500"/>
                </a:cubicBezTo>
                <a:close/>
                <a:moveTo>
                  <a:pt x="17720" y="2500"/>
                </a:moveTo>
                <a:cubicBezTo>
                  <a:pt x="17720" y="2622"/>
                  <a:pt x="17622" y="2720"/>
                  <a:pt x="17500" y="2720"/>
                </a:cubicBezTo>
                <a:cubicBezTo>
                  <a:pt x="17378" y="2720"/>
                  <a:pt x="17280" y="2622"/>
                  <a:pt x="17280" y="2500"/>
                </a:cubicBezTo>
                <a:cubicBezTo>
                  <a:pt x="17280" y="2378"/>
                  <a:pt x="17378" y="2280"/>
                  <a:pt x="17500" y="2280"/>
                </a:cubicBezTo>
                <a:cubicBezTo>
                  <a:pt x="17622" y="2280"/>
                  <a:pt x="17720" y="2378"/>
                  <a:pt x="1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8720" y="3500"/>
                </a:moveTo>
                <a:cubicBezTo>
                  <a:pt x="8720" y="3622"/>
                  <a:pt x="8622" y="3720"/>
                  <a:pt x="8500" y="3720"/>
                </a:cubicBezTo>
                <a:cubicBezTo>
                  <a:pt x="8378" y="3720"/>
                  <a:pt x="8280" y="3622"/>
                  <a:pt x="8280" y="3500"/>
                </a:cubicBezTo>
                <a:cubicBezTo>
                  <a:pt x="8280" y="3378"/>
                  <a:pt x="8378" y="3280"/>
                  <a:pt x="8500" y="3280"/>
                </a:cubicBezTo>
                <a:cubicBezTo>
                  <a:pt x="8622" y="3280"/>
                  <a:pt x="8720" y="3378"/>
                  <a:pt x="8720" y="3500"/>
                </a:cubicBezTo>
                <a:close/>
                <a:moveTo>
                  <a:pt x="9720" y="3500"/>
                </a:moveTo>
                <a:cubicBezTo>
                  <a:pt x="9720" y="3622"/>
                  <a:pt x="9622" y="3720"/>
                  <a:pt x="9500" y="3720"/>
                </a:cubicBezTo>
                <a:cubicBezTo>
                  <a:pt x="9378" y="3720"/>
                  <a:pt x="9280" y="3622"/>
                  <a:pt x="9280" y="3500"/>
                </a:cubicBezTo>
                <a:cubicBezTo>
                  <a:pt x="9280" y="3378"/>
                  <a:pt x="9378" y="3280"/>
                  <a:pt x="9500" y="3280"/>
                </a:cubicBezTo>
                <a:cubicBezTo>
                  <a:pt x="9622" y="3280"/>
                  <a:pt x="9720" y="3378"/>
                  <a:pt x="9720" y="3500"/>
                </a:cubicBezTo>
                <a:close/>
                <a:moveTo>
                  <a:pt x="10720" y="3500"/>
                </a:moveTo>
                <a:cubicBezTo>
                  <a:pt x="10720" y="3622"/>
                  <a:pt x="10622" y="3720"/>
                  <a:pt x="10500" y="3720"/>
                </a:cubicBezTo>
                <a:cubicBezTo>
                  <a:pt x="10378" y="3720"/>
                  <a:pt x="10280" y="3622"/>
                  <a:pt x="10280" y="3500"/>
                </a:cubicBezTo>
                <a:cubicBezTo>
                  <a:pt x="10280" y="3378"/>
                  <a:pt x="10378" y="3280"/>
                  <a:pt x="10500" y="3280"/>
                </a:cubicBezTo>
                <a:cubicBezTo>
                  <a:pt x="10622" y="3280"/>
                  <a:pt x="10720" y="3378"/>
                  <a:pt x="10720" y="3500"/>
                </a:cubicBezTo>
                <a:close/>
                <a:moveTo>
                  <a:pt x="11720" y="3500"/>
                </a:moveTo>
                <a:cubicBezTo>
                  <a:pt x="11720" y="3622"/>
                  <a:pt x="11622" y="3720"/>
                  <a:pt x="11500" y="3720"/>
                </a:cubicBezTo>
                <a:cubicBezTo>
                  <a:pt x="11378" y="3720"/>
                  <a:pt x="11280" y="3622"/>
                  <a:pt x="11280" y="3500"/>
                </a:cubicBezTo>
                <a:cubicBezTo>
                  <a:pt x="11280" y="3378"/>
                  <a:pt x="11378" y="3280"/>
                  <a:pt x="11500" y="3280"/>
                </a:cubicBezTo>
                <a:cubicBezTo>
                  <a:pt x="11622" y="3280"/>
                  <a:pt x="11720" y="3378"/>
                  <a:pt x="11720" y="3500"/>
                </a:cubicBezTo>
                <a:close/>
                <a:moveTo>
                  <a:pt x="12720" y="3500"/>
                </a:moveTo>
                <a:cubicBezTo>
                  <a:pt x="12720" y="3622"/>
                  <a:pt x="12622" y="3720"/>
                  <a:pt x="12500" y="3720"/>
                </a:cubicBezTo>
                <a:cubicBezTo>
                  <a:pt x="12378" y="3720"/>
                  <a:pt x="12280" y="3622"/>
                  <a:pt x="12280" y="3500"/>
                </a:cubicBezTo>
                <a:cubicBezTo>
                  <a:pt x="12280" y="3378"/>
                  <a:pt x="12378" y="3280"/>
                  <a:pt x="12500" y="3280"/>
                </a:cubicBezTo>
                <a:cubicBezTo>
                  <a:pt x="12622" y="3280"/>
                  <a:pt x="12720" y="3378"/>
                  <a:pt x="12720" y="3500"/>
                </a:cubicBezTo>
                <a:close/>
                <a:moveTo>
                  <a:pt x="13720" y="3500"/>
                </a:moveTo>
                <a:cubicBezTo>
                  <a:pt x="13720" y="3622"/>
                  <a:pt x="13622" y="3720"/>
                  <a:pt x="13500" y="3720"/>
                </a:cubicBezTo>
                <a:cubicBezTo>
                  <a:pt x="13378" y="3720"/>
                  <a:pt x="13280" y="3622"/>
                  <a:pt x="13280" y="3500"/>
                </a:cubicBezTo>
                <a:cubicBezTo>
                  <a:pt x="13280" y="3378"/>
                  <a:pt x="13378" y="3280"/>
                  <a:pt x="13500" y="3280"/>
                </a:cubicBezTo>
                <a:cubicBezTo>
                  <a:pt x="13622" y="3280"/>
                  <a:pt x="13720" y="3378"/>
                  <a:pt x="13720" y="3500"/>
                </a:cubicBezTo>
                <a:close/>
                <a:moveTo>
                  <a:pt x="14720" y="3500"/>
                </a:moveTo>
                <a:cubicBezTo>
                  <a:pt x="14720" y="3622"/>
                  <a:pt x="14622" y="3720"/>
                  <a:pt x="14500" y="3720"/>
                </a:cubicBezTo>
                <a:cubicBezTo>
                  <a:pt x="14378" y="3720"/>
                  <a:pt x="14280" y="3622"/>
                  <a:pt x="14280" y="3500"/>
                </a:cubicBezTo>
                <a:cubicBezTo>
                  <a:pt x="14280" y="3378"/>
                  <a:pt x="14378" y="3280"/>
                  <a:pt x="14500" y="3280"/>
                </a:cubicBezTo>
                <a:cubicBezTo>
                  <a:pt x="14622" y="3280"/>
                  <a:pt x="14720" y="3378"/>
                  <a:pt x="14720" y="3500"/>
                </a:cubicBezTo>
                <a:close/>
                <a:moveTo>
                  <a:pt x="15720" y="3500"/>
                </a:moveTo>
                <a:cubicBezTo>
                  <a:pt x="15720" y="3622"/>
                  <a:pt x="15622" y="3720"/>
                  <a:pt x="15500" y="3720"/>
                </a:cubicBezTo>
                <a:cubicBezTo>
                  <a:pt x="15378" y="3720"/>
                  <a:pt x="15280" y="3622"/>
                  <a:pt x="15280" y="3500"/>
                </a:cubicBezTo>
                <a:cubicBezTo>
                  <a:pt x="15280" y="3378"/>
                  <a:pt x="15378" y="3280"/>
                  <a:pt x="15500" y="3280"/>
                </a:cubicBezTo>
                <a:cubicBezTo>
                  <a:pt x="15622" y="3280"/>
                  <a:pt x="15720" y="3378"/>
                  <a:pt x="15720" y="3500"/>
                </a:cubicBezTo>
                <a:close/>
                <a:moveTo>
                  <a:pt x="16720" y="3500"/>
                </a:moveTo>
                <a:cubicBezTo>
                  <a:pt x="16720" y="3622"/>
                  <a:pt x="16622" y="3720"/>
                  <a:pt x="16500" y="3720"/>
                </a:cubicBezTo>
                <a:cubicBezTo>
                  <a:pt x="16378" y="3720"/>
                  <a:pt x="16280" y="3622"/>
                  <a:pt x="16280" y="3500"/>
                </a:cubicBezTo>
                <a:cubicBezTo>
                  <a:pt x="16280" y="3378"/>
                  <a:pt x="16378" y="3280"/>
                  <a:pt x="16500" y="3280"/>
                </a:cubicBezTo>
                <a:cubicBezTo>
                  <a:pt x="16622" y="3280"/>
                  <a:pt x="16720" y="3378"/>
                  <a:pt x="16720" y="3500"/>
                </a:cubicBezTo>
                <a:close/>
                <a:moveTo>
                  <a:pt x="17720" y="3500"/>
                </a:moveTo>
                <a:cubicBezTo>
                  <a:pt x="17720" y="3622"/>
                  <a:pt x="17622" y="3720"/>
                  <a:pt x="17500" y="3720"/>
                </a:cubicBezTo>
                <a:cubicBezTo>
                  <a:pt x="17378" y="3720"/>
                  <a:pt x="17280" y="3622"/>
                  <a:pt x="17280" y="3500"/>
                </a:cubicBezTo>
                <a:cubicBezTo>
                  <a:pt x="17280" y="3378"/>
                  <a:pt x="17378" y="3280"/>
                  <a:pt x="17500" y="3280"/>
                </a:cubicBezTo>
                <a:cubicBezTo>
                  <a:pt x="17622" y="3280"/>
                  <a:pt x="17720" y="3378"/>
                  <a:pt x="1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8720" y="4500"/>
                </a:moveTo>
                <a:cubicBezTo>
                  <a:pt x="8720" y="4622"/>
                  <a:pt x="8622" y="4720"/>
                  <a:pt x="8500" y="4720"/>
                </a:cubicBezTo>
                <a:cubicBezTo>
                  <a:pt x="8378" y="4720"/>
                  <a:pt x="8280" y="4622"/>
                  <a:pt x="8280" y="4500"/>
                </a:cubicBezTo>
                <a:cubicBezTo>
                  <a:pt x="8280" y="4378"/>
                  <a:pt x="8378" y="4280"/>
                  <a:pt x="8500" y="4280"/>
                </a:cubicBezTo>
                <a:cubicBezTo>
                  <a:pt x="8622" y="4280"/>
                  <a:pt x="8720" y="4378"/>
                  <a:pt x="8720" y="4500"/>
                </a:cubicBezTo>
                <a:close/>
                <a:moveTo>
                  <a:pt x="9720" y="4500"/>
                </a:moveTo>
                <a:cubicBezTo>
                  <a:pt x="9720" y="4622"/>
                  <a:pt x="9622" y="4720"/>
                  <a:pt x="9500" y="4720"/>
                </a:cubicBezTo>
                <a:cubicBezTo>
                  <a:pt x="9378" y="4720"/>
                  <a:pt x="9280" y="4622"/>
                  <a:pt x="9280" y="4500"/>
                </a:cubicBezTo>
                <a:cubicBezTo>
                  <a:pt x="9280" y="4378"/>
                  <a:pt x="9378" y="4280"/>
                  <a:pt x="9500" y="4280"/>
                </a:cubicBezTo>
                <a:cubicBezTo>
                  <a:pt x="9622" y="4280"/>
                  <a:pt x="9720" y="4378"/>
                  <a:pt x="9720" y="4500"/>
                </a:cubicBezTo>
                <a:close/>
                <a:moveTo>
                  <a:pt x="10720" y="4500"/>
                </a:moveTo>
                <a:cubicBezTo>
                  <a:pt x="10720" y="4622"/>
                  <a:pt x="10622" y="4720"/>
                  <a:pt x="10500" y="4720"/>
                </a:cubicBezTo>
                <a:cubicBezTo>
                  <a:pt x="10378" y="4720"/>
                  <a:pt x="10280" y="4622"/>
                  <a:pt x="10280" y="4500"/>
                </a:cubicBezTo>
                <a:cubicBezTo>
                  <a:pt x="10280" y="4378"/>
                  <a:pt x="10378" y="4280"/>
                  <a:pt x="10500" y="4280"/>
                </a:cubicBezTo>
                <a:cubicBezTo>
                  <a:pt x="10622" y="4280"/>
                  <a:pt x="10720" y="4378"/>
                  <a:pt x="10720" y="4500"/>
                </a:cubicBezTo>
                <a:close/>
                <a:moveTo>
                  <a:pt x="11720" y="4500"/>
                </a:moveTo>
                <a:cubicBezTo>
                  <a:pt x="11720" y="4622"/>
                  <a:pt x="11622" y="4720"/>
                  <a:pt x="11500" y="4720"/>
                </a:cubicBezTo>
                <a:cubicBezTo>
                  <a:pt x="11378" y="4720"/>
                  <a:pt x="11280" y="4622"/>
                  <a:pt x="11280" y="4500"/>
                </a:cubicBezTo>
                <a:cubicBezTo>
                  <a:pt x="11280" y="4378"/>
                  <a:pt x="11378" y="4280"/>
                  <a:pt x="11500" y="4280"/>
                </a:cubicBezTo>
                <a:cubicBezTo>
                  <a:pt x="11622" y="4280"/>
                  <a:pt x="11720" y="4378"/>
                  <a:pt x="11720" y="4500"/>
                </a:cubicBezTo>
                <a:close/>
                <a:moveTo>
                  <a:pt x="12720" y="4500"/>
                </a:moveTo>
                <a:cubicBezTo>
                  <a:pt x="12720" y="4622"/>
                  <a:pt x="12622" y="4720"/>
                  <a:pt x="12500" y="4720"/>
                </a:cubicBezTo>
                <a:cubicBezTo>
                  <a:pt x="12378" y="4720"/>
                  <a:pt x="12280" y="4622"/>
                  <a:pt x="12280" y="4500"/>
                </a:cubicBezTo>
                <a:cubicBezTo>
                  <a:pt x="12280" y="4378"/>
                  <a:pt x="12378" y="4280"/>
                  <a:pt x="12500" y="4280"/>
                </a:cubicBezTo>
                <a:cubicBezTo>
                  <a:pt x="12622" y="4280"/>
                  <a:pt x="12720" y="4378"/>
                  <a:pt x="12720" y="4500"/>
                </a:cubicBezTo>
                <a:close/>
                <a:moveTo>
                  <a:pt x="13720" y="4500"/>
                </a:moveTo>
                <a:cubicBezTo>
                  <a:pt x="13720" y="4622"/>
                  <a:pt x="13622" y="4720"/>
                  <a:pt x="13500" y="4720"/>
                </a:cubicBezTo>
                <a:cubicBezTo>
                  <a:pt x="13378" y="4720"/>
                  <a:pt x="13280" y="4622"/>
                  <a:pt x="13280" y="4500"/>
                </a:cubicBezTo>
                <a:cubicBezTo>
                  <a:pt x="13280" y="4378"/>
                  <a:pt x="13378" y="4280"/>
                  <a:pt x="13500" y="4280"/>
                </a:cubicBezTo>
                <a:cubicBezTo>
                  <a:pt x="13622" y="4280"/>
                  <a:pt x="13720" y="4378"/>
                  <a:pt x="13720" y="4500"/>
                </a:cubicBezTo>
                <a:close/>
                <a:moveTo>
                  <a:pt x="14720" y="4500"/>
                </a:moveTo>
                <a:cubicBezTo>
                  <a:pt x="14720" y="4622"/>
                  <a:pt x="14622" y="4720"/>
                  <a:pt x="14500" y="4720"/>
                </a:cubicBezTo>
                <a:cubicBezTo>
                  <a:pt x="14378" y="4720"/>
                  <a:pt x="14280" y="4622"/>
                  <a:pt x="14280" y="4500"/>
                </a:cubicBezTo>
                <a:cubicBezTo>
                  <a:pt x="14280" y="4378"/>
                  <a:pt x="14378" y="4280"/>
                  <a:pt x="14500" y="4280"/>
                </a:cubicBezTo>
                <a:cubicBezTo>
                  <a:pt x="14622" y="4280"/>
                  <a:pt x="14720" y="4378"/>
                  <a:pt x="14720" y="4500"/>
                </a:cubicBezTo>
                <a:close/>
                <a:moveTo>
                  <a:pt x="15720" y="4500"/>
                </a:moveTo>
                <a:cubicBezTo>
                  <a:pt x="15720" y="4622"/>
                  <a:pt x="15622" y="4720"/>
                  <a:pt x="15500" y="4720"/>
                </a:cubicBezTo>
                <a:cubicBezTo>
                  <a:pt x="15378" y="4720"/>
                  <a:pt x="15280" y="4622"/>
                  <a:pt x="15280" y="4500"/>
                </a:cubicBezTo>
                <a:cubicBezTo>
                  <a:pt x="15280" y="4378"/>
                  <a:pt x="15378" y="4280"/>
                  <a:pt x="15500" y="4280"/>
                </a:cubicBezTo>
                <a:cubicBezTo>
                  <a:pt x="15622" y="4280"/>
                  <a:pt x="15720" y="4378"/>
                  <a:pt x="15720" y="4500"/>
                </a:cubicBezTo>
                <a:close/>
                <a:moveTo>
                  <a:pt x="16720" y="4500"/>
                </a:moveTo>
                <a:cubicBezTo>
                  <a:pt x="16720" y="4622"/>
                  <a:pt x="16622" y="4720"/>
                  <a:pt x="16500" y="4720"/>
                </a:cubicBezTo>
                <a:cubicBezTo>
                  <a:pt x="16378" y="4720"/>
                  <a:pt x="16280" y="4622"/>
                  <a:pt x="16280" y="4500"/>
                </a:cubicBezTo>
                <a:cubicBezTo>
                  <a:pt x="16280" y="4378"/>
                  <a:pt x="16378" y="4280"/>
                  <a:pt x="16500" y="4280"/>
                </a:cubicBezTo>
                <a:cubicBezTo>
                  <a:pt x="16622" y="4280"/>
                  <a:pt x="16720" y="4378"/>
                  <a:pt x="16720" y="4500"/>
                </a:cubicBezTo>
                <a:close/>
                <a:moveTo>
                  <a:pt x="17720" y="4500"/>
                </a:moveTo>
                <a:cubicBezTo>
                  <a:pt x="17720" y="4622"/>
                  <a:pt x="17622" y="4720"/>
                  <a:pt x="17500" y="4720"/>
                </a:cubicBezTo>
                <a:cubicBezTo>
                  <a:pt x="17378" y="4720"/>
                  <a:pt x="17280" y="4622"/>
                  <a:pt x="17280" y="4500"/>
                </a:cubicBezTo>
                <a:cubicBezTo>
                  <a:pt x="17280" y="4378"/>
                  <a:pt x="17378" y="4280"/>
                  <a:pt x="17500" y="4280"/>
                </a:cubicBezTo>
                <a:cubicBezTo>
                  <a:pt x="17622" y="4280"/>
                  <a:pt x="17720" y="4378"/>
                  <a:pt x="1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8720" y="5500"/>
                </a:moveTo>
                <a:cubicBezTo>
                  <a:pt x="8720" y="5622"/>
                  <a:pt x="8622" y="5720"/>
                  <a:pt x="8500" y="5720"/>
                </a:cubicBezTo>
                <a:cubicBezTo>
                  <a:pt x="8378" y="5720"/>
                  <a:pt x="8280" y="5622"/>
                  <a:pt x="8280" y="5500"/>
                </a:cubicBezTo>
                <a:cubicBezTo>
                  <a:pt x="8280" y="5378"/>
                  <a:pt x="8378" y="5280"/>
                  <a:pt x="8500" y="5280"/>
                </a:cubicBezTo>
                <a:cubicBezTo>
                  <a:pt x="8622" y="5280"/>
                  <a:pt x="8720" y="5378"/>
                  <a:pt x="8720" y="5500"/>
                </a:cubicBezTo>
                <a:close/>
                <a:moveTo>
                  <a:pt x="9720" y="5500"/>
                </a:moveTo>
                <a:cubicBezTo>
                  <a:pt x="9720" y="5622"/>
                  <a:pt x="9622" y="5720"/>
                  <a:pt x="9500" y="5720"/>
                </a:cubicBezTo>
                <a:cubicBezTo>
                  <a:pt x="9378" y="5720"/>
                  <a:pt x="9280" y="5622"/>
                  <a:pt x="9280" y="5500"/>
                </a:cubicBezTo>
                <a:cubicBezTo>
                  <a:pt x="9280" y="5378"/>
                  <a:pt x="9378" y="5280"/>
                  <a:pt x="9500" y="5280"/>
                </a:cubicBezTo>
                <a:cubicBezTo>
                  <a:pt x="9622" y="5280"/>
                  <a:pt x="9720" y="5378"/>
                  <a:pt x="9720" y="5500"/>
                </a:cubicBezTo>
                <a:close/>
                <a:moveTo>
                  <a:pt x="10720" y="5500"/>
                </a:moveTo>
                <a:cubicBezTo>
                  <a:pt x="10720" y="5622"/>
                  <a:pt x="10622" y="5720"/>
                  <a:pt x="10500" y="5720"/>
                </a:cubicBezTo>
                <a:cubicBezTo>
                  <a:pt x="10378" y="5720"/>
                  <a:pt x="10280" y="5622"/>
                  <a:pt x="10280" y="5500"/>
                </a:cubicBezTo>
                <a:cubicBezTo>
                  <a:pt x="10280" y="5378"/>
                  <a:pt x="10378" y="5280"/>
                  <a:pt x="10500" y="5280"/>
                </a:cubicBezTo>
                <a:cubicBezTo>
                  <a:pt x="10622" y="5280"/>
                  <a:pt x="10720" y="5378"/>
                  <a:pt x="10720" y="5500"/>
                </a:cubicBezTo>
                <a:close/>
                <a:moveTo>
                  <a:pt x="11720" y="5500"/>
                </a:moveTo>
                <a:cubicBezTo>
                  <a:pt x="11720" y="5622"/>
                  <a:pt x="11622" y="5720"/>
                  <a:pt x="11500" y="5720"/>
                </a:cubicBezTo>
                <a:cubicBezTo>
                  <a:pt x="11378" y="5720"/>
                  <a:pt x="11280" y="5622"/>
                  <a:pt x="11280" y="5500"/>
                </a:cubicBezTo>
                <a:cubicBezTo>
                  <a:pt x="11280" y="5378"/>
                  <a:pt x="11378" y="5280"/>
                  <a:pt x="11500" y="5280"/>
                </a:cubicBezTo>
                <a:cubicBezTo>
                  <a:pt x="11622" y="5280"/>
                  <a:pt x="11720" y="5378"/>
                  <a:pt x="11720" y="5500"/>
                </a:cubicBezTo>
                <a:close/>
                <a:moveTo>
                  <a:pt x="12720" y="5500"/>
                </a:moveTo>
                <a:cubicBezTo>
                  <a:pt x="12720" y="5622"/>
                  <a:pt x="12622" y="5720"/>
                  <a:pt x="12500" y="5720"/>
                </a:cubicBezTo>
                <a:cubicBezTo>
                  <a:pt x="12378" y="5720"/>
                  <a:pt x="12280" y="5622"/>
                  <a:pt x="12280" y="5500"/>
                </a:cubicBezTo>
                <a:cubicBezTo>
                  <a:pt x="12280" y="5378"/>
                  <a:pt x="12378" y="5280"/>
                  <a:pt x="12500" y="5280"/>
                </a:cubicBezTo>
                <a:cubicBezTo>
                  <a:pt x="12622" y="5280"/>
                  <a:pt x="12720" y="5378"/>
                  <a:pt x="12720" y="5500"/>
                </a:cubicBezTo>
                <a:close/>
                <a:moveTo>
                  <a:pt x="13720" y="5500"/>
                </a:moveTo>
                <a:cubicBezTo>
                  <a:pt x="13720" y="5622"/>
                  <a:pt x="13622" y="5720"/>
                  <a:pt x="13500" y="5720"/>
                </a:cubicBezTo>
                <a:cubicBezTo>
                  <a:pt x="13378" y="5720"/>
                  <a:pt x="13280" y="5622"/>
                  <a:pt x="13280" y="5500"/>
                </a:cubicBezTo>
                <a:cubicBezTo>
                  <a:pt x="13280" y="5378"/>
                  <a:pt x="13378" y="5280"/>
                  <a:pt x="13500" y="5280"/>
                </a:cubicBezTo>
                <a:cubicBezTo>
                  <a:pt x="13622" y="5280"/>
                  <a:pt x="13720" y="5378"/>
                  <a:pt x="13720" y="5500"/>
                </a:cubicBezTo>
                <a:close/>
                <a:moveTo>
                  <a:pt x="14720" y="5500"/>
                </a:moveTo>
                <a:cubicBezTo>
                  <a:pt x="14720" y="5622"/>
                  <a:pt x="14622" y="5720"/>
                  <a:pt x="14500" y="5720"/>
                </a:cubicBezTo>
                <a:cubicBezTo>
                  <a:pt x="14378" y="5720"/>
                  <a:pt x="14280" y="5622"/>
                  <a:pt x="14280" y="5500"/>
                </a:cubicBezTo>
                <a:cubicBezTo>
                  <a:pt x="14280" y="5378"/>
                  <a:pt x="14378" y="5280"/>
                  <a:pt x="14500" y="5280"/>
                </a:cubicBezTo>
                <a:cubicBezTo>
                  <a:pt x="14622" y="5280"/>
                  <a:pt x="14720" y="5378"/>
                  <a:pt x="14720" y="5500"/>
                </a:cubicBezTo>
                <a:close/>
                <a:moveTo>
                  <a:pt x="15720" y="5500"/>
                </a:moveTo>
                <a:cubicBezTo>
                  <a:pt x="15720" y="5622"/>
                  <a:pt x="15622" y="5720"/>
                  <a:pt x="15500" y="5720"/>
                </a:cubicBezTo>
                <a:cubicBezTo>
                  <a:pt x="15378" y="5720"/>
                  <a:pt x="15280" y="5622"/>
                  <a:pt x="15280" y="5500"/>
                </a:cubicBezTo>
                <a:cubicBezTo>
                  <a:pt x="15280" y="5378"/>
                  <a:pt x="15378" y="5280"/>
                  <a:pt x="15500" y="5280"/>
                </a:cubicBezTo>
                <a:cubicBezTo>
                  <a:pt x="15622" y="5280"/>
                  <a:pt x="15720" y="5378"/>
                  <a:pt x="15720" y="5500"/>
                </a:cubicBezTo>
                <a:close/>
                <a:moveTo>
                  <a:pt x="16720" y="5500"/>
                </a:moveTo>
                <a:cubicBezTo>
                  <a:pt x="16720" y="5622"/>
                  <a:pt x="16622" y="5720"/>
                  <a:pt x="16500" y="5720"/>
                </a:cubicBezTo>
                <a:cubicBezTo>
                  <a:pt x="16378" y="5720"/>
                  <a:pt x="16280" y="5622"/>
                  <a:pt x="16280" y="5500"/>
                </a:cubicBezTo>
                <a:cubicBezTo>
                  <a:pt x="16280" y="5378"/>
                  <a:pt x="16378" y="5280"/>
                  <a:pt x="16500" y="5280"/>
                </a:cubicBezTo>
                <a:cubicBezTo>
                  <a:pt x="16622" y="5280"/>
                  <a:pt x="16720" y="5378"/>
                  <a:pt x="16720" y="5500"/>
                </a:cubicBezTo>
                <a:close/>
                <a:moveTo>
                  <a:pt x="17720" y="5500"/>
                </a:moveTo>
                <a:cubicBezTo>
                  <a:pt x="17720" y="5622"/>
                  <a:pt x="17622" y="5720"/>
                  <a:pt x="17500" y="5720"/>
                </a:cubicBezTo>
                <a:cubicBezTo>
                  <a:pt x="17378" y="5720"/>
                  <a:pt x="17280" y="5622"/>
                  <a:pt x="17280" y="5500"/>
                </a:cubicBezTo>
                <a:cubicBezTo>
                  <a:pt x="17280" y="5378"/>
                  <a:pt x="17378" y="5280"/>
                  <a:pt x="17500" y="5280"/>
                </a:cubicBezTo>
                <a:cubicBezTo>
                  <a:pt x="17622" y="5280"/>
                  <a:pt x="17720" y="5378"/>
                  <a:pt x="1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8720" y="6500"/>
                </a:moveTo>
                <a:cubicBezTo>
                  <a:pt x="8720" y="6622"/>
                  <a:pt x="8622" y="6720"/>
                  <a:pt x="8500" y="6720"/>
                </a:cubicBezTo>
                <a:cubicBezTo>
                  <a:pt x="8378" y="6720"/>
                  <a:pt x="8280" y="6622"/>
                  <a:pt x="8280" y="6500"/>
                </a:cubicBezTo>
                <a:cubicBezTo>
                  <a:pt x="8280" y="6378"/>
                  <a:pt x="8378" y="6280"/>
                  <a:pt x="8500" y="6280"/>
                </a:cubicBezTo>
                <a:cubicBezTo>
                  <a:pt x="8622" y="6280"/>
                  <a:pt x="8720" y="6378"/>
                  <a:pt x="8720" y="6500"/>
                </a:cubicBezTo>
                <a:close/>
                <a:moveTo>
                  <a:pt x="9720" y="6500"/>
                </a:moveTo>
                <a:cubicBezTo>
                  <a:pt x="9720" y="6622"/>
                  <a:pt x="9622" y="6720"/>
                  <a:pt x="9500" y="6720"/>
                </a:cubicBezTo>
                <a:cubicBezTo>
                  <a:pt x="9378" y="6720"/>
                  <a:pt x="9280" y="6622"/>
                  <a:pt x="9280" y="6500"/>
                </a:cubicBezTo>
                <a:cubicBezTo>
                  <a:pt x="9280" y="6378"/>
                  <a:pt x="9378" y="6280"/>
                  <a:pt x="9500" y="6280"/>
                </a:cubicBezTo>
                <a:cubicBezTo>
                  <a:pt x="9622" y="6280"/>
                  <a:pt x="9720" y="6378"/>
                  <a:pt x="9720" y="6500"/>
                </a:cubicBezTo>
                <a:close/>
                <a:moveTo>
                  <a:pt x="10720" y="6500"/>
                </a:moveTo>
                <a:cubicBezTo>
                  <a:pt x="10720" y="6622"/>
                  <a:pt x="10622" y="6720"/>
                  <a:pt x="10500" y="6720"/>
                </a:cubicBezTo>
                <a:cubicBezTo>
                  <a:pt x="10378" y="6720"/>
                  <a:pt x="10280" y="6622"/>
                  <a:pt x="10280" y="6500"/>
                </a:cubicBezTo>
                <a:cubicBezTo>
                  <a:pt x="10280" y="6378"/>
                  <a:pt x="10378" y="6280"/>
                  <a:pt x="10500" y="6280"/>
                </a:cubicBezTo>
                <a:cubicBezTo>
                  <a:pt x="10622" y="6280"/>
                  <a:pt x="10720" y="6378"/>
                  <a:pt x="10720" y="6500"/>
                </a:cubicBezTo>
                <a:close/>
                <a:moveTo>
                  <a:pt x="11720" y="6500"/>
                </a:moveTo>
                <a:cubicBezTo>
                  <a:pt x="11720" y="6622"/>
                  <a:pt x="11622" y="6720"/>
                  <a:pt x="11500" y="6720"/>
                </a:cubicBezTo>
                <a:cubicBezTo>
                  <a:pt x="11378" y="6720"/>
                  <a:pt x="11280" y="6622"/>
                  <a:pt x="11280" y="6500"/>
                </a:cubicBezTo>
                <a:cubicBezTo>
                  <a:pt x="11280" y="6378"/>
                  <a:pt x="11378" y="6280"/>
                  <a:pt x="11500" y="6280"/>
                </a:cubicBezTo>
                <a:cubicBezTo>
                  <a:pt x="11622" y="6280"/>
                  <a:pt x="11720" y="6378"/>
                  <a:pt x="11720" y="6500"/>
                </a:cubicBezTo>
                <a:close/>
                <a:moveTo>
                  <a:pt x="12720" y="6500"/>
                </a:moveTo>
                <a:cubicBezTo>
                  <a:pt x="12720" y="6622"/>
                  <a:pt x="12622" y="6720"/>
                  <a:pt x="12500" y="6720"/>
                </a:cubicBezTo>
                <a:cubicBezTo>
                  <a:pt x="12378" y="6720"/>
                  <a:pt x="12280" y="6622"/>
                  <a:pt x="12280" y="6500"/>
                </a:cubicBezTo>
                <a:cubicBezTo>
                  <a:pt x="12280" y="6378"/>
                  <a:pt x="12378" y="6280"/>
                  <a:pt x="12500" y="6280"/>
                </a:cubicBezTo>
                <a:cubicBezTo>
                  <a:pt x="12622" y="6280"/>
                  <a:pt x="12720" y="6378"/>
                  <a:pt x="12720" y="6500"/>
                </a:cubicBezTo>
                <a:close/>
                <a:moveTo>
                  <a:pt x="13720" y="6500"/>
                </a:moveTo>
                <a:cubicBezTo>
                  <a:pt x="13720" y="6622"/>
                  <a:pt x="13622" y="6720"/>
                  <a:pt x="13500" y="6720"/>
                </a:cubicBezTo>
                <a:cubicBezTo>
                  <a:pt x="13378" y="6720"/>
                  <a:pt x="13280" y="6622"/>
                  <a:pt x="13280" y="6500"/>
                </a:cubicBezTo>
                <a:cubicBezTo>
                  <a:pt x="13280" y="6378"/>
                  <a:pt x="13378" y="6280"/>
                  <a:pt x="13500" y="6280"/>
                </a:cubicBezTo>
                <a:cubicBezTo>
                  <a:pt x="13622" y="6280"/>
                  <a:pt x="13720" y="6378"/>
                  <a:pt x="13720" y="6500"/>
                </a:cubicBezTo>
                <a:close/>
                <a:moveTo>
                  <a:pt x="14720" y="6500"/>
                </a:moveTo>
                <a:cubicBezTo>
                  <a:pt x="14720" y="6622"/>
                  <a:pt x="14622" y="6720"/>
                  <a:pt x="14500" y="6720"/>
                </a:cubicBezTo>
                <a:cubicBezTo>
                  <a:pt x="14378" y="6720"/>
                  <a:pt x="14280" y="6622"/>
                  <a:pt x="14280" y="6500"/>
                </a:cubicBezTo>
                <a:cubicBezTo>
                  <a:pt x="14280" y="6378"/>
                  <a:pt x="14378" y="6280"/>
                  <a:pt x="14500" y="6280"/>
                </a:cubicBezTo>
                <a:cubicBezTo>
                  <a:pt x="14622" y="6280"/>
                  <a:pt x="14720" y="6378"/>
                  <a:pt x="14720" y="6500"/>
                </a:cubicBezTo>
                <a:close/>
                <a:moveTo>
                  <a:pt x="15720" y="6500"/>
                </a:moveTo>
                <a:cubicBezTo>
                  <a:pt x="15720" y="6622"/>
                  <a:pt x="15622" y="6720"/>
                  <a:pt x="15500" y="6720"/>
                </a:cubicBezTo>
                <a:cubicBezTo>
                  <a:pt x="15378" y="6720"/>
                  <a:pt x="15280" y="6622"/>
                  <a:pt x="15280" y="6500"/>
                </a:cubicBezTo>
                <a:cubicBezTo>
                  <a:pt x="15280" y="6378"/>
                  <a:pt x="15378" y="6280"/>
                  <a:pt x="15500" y="6280"/>
                </a:cubicBezTo>
                <a:cubicBezTo>
                  <a:pt x="15622" y="6280"/>
                  <a:pt x="15720" y="6378"/>
                  <a:pt x="15720" y="6500"/>
                </a:cubicBezTo>
                <a:close/>
                <a:moveTo>
                  <a:pt x="16720" y="6500"/>
                </a:moveTo>
                <a:cubicBezTo>
                  <a:pt x="16720" y="6622"/>
                  <a:pt x="16622" y="6720"/>
                  <a:pt x="16500" y="6720"/>
                </a:cubicBezTo>
                <a:cubicBezTo>
                  <a:pt x="16378" y="6720"/>
                  <a:pt x="16280" y="6622"/>
                  <a:pt x="16280" y="6500"/>
                </a:cubicBezTo>
                <a:cubicBezTo>
                  <a:pt x="16280" y="6378"/>
                  <a:pt x="16378" y="6280"/>
                  <a:pt x="16500" y="6280"/>
                </a:cubicBezTo>
                <a:cubicBezTo>
                  <a:pt x="16622" y="6280"/>
                  <a:pt x="16720" y="6378"/>
                  <a:pt x="16720" y="6500"/>
                </a:cubicBezTo>
                <a:close/>
                <a:moveTo>
                  <a:pt x="17720" y="6500"/>
                </a:moveTo>
                <a:cubicBezTo>
                  <a:pt x="17720" y="6622"/>
                  <a:pt x="17622" y="6720"/>
                  <a:pt x="17500" y="6720"/>
                </a:cubicBezTo>
                <a:cubicBezTo>
                  <a:pt x="17378" y="6720"/>
                  <a:pt x="17280" y="6622"/>
                  <a:pt x="17280" y="6500"/>
                </a:cubicBezTo>
                <a:cubicBezTo>
                  <a:pt x="17280" y="6378"/>
                  <a:pt x="17378" y="6280"/>
                  <a:pt x="17500" y="6280"/>
                </a:cubicBezTo>
                <a:cubicBezTo>
                  <a:pt x="17622" y="6280"/>
                  <a:pt x="17720" y="6378"/>
                  <a:pt x="1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8720" y="7500"/>
                </a:moveTo>
                <a:cubicBezTo>
                  <a:pt x="8720" y="7622"/>
                  <a:pt x="8622" y="7720"/>
                  <a:pt x="8500" y="7720"/>
                </a:cubicBezTo>
                <a:cubicBezTo>
                  <a:pt x="8378" y="7720"/>
                  <a:pt x="8280" y="7622"/>
                  <a:pt x="8280" y="7500"/>
                </a:cubicBezTo>
                <a:cubicBezTo>
                  <a:pt x="8280" y="7378"/>
                  <a:pt x="8378" y="7280"/>
                  <a:pt x="8500" y="7280"/>
                </a:cubicBezTo>
                <a:cubicBezTo>
                  <a:pt x="8622" y="7280"/>
                  <a:pt x="8720" y="7378"/>
                  <a:pt x="8720" y="7500"/>
                </a:cubicBezTo>
                <a:close/>
                <a:moveTo>
                  <a:pt x="9720" y="7500"/>
                </a:moveTo>
                <a:cubicBezTo>
                  <a:pt x="9720" y="7622"/>
                  <a:pt x="9622" y="7720"/>
                  <a:pt x="9500" y="7720"/>
                </a:cubicBezTo>
                <a:cubicBezTo>
                  <a:pt x="9378" y="7720"/>
                  <a:pt x="9280" y="7622"/>
                  <a:pt x="9280" y="7500"/>
                </a:cubicBezTo>
                <a:cubicBezTo>
                  <a:pt x="9280" y="7378"/>
                  <a:pt x="9378" y="7280"/>
                  <a:pt x="9500" y="7280"/>
                </a:cubicBezTo>
                <a:cubicBezTo>
                  <a:pt x="9622" y="7280"/>
                  <a:pt x="9720" y="7378"/>
                  <a:pt x="9720" y="7500"/>
                </a:cubicBezTo>
                <a:close/>
                <a:moveTo>
                  <a:pt x="10720" y="7500"/>
                </a:moveTo>
                <a:cubicBezTo>
                  <a:pt x="10720" y="7622"/>
                  <a:pt x="10622" y="7720"/>
                  <a:pt x="10500" y="7720"/>
                </a:cubicBezTo>
                <a:cubicBezTo>
                  <a:pt x="10378" y="7720"/>
                  <a:pt x="10280" y="7622"/>
                  <a:pt x="10280" y="7500"/>
                </a:cubicBezTo>
                <a:cubicBezTo>
                  <a:pt x="10280" y="7378"/>
                  <a:pt x="10378" y="7280"/>
                  <a:pt x="10500" y="7280"/>
                </a:cubicBezTo>
                <a:cubicBezTo>
                  <a:pt x="10622" y="7280"/>
                  <a:pt x="10720" y="7378"/>
                  <a:pt x="10720" y="7500"/>
                </a:cubicBezTo>
                <a:close/>
                <a:moveTo>
                  <a:pt x="11720" y="7500"/>
                </a:moveTo>
                <a:cubicBezTo>
                  <a:pt x="11720" y="7622"/>
                  <a:pt x="11622" y="7720"/>
                  <a:pt x="11500" y="7720"/>
                </a:cubicBezTo>
                <a:cubicBezTo>
                  <a:pt x="11378" y="7720"/>
                  <a:pt x="11280" y="7622"/>
                  <a:pt x="11280" y="7500"/>
                </a:cubicBezTo>
                <a:cubicBezTo>
                  <a:pt x="11280" y="7378"/>
                  <a:pt x="11378" y="7280"/>
                  <a:pt x="11500" y="7280"/>
                </a:cubicBezTo>
                <a:cubicBezTo>
                  <a:pt x="11622" y="7280"/>
                  <a:pt x="11720" y="7378"/>
                  <a:pt x="11720" y="7500"/>
                </a:cubicBezTo>
                <a:close/>
                <a:moveTo>
                  <a:pt x="12720" y="7500"/>
                </a:moveTo>
                <a:cubicBezTo>
                  <a:pt x="12720" y="7622"/>
                  <a:pt x="12622" y="7720"/>
                  <a:pt x="12500" y="7720"/>
                </a:cubicBezTo>
                <a:cubicBezTo>
                  <a:pt x="12378" y="7720"/>
                  <a:pt x="12280" y="7622"/>
                  <a:pt x="12280" y="7500"/>
                </a:cubicBezTo>
                <a:cubicBezTo>
                  <a:pt x="12280" y="7378"/>
                  <a:pt x="12378" y="7280"/>
                  <a:pt x="12500" y="7280"/>
                </a:cubicBezTo>
                <a:cubicBezTo>
                  <a:pt x="12622" y="7280"/>
                  <a:pt x="12720" y="7378"/>
                  <a:pt x="12720" y="7500"/>
                </a:cubicBezTo>
                <a:close/>
                <a:moveTo>
                  <a:pt x="13720" y="7500"/>
                </a:moveTo>
                <a:cubicBezTo>
                  <a:pt x="13720" y="7622"/>
                  <a:pt x="13622" y="7720"/>
                  <a:pt x="13500" y="7720"/>
                </a:cubicBezTo>
                <a:cubicBezTo>
                  <a:pt x="13378" y="7720"/>
                  <a:pt x="13280" y="7622"/>
                  <a:pt x="13280" y="7500"/>
                </a:cubicBezTo>
                <a:cubicBezTo>
                  <a:pt x="13280" y="7378"/>
                  <a:pt x="13378" y="7280"/>
                  <a:pt x="13500" y="7280"/>
                </a:cubicBezTo>
                <a:cubicBezTo>
                  <a:pt x="13622" y="7280"/>
                  <a:pt x="13720" y="7378"/>
                  <a:pt x="13720" y="7500"/>
                </a:cubicBezTo>
                <a:close/>
                <a:moveTo>
                  <a:pt x="14720" y="7500"/>
                </a:moveTo>
                <a:cubicBezTo>
                  <a:pt x="14720" y="7622"/>
                  <a:pt x="14622" y="7720"/>
                  <a:pt x="14500" y="7720"/>
                </a:cubicBezTo>
                <a:cubicBezTo>
                  <a:pt x="14378" y="7720"/>
                  <a:pt x="14280" y="7622"/>
                  <a:pt x="14280" y="7500"/>
                </a:cubicBezTo>
                <a:cubicBezTo>
                  <a:pt x="14280" y="7378"/>
                  <a:pt x="14378" y="7280"/>
                  <a:pt x="14500" y="7280"/>
                </a:cubicBezTo>
                <a:cubicBezTo>
                  <a:pt x="14622" y="7280"/>
                  <a:pt x="14720" y="7378"/>
                  <a:pt x="14720" y="7500"/>
                </a:cubicBezTo>
                <a:close/>
                <a:moveTo>
                  <a:pt x="15720" y="7500"/>
                </a:moveTo>
                <a:cubicBezTo>
                  <a:pt x="15720" y="7622"/>
                  <a:pt x="15622" y="7720"/>
                  <a:pt x="15500" y="7720"/>
                </a:cubicBezTo>
                <a:cubicBezTo>
                  <a:pt x="15378" y="7720"/>
                  <a:pt x="15280" y="7622"/>
                  <a:pt x="15280" y="7500"/>
                </a:cubicBezTo>
                <a:cubicBezTo>
                  <a:pt x="15280" y="7378"/>
                  <a:pt x="15378" y="7280"/>
                  <a:pt x="15500" y="7280"/>
                </a:cubicBezTo>
                <a:cubicBezTo>
                  <a:pt x="15622" y="7280"/>
                  <a:pt x="15720" y="7378"/>
                  <a:pt x="15720" y="7500"/>
                </a:cubicBezTo>
                <a:close/>
                <a:moveTo>
                  <a:pt x="16720" y="7500"/>
                </a:moveTo>
                <a:cubicBezTo>
                  <a:pt x="16720" y="7622"/>
                  <a:pt x="16622" y="7720"/>
                  <a:pt x="16500" y="7720"/>
                </a:cubicBezTo>
                <a:cubicBezTo>
                  <a:pt x="16378" y="7720"/>
                  <a:pt x="16280" y="7622"/>
                  <a:pt x="16280" y="7500"/>
                </a:cubicBezTo>
                <a:cubicBezTo>
                  <a:pt x="16280" y="7378"/>
                  <a:pt x="16378" y="7280"/>
                  <a:pt x="16500" y="7280"/>
                </a:cubicBezTo>
                <a:cubicBezTo>
                  <a:pt x="16622" y="7280"/>
                  <a:pt x="16720" y="7378"/>
                  <a:pt x="16720" y="7500"/>
                </a:cubicBezTo>
                <a:close/>
                <a:moveTo>
                  <a:pt x="17720" y="7500"/>
                </a:moveTo>
                <a:cubicBezTo>
                  <a:pt x="17720" y="7622"/>
                  <a:pt x="17622" y="7720"/>
                  <a:pt x="17500" y="7720"/>
                </a:cubicBezTo>
                <a:cubicBezTo>
                  <a:pt x="17378" y="7720"/>
                  <a:pt x="17280" y="7622"/>
                  <a:pt x="17280" y="7500"/>
                </a:cubicBezTo>
                <a:cubicBezTo>
                  <a:pt x="17280" y="7378"/>
                  <a:pt x="17378" y="7280"/>
                  <a:pt x="17500" y="7280"/>
                </a:cubicBezTo>
                <a:cubicBezTo>
                  <a:pt x="17622" y="7280"/>
                  <a:pt x="17720" y="7378"/>
                  <a:pt x="1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8720" y="8500"/>
                </a:moveTo>
                <a:cubicBezTo>
                  <a:pt x="8720" y="8622"/>
                  <a:pt x="8622" y="8720"/>
                  <a:pt x="8500" y="8720"/>
                </a:cubicBezTo>
                <a:cubicBezTo>
                  <a:pt x="8378" y="8720"/>
                  <a:pt x="8280" y="8622"/>
                  <a:pt x="8280" y="8500"/>
                </a:cubicBezTo>
                <a:cubicBezTo>
                  <a:pt x="8280" y="8378"/>
                  <a:pt x="8378" y="8280"/>
                  <a:pt x="8500" y="8280"/>
                </a:cubicBezTo>
                <a:cubicBezTo>
                  <a:pt x="8622" y="8280"/>
                  <a:pt x="8720" y="8378"/>
                  <a:pt x="8720" y="8500"/>
                </a:cubicBezTo>
                <a:close/>
                <a:moveTo>
                  <a:pt x="9720" y="8500"/>
                </a:moveTo>
                <a:cubicBezTo>
                  <a:pt x="9720" y="8622"/>
                  <a:pt x="9622" y="8720"/>
                  <a:pt x="9500" y="8720"/>
                </a:cubicBezTo>
                <a:cubicBezTo>
                  <a:pt x="9378" y="8720"/>
                  <a:pt x="9280" y="8622"/>
                  <a:pt x="9280" y="8500"/>
                </a:cubicBezTo>
                <a:cubicBezTo>
                  <a:pt x="9280" y="8378"/>
                  <a:pt x="9378" y="8280"/>
                  <a:pt x="9500" y="8280"/>
                </a:cubicBezTo>
                <a:cubicBezTo>
                  <a:pt x="9622" y="8280"/>
                  <a:pt x="9720" y="8378"/>
                  <a:pt x="9720" y="8500"/>
                </a:cubicBezTo>
                <a:close/>
                <a:moveTo>
                  <a:pt x="10720" y="8500"/>
                </a:moveTo>
                <a:cubicBezTo>
                  <a:pt x="10720" y="8622"/>
                  <a:pt x="10622" y="8720"/>
                  <a:pt x="10500" y="8720"/>
                </a:cubicBezTo>
                <a:cubicBezTo>
                  <a:pt x="10378" y="8720"/>
                  <a:pt x="10280" y="8622"/>
                  <a:pt x="10280" y="8500"/>
                </a:cubicBezTo>
                <a:cubicBezTo>
                  <a:pt x="10280" y="8378"/>
                  <a:pt x="10378" y="8280"/>
                  <a:pt x="10500" y="8280"/>
                </a:cubicBezTo>
                <a:cubicBezTo>
                  <a:pt x="10622" y="8280"/>
                  <a:pt x="10720" y="8378"/>
                  <a:pt x="10720" y="8500"/>
                </a:cubicBezTo>
                <a:close/>
                <a:moveTo>
                  <a:pt x="11720" y="8500"/>
                </a:moveTo>
                <a:cubicBezTo>
                  <a:pt x="11720" y="8622"/>
                  <a:pt x="11622" y="8720"/>
                  <a:pt x="11500" y="8720"/>
                </a:cubicBezTo>
                <a:cubicBezTo>
                  <a:pt x="11378" y="8720"/>
                  <a:pt x="11280" y="8622"/>
                  <a:pt x="11280" y="8500"/>
                </a:cubicBezTo>
                <a:cubicBezTo>
                  <a:pt x="11280" y="8378"/>
                  <a:pt x="11378" y="8280"/>
                  <a:pt x="11500" y="8280"/>
                </a:cubicBezTo>
                <a:cubicBezTo>
                  <a:pt x="11622" y="8280"/>
                  <a:pt x="11720" y="8378"/>
                  <a:pt x="11720" y="8500"/>
                </a:cubicBezTo>
                <a:close/>
                <a:moveTo>
                  <a:pt x="12720" y="8500"/>
                </a:moveTo>
                <a:cubicBezTo>
                  <a:pt x="12720" y="8622"/>
                  <a:pt x="12622" y="8720"/>
                  <a:pt x="12500" y="8720"/>
                </a:cubicBezTo>
                <a:cubicBezTo>
                  <a:pt x="12378" y="8720"/>
                  <a:pt x="12280" y="8622"/>
                  <a:pt x="12280" y="8500"/>
                </a:cubicBezTo>
                <a:cubicBezTo>
                  <a:pt x="12280" y="8378"/>
                  <a:pt x="12378" y="8280"/>
                  <a:pt x="12500" y="8280"/>
                </a:cubicBezTo>
                <a:cubicBezTo>
                  <a:pt x="12622" y="8280"/>
                  <a:pt x="12720" y="8378"/>
                  <a:pt x="12720" y="8500"/>
                </a:cubicBezTo>
                <a:close/>
                <a:moveTo>
                  <a:pt x="13720" y="8500"/>
                </a:moveTo>
                <a:cubicBezTo>
                  <a:pt x="13720" y="8622"/>
                  <a:pt x="13622" y="8720"/>
                  <a:pt x="13500" y="8720"/>
                </a:cubicBezTo>
                <a:cubicBezTo>
                  <a:pt x="13378" y="8720"/>
                  <a:pt x="13280" y="8622"/>
                  <a:pt x="13280" y="8500"/>
                </a:cubicBezTo>
                <a:cubicBezTo>
                  <a:pt x="13280" y="8378"/>
                  <a:pt x="13378" y="8280"/>
                  <a:pt x="13500" y="8280"/>
                </a:cubicBezTo>
                <a:cubicBezTo>
                  <a:pt x="13622" y="8280"/>
                  <a:pt x="13720" y="8378"/>
                  <a:pt x="13720" y="8500"/>
                </a:cubicBezTo>
                <a:close/>
                <a:moveTo>
                  <a:pt x="14720" y="8500"/>
                </a:moveTo>
                <a:cubicBezTo>
                  <a:pt x="14720" y="8622"/>
                  <a:pt x="14622" y="8720"/>
                  <a:pt x="14500" y="8720"/>
                </a:cubicBezTo>
                <a:cubicBezTo>
                  <a:pt x="14378" y="8720"/>
                  <a:pt x="14280" y="8622"/>
                  <a:pt x="14280" y="8500"/>
                </a:cubicBezTo>
                <a:cubicBezTo>
                  <a:pt x="14280" y="8378"/>
                  <a:pt x="14378" y="8280"/>
                  <a:pt x="14500" y="8280"/>
                </a:cubicBezTo>
                <a:cubicBezTo>
                  <a:pt x="14622" y="8280"/>
                  <a:pt x="14720" y="8378"/>
                  <a:pt x="14720" y="8500"/>
                </a:cubicBezTo>
                <a:close/>
                <a:moveTo>
                  <a:pt x="15720" y="8500"/>
                </a:moveTo>
                <a:cubicBezTo>
                  <a:pt x="15720" y="8622"/>
                  <a:pt x="15622" y="8720"/>
                  <a:pt x="15500" y="8720"/>
                </a:cubicBezTo>
                <a:cubicBezTo>
                  <a:pt x="15378" y="8720"/>
                  <a:pt x="15280" y="8622"/>
                  <a:pt x="15280" y="8500"/>
                </a:cubicBezTo>
                <a:cubicBezTo>
                  <a:pt x="15280" y="8378"/>
                  <a:pt x="15378" y="8280"/>
                  <a:pt x="15500" y="8280"/>
                </a:cubicBezTo>
                <a:cubicBezTo>
                  <a:pt x="15622" y="8280"/>
                  <a:pt x="15720" y="8378"/>
                  <a:pt x="15720" y="8500"/>
                </a:cubicBezTo>
                <a:close/>
                <a:moveTo>
                  <a:pt x="16720" y="8500"/>
                </a:moveTo>
                <a:cubicBezTo>
                  <a:pt x="16720" y="8622"/>
                  <a:pt x="16622" y="8720"/>
                  <a:pt x="16500" y="8720"/>
                </a:cubicBezTo>
                <a:cubicBezTo>
                  <a:pt x="16378" y="8720"/>
                  <a:pt x="16280" y="8622"/>
                  <a:pt x="16280" y="8500"/>
                </a:cubicBezTo>
                <a:cubicBezTo>
                  <a:pt x="16280" y="8378"/>
                  <a:pt x="16378" y="8280"/>
                  <a:pt x="16500" y="8280"/>
                </a:cubicBezTo>
                <a:cubicBezTo>
                  <a:pt x="16622" y="8280"/>
                  <a:pt x="16720" y="8378"/>
                  <a:pt x="16720" y="8500"/>
                </a:cubicBezTo>
                <a:close/>
                <a:moveTo>
                  <a:pt x="17720" y="8500"/>
                </a:moveTo>
                <a:cubicBezTo>
                  <a:pt x="17720" y="8622"/>
                  <a:pt x="17622" y="8720"/>
                  <a:pt x="17500" y="8720"/>
                </a:cubicBezTo>
                <a:cubicBezTo>
                  <a:pt x="17378" y="8720"/>
                  <a:pt x="17280" y="8622"/>
                  <a:pt x="17280" y="8500"/>
                </a:cubicBezTo>
                <a:cubicBezTo>
                  <a:pt x="17280" y="8378"/>
                  <a:pt x="17378" y="8280"/>
                  <a:pt x="17500" y="8280"/>
                </a:cubicBezTo>
                <a:cubicBezTo>
                  <a:pt x="17622" y="8280"/>
                  <a:pt x="17720" y="8378"/>
                  <a:pt x="1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8720" y="9500"/>
                </a:moveTo>
                <a:cubicBezTo>
                  <a:pt x="8720" y="9622"/>
                  <a:pt x="8622" y="9720"/>
                  <a:pt x="8500" y="9720"/>
                </a:cubicBezTo>
                <a:cubicBezTo>
                  <a:pt x="8378" y="9720"/>
                  <a:pt x="8280" y="9622"/>
                  <a:pt x="8280" y="9500"/>
                </a:cubicBezTo>
                <a:cubicBezTo>
                  <a:pt x="8280" y="9378"/>
                  <a:pt x="8378" y="9280"/>
                  <a:pt x="8500" y="9280"/>
                </a:cubicBezTo>
                <a:cubicBezTo>
                  <a:pt x="8622" y="9280"/>
                  <a:pt x="8720" y="9378"/>
                  <a:pt x="8720" y="9500"/>
                </a:cubicBezTo>
                <a:close/>
                <a:moveTo>
                  <a:pt x="9720" y="9500"/>
                </a:moveTo>
                <a:cubicBezTo>
                  <a:pt x="9720" y="9622"/>
                  <a:pt x="9622" y="9720"/>
                  <a:pt x="9500" y="9720"/>
                </a:cubicBezTo>
                <a:cubicBezTo>
                  <a:pt x="9378" y="9720"/>
                  <a:pt x="9280" y="9622"/>
                  <a:pt x="9280" y="9500"/>
                </a:cubicBezTo>
                <a:cubicBezTo>
                  <a:pt x="9280" y="9378"/>
                  <a:pt x="9378" y="9280"/>
                  <a:pt x="9500" y="9280"/>
                </a:cubicBezTo>
                <a:cubicBezTo>
                  <a:pt x="9622" y="9280"/>
                  <a:pt x="9720" y="9378"/>
                  <a:pt x="9720" y="9500"/>
                </a:cubicBezTo>
                <a:close/>
                <a:moveTo>
                  <a:pt x="10720" y="9500"/>
                </a:moveTo>
                <a:cubicBezTo>
                  <a:pt x="10720" y="9622"/>
                  <a:pt x="10622" y="9720"/>
                  <a:pt x="10500" y="9720"/>
                </a:cubicBezTo>
                <a:cubicBezTo>
                  <a:pt x="10378" y="9720"/>
                  <a:pt x="10280" y="9622"/>
                  <a:pt x="10280" y="9500"/>
                </a:cubicBezTo>
                <a:cubicBezTo>
                  <a:pt x="10280" y="9378"/>
                  <a:pt x="10378" y="9280"/>
                  <a:pt x="10500" y="9280"/>
                </a:cubicBezTo>
                <a:cubicBezTo>
                  <a:pt x="10622" y="9280"/>
                  <a:pt x="10720" y="9378"/>
                  <a:pt x="10720" y="9500"/>
                </a:cubicBezTo>
                <a:close/>
                <a:moveTo>
                  <a:pt x="11720" y="9500"/>
                </a:moveTo>
                <a:cubicBezTo>
                  <a:pt x="11720" y="9622"/>
                  <a:pt x="11622" y="9720"/>
                  <a:pt x="11500" y="9720"/>
                </a:cubicBezTo>
                <a:cubicBezTo>
                  <a:pt x="11378" y="9720"/>
                  <a:pt x="11280" y="9622"/>
                  <a:pt x="11280" y="9500"/>
                </a:cubicBezTo>
                <a:cubicBezTo>
                  <a:pt x="11280" y="9378"/>
                  <a:pt x="11378" y="9280"/>
                  <a:pt x="11500" y="9280"/>
                </a:cubicBezTo>
                <a:cubicBezTo>
                  <a:pt x="11622" y="9280"/>
                  <a:pt x="11720" y="9378"/>
                  <a:pt x="11720" y="9500"/>
                </a:cubicBezTo>
                <a:close/>
                <a:moveTo>
                  <a:pt x="12720" y="9500"/>
                </a:moveTo>
                <a:cubicBezTo>
                  <a:pt x="12720" y="9622"/>
                  <a:pt x="12622" y="9720"/>
                  <a:pt x="12500" y="9720"/>
                </a:cubicBezTo>
                <a:cubicBezTo>
                  <a:pt x="12378" y="9720"/>
                  <a:pt x="12280" y="9622"/>
                  <a:pt x="12280" y="9500"/>
                </a:cubicBezTo>
                <a:cubicBezTo>
                  <a:pt x="12280" y="9378"/>
                  <a:pt x="12378" y="9280"/>
                  <a:pt x="12500" y="9280"/>
                </a:cubicBezTo>
                <a:cubicBezTo>
                  <a:pt x="12622" y="9280"/>
                  <a:pt x="12720" y="9378"/>
                  <a:pt x="12720" y="9500"/>
                </a:cubicBezTo>
                <a:close/>
                <a:moveTo>
                  <a:pt x="13720" y="9500"/>
                </a:moveTo>
                <a:cubicBezTo>
                  <a:pt x="13720" y="9622"/>
                  <a:pt x="13622" y="9720"/>
                  <a:pt x="13500" y="9720"/>
                </a:cubicBezTo>
                <a:cubicBezTo>
                  <a:pt x="13378" y="9720"/>
                  <a:pt x="13280" y="9622"/>
                  <a:pt x="13280" y="9500"/>
                </a:cubicBezTo>
                <a:cubicBezTo>
                  <a:pt x="13280" y="9378"/>
                  <a:pt x="13378" y="9280"/>
                  <a:pt x="13500" y="9280"/>
                </a:cubicBezTo>
                <a:cubicBezTo>
                  <a:pt x="13622" y="9280"/>
                  <a:pt x="13720" y="9378"/>
                  <a:pt x="13720" y="9500"/>
                </a:cubicBezTo>
                <a:close/>
                <a:moveTo>
                  <a:pt x="14720" y="9500"/>
                </a:moveTo>
                <a:cubicBezTo>
                  <a:pt x="14720" y="9622"/>
                  <a:pt x="14622" y="9720"/>
                  <a:pt x="14500" y="9720"/>
                </a:cubicBezTo>
                <a:cubicBezTo>
                  <a:pt x="14378" y="9720"/>
                  <a:pt x="14280" y="9622"/>
                  <a:pt x="14280" y="9500"/>
                </a:cubicBezTo>
                <a:cubicBezTo>
                  <a:pt x="14280" y="9378"/>
                  <a:pt x="14378" y="9280"/>
                  <a:pt x="14500" y="9280"/>
                </a:cubicBezTo>
                <a:cubicBezTo>
                  <a:pt x="14622" y="9280"/>
                  <a:pt x="14720" y="9378"/>
                  <a:pt x="14720" y="9500"/>
                </a:cubicBezTo>
                <a:close/>
                <a:moveTo>
                  <a:pt x="15720" y="9500"/>
                </a:moveTo>
                <a:cubicBezTo>
                  <a:pt x="15720" y="9622"/>
                  <a:pt x="15622" y="9720"/>
                  <a:pt x="15500" y="9720"/>
                </a:cubicBezTo>
                <a:cubicBezTo>
                  <a:pt x="15378" y="9720"/>
                  <a:pt x="15280" y="9622"/>
                  <a:pt x="15280" y="9500"/>
                </a:cubicBezTo>
                <a:cubicBezTo>
                  <a:pt x="15280" y="9378"/>
                  <a:pt x="15378" y="9280"/>
                  <a:pt x="15500" y="9280"/>
                </a:cubicBezTo>
                <a:cubicBezTo>
                  <a:pt x="15622" y="9280"/>
                  <a:pt x="15720" y="9378"/>
                  <a:pt x="15720" y="9500"/>
                </a:cubicBezTo>
                <a:close/>
                <a:moveTo>
                  <a:pt x="16720" y="9500"/>
                </a:moveTo>
                <a:cubicBezTo>
                  <a:pt x="16720" y="9622"/>
                  <a:pt x="16622" y="9720"/>
                  <a:pt x="16500" y="9720"/>
                </a:cubicBezTo>
                <a:cubicBezTo>
                  <a:pt x="16378" y="9720"/>
                  <a:pt x="16280" y="9622"/>
                  <a:pt x="16280" y="9500"/>
                </a:cubicBezTo>
                <a:cubicBezTo>
                  <a:pt x="16280" y="9378"/>
                  <a:pt x="16378" y="9280"/>
                  <a:pt x="16500" y="9280"/>
                </a:cubicBezTo>
                <a:cubicBezTo>
                  <a:pt x="16622" y="9280"/>
                  <a:pt x="16720" y="9378"/>
                  <a:pt x="16720" y="9500"/>
                </a:cubicBezTo>
                <a:close/>
                <a:moveTo>
                  <a:pt x="17720" y="9500"/>
                </a:moveTo>
                <a:cubicBezTo>
                  <a:pt x="17720" y="9622"/>
                  <a:pt x="17622" y="9720"/>
                  <a:pt x="17500" y="9720"/>
                </a:cubicBezTo>
                <a:cubicBezTo>
                  <a:pt x="17378" y="9720"/>
                  <a:pt x="17280" y="9622"/>
                  <a:pt x="17280" y="9500"/>
                </a:cubicBezTo>
                <a:cubicBezTo>
                  <a:pt x="17280" y="9378"/>
                  <a:pt x="17378" y="9280"/>
                  <a:pt x="17500" y="9280"/>
                </a:cubicBezTo>
                <a:cubicBezTo>
                  <a:pt x="17622" y="9280"/>
                  <a:pt x="17720" y="9378"/>
                  <a:pt x="1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8720" y="10500"/>
                </a:moveTo>
                <a:cubicBezTo>
                  <a:pt x="8720" y="10622"/>
                  <a:pt x="8622" y="10720"/>
                  <a:pt x="8500" y="10720"/>
                </a:cubicBezTo>
                <a:cubicBezTo>
                  <a:pt x="8378" y="10720"/>
                  <a:pt x="8280" y="10622"/>
                  <a:pt x="8280" y="10500"/>
                </a:cubicBezTo>
                <a:cubicBezTo>
                  <a:pt x="8280" y="10378"/>
                  <a:pt x="8378" y="10280"/>
                  <a:pt x="8500" y="10280"/>
                </a:cubicBezTo>
                <a:cubicBezTo>
                  <a:pt x="8622" y="10280"/>
                  <a:pt x="8720" y="10378"/>
                  <a:pt x="8720" y="10500"/>
                </a:cubicBezTo>
                <a:close/>
                <a:moveTo>
                  <a:pt x="9720" y="10500"/>
                </a:moveTo>
                <a:cubicBezTo>
                  <a:pt x="9720" y="10622"/>
                  <a:pt x="9622" y="10720"/>
                  <a:pt x="9500" y="10720"/>
                </a:cubicBezTo>
                <a:cubicBezTo>
                  <a:pt x="9378" y="10720"/>
                  <a:pt x="9280" y="10622"/>
                  <a:pt x="9280" y="10500"/>
                </a:cubicBezTo>
                <a:cubicBezTo>
                  <a:pt x="9280" y="10378"/>
                  <a:pt x="9378" y="10280"/>
                  <a:pt x="9500" y="10280"/>
                </a:cubicBezTo>
                <a:cubicBezTo>
                  <a:pt x="9622" y="10280"/>
                  <a:pt x="9720" y="10378"/>
                  <a:pt x="9720" y="10500"/>
                </a:cubicBezTo>
                <a:close/>
                <a:moveTo>
                  <a:pt x="10720" y="10500"/>
                </a:moveTo>
                <a:cubicBezTo>
                  <a:pt x="10720" y="10622"/>
                  <a:pt x="10622" y="10720"/>
                  <a:pt x="10500" y="10720"/>
                </a:cubicBezTo>
                <a:cubicBezTo>
                  <a:pt x="10378" y="10720"/>
                  <a:pt x="10280" y="10622"/>
                  <a:pt x="10280" y="10500"/>
                </a:cubicBezTo>
                <a:cubicBezTo>
                  <a:pt x="10280" y="10378"/>
                  <a:pt x="10378" y="10280"/>
                  <a:pt x="10500" y="10280"/>
                </a:cubicBezTo>
                <a:cubicBezTo>
                  <a:pt x="10622" y="10280"/>
                  <a:pt x="10720" y="10378"/>
                  <a:pt x="10720" y="10500"/>
                </a:cubicBezTo>
                <a:close/>
                <a:moveTo>
                  <a:pt x="11720" y="10500"/>
                </a:moveTo>
                <a:cubicBezTo>
                  <a:pt x="11720" y="10622"/>
                  <a:pt x="11622" y="10720"/>
                  <a:pt x="11500" y="10720"/>
                </a:cubicBezTo>
                <a:cubicBezTo>
                  <a:pt x="11378" y="10720"/>
                  <a:pt x="11280" y="10622"/>
                  <a:pt x="11280" y="10500"/>
                </a:cubicBezTo>
                <a:cubicBezTo>
                  <a:pt x="11280" y="10378"/>
                  <a:pt x="11378" y="10280"/>
                  <a:pt x="11500" y="10280"/>
                </a:cubicBezTo>
                <a:cubicBezTo>
                  <a:pt x="11622" y="10280"/>
                  <a:pt x="11720" y="10378"/>
                  <a:pt x="11720" y="10500"/>
                </a:cubicBezTo>
                <a:close/>
                <a:moveTo>
                  <a:pt x="12720" y="10500"/>
                </a:moveTo>
                <a:cubicBezTo>
                  <a:pt x="12720" y="10622"/>
                  <a:pt x="12622" y="10720"/>
                  <a:pt x="12500" y="10720"/>
                </a:cubicBezTo>
                <a:cubicBezTo>
                  <a:pt x="12378" y="10720"/>
                  <a:pt x="12280" y="10622"/>
                  <a:pt x="12280" y="10500"/>
                </a:cubicBezTo>
                <a:cubicBezTo>
                  <a:pt x="12280" y="10378"/>
                  <a:pt x="12378" y="10280"/>
                  <a:pt x="12500" y="10280"/>
                </a:cubicBezTo>
                <a:cubicBezTo>
                  <a:pt x="12622" y="10280"/>
                  <a:pt x="12720" y="10378"/>
                  <a:pt x="12720" y="10500"/>
                </a:cubicBezTo>
                <a:close/>
                <a:moveTo>
                  <a:pt x="13720" y="10500"/>
                </a:moveTo>
                <a:cubicBezTo>
                  <a:pt x="13720" y="10622"/>
                  <a:pt x="13622" y="10720"/>
                  <a:pt x="13500" y="10720"/>
                </a:cubicBezTo>
                <a:cubicBezTo>
                  <a:pt x="13378" y="10720"/>
                  <a:pt x="13280" y="10622"/>
                  <a:pt x="13280" y="10500"/>
                </a:cubicBezTo>
                <a:cubicBezTo>
                  <a:pt x="13280" y="10378"/>
                  <a:pt x="13378" y="10280"/>
                  <a:pt x="13500" y="10280"/>
                </a:cubicBezTo>
                <a:cubicBezTo>
                  <a:pt x="13622" y="10280"/>
                  <a:pt x="13720" y="10378"/>
                  <a:pt x="13720" y="10500"/>
                </a:cubicBezTo>
                <a:close/>
                <a:moveTo>
                  <a:pt x="14720" y="10500"/>
                </a:moveTo>
                <a:cubicBezTo>
                  <a:pt x="14720" y="10622"/>
                  <a:pt x="14622" y="10720"/>
                  <a:pt x="14500" y="10720"/>
                </a:cubicBezTo>
                <a:cubicBezTo>
                  <a:pt x="14378" y="10720"/>
                  <a:pt x="14280" y="10622"/>
                  <a:pt x="14280" y="10500"/>
                </a:cubicBezTo>
                <a:cubicBezTo>
                  <a:pt x="14280" y="10378"/>
                  <a:pt x="14378" y="10280"/>
                  <a:pt x="14500" y="10280"/>
                </a:cubicBezTo>
                <a:cubicBezTo>
                  <a:pt x="14622" y="10280"/>
                  <a:pt x="14720" y="10378"/>
                  <a:pt x="14720" y="10500"/>
                </a:cubicBezTo>
                <a:close/>
                <a:moveTo>
                  <a:pt x="15720" y="10500"/>
                </a:moveTo>
                <a:cubicBezTo>
                  <a:pt x="15720" y="10622"/>
                  <a:pt x="15622" y="10720"/>
                  <a:pt x="15500" y="10720"/>
                </a:cubicBezTo>
                <a:cubicBezTo>
                  <a:pt x="15378" y="10720"/>
                  <a:pt x="15280" y="10622"/>
                  <a:pt x="15280" y="10500"/>
                </a:cubicBezTo>
                <a:cubicBezTo>
                  <a:pt x="15280" y="10378"/>
                  <a:pt x="15378" y="10280"/>
                  <a:pt x="15500" y="10280"/>
                </a:cubicBezTo>
                <a:cubicBezTo>
                  <a:pt x="15622" y="10280"/>
                  <a:pt x="15720" y="10378"/>
                  <a:pt x="15720" y="10500"/>
                </a:cubicBezTo>
                <a:close/>
                <a:moveTo>
                  <a:pt x="16720" y="10500"/>
                </a:moveTo>
                <a:cubicBezTo>
                  <a:pt x="16720" y="10622"/>
                  <a:pt x="16622" y="10720"/>
                  <a:pt x="16500" y="10720"/>
                </a:cubicBezTo>
                <a:cubicBezTo>
                  <a:pt x="16378" y="10720"/>
                  <a:pt x="16280" y="10622"/>
                  <a:pt x="16280" y="10500"/>
                </a:cubicBezTo>
                <a:cubicBezTo>
                  <a:pt x="16280" y="10378"/>
                  <a:pt x="16378" y="10280"/>
                  <a:pt x="16500" y="10280"/>
                </a:cubicBezTo>
                <a:cubicBezTo>
                  <a:pt x="16622" y="10280"/>
                  <a:pt x="16720" y="10378"/>
                  <a:pt x="16720" y="10500"/>
                </a:cubicBezTo>
                <a:close/>
                <a:moveTo>
                  <a:pt x="17720" y="10500"/>
                </a:moveTo>
                <a:cubicBezTo>
                  <a:pt x="17720" y="10622"/>
                  <a:pt x="17622" y="10720"/>
                  <a:pt x="17500" y="10720"/>
                </a:cubicBezTo>
                <a:cubicBezTo>
                  <a:pt x="17378" y="10720"/>
                  <a:pt x="17280" y="10622"/>
                  <a:pt x="17280" y="10500"/>
                </a:cubicBezTo>
                <a:cubicBezTo>
                  <a:pt x="17280" y="10378"/>
                  <a:pt x="17378" y="10280"/>
                  <a:pt x="17500" y="10280"/>
                </a:cubicBezTo>
                <a:cubicBezTo>
                  <a:pt x="17622" y="10280"/>
                  <a:pt x="17720" y="10378"/>
                  <a:pt x="1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8720" y="11500"/>
                </a:moveTo>
                <a:cubicBezTo>
                  <a:pt x="8720" y="11622"/>
                  <a:pt x="8622" y="11720"/>
                  <a:pt x="8500" y="11720"/>
                </a:cubicBezTo>
                <a:cubicBezTo>
                  <a:pt x="8378" y="11720"/>
                  <a:pt x="8280" y="11622"/>
                  <a:pt x="8280" y="11500"/>
                </a:cubicBezTo>
                <a:cubicBezTo>
                  <a:pt x="8280" y="11378"/>
                  <a:pt x="8378" y="11280"/>
                  <a:pt x="8500" y="11280"/>
                </a:cubicBezTo>
                <a:cubicBezTo>
                  <a:pt x="8622" y="11280"/>
                  <a:pt x="8720" y="11378"/>
                  <a:pt x="8720" y="11500"/>
                </a:cubicBezTo>
                <a:close/>
                <a:moveTo>
                  <a:pt x="9720" y="11500"/>
                </a:moveTo>
                <a:cubicBezTo>
                  <a:pt x="9720" y="11622"/>
                  <a:pt x="9622" y="11720"/>
                  <a:pt x="9500" y="11720"/>
                </a:cubicBezTo>
                <a:cubicBezTo>
                  <a:pt x="9378" y="11720"/>
                  <a:pt x="9280" y="11622"/>
                  <a:pt x="9280" y="11500"/>
                </a:cubicBezTo>
                <a:cubicBezTo>
                  <a:pt x="9280" y="11378"/>
                  <a:pt x="9378" y="11280"/>
                  <a:pt x="9500" y="11280"/>
                </a:cubicBezTo>
                <a:cubicBezTo>
                  <a:pt x="9622" y="11280"/>
                  <a:pt x="9720" y="11378"/>
                  <a:pt x="9720" y="11500"/>
                </a:cubicBezTo>
                <a:close/>
                <a:moveTo>
                  <a:pt x="10720" y="11500"/>
                </a:moveTo>
                <a:cubicBezTo>
                  <a:pt x="10720" y="11622"/>
                  <a:pt x="10622" y="11720"/>
                  <a:pt x="10500" y="11720"/>
                </a:cubicBezTo>
                <a:cubicBezTo>
                  <a:pt x="10378" y="11720"/>
                  <a:pt x="10280" y="11622"/>
                  <a:pt x="10280" y="11500"/>
                </a:cubicBezTo>
                <a:cubicBezTo>
                  <a:pt x="10280" y="11378"/>
                  <a:pt x="10378" y="11280"/>
                  <a:pt x="10500" y="11280"/>
                </a:cubicBezTo>
                <a:cubicBezTo>
                  <a:pt x="10622" y="11280"/>
                  <a:pt x="10720" y="11378"/>
                  <a:pt x="10720" y="11500"/>
                </a:cubicBezTo>
                <a:close/>
                <a:moveTo>
                  <a:pt x="11720" y="11500"/>
                </a:moveTo>
                <a:cubicBezTo>
                  <a:pt x="11720" y="11622"/>
                  <a:pt x="11622" y="11720"/>
                  <a:pt x="11500" y="11720"/>
                </a:cubicBezTo>
                <a:cubicBezTo>
                  <a:pt x="11378" y="11720"/>
                  <a:pt x="11280" y="11622"/>
                  <a:pt x="11280" y="11500"/>
                </a:cubicBezTo>
                <a:cubicBezTo>
                  <a:pt x="11280" y="11378"/>
                  <a:pt x="11378" y="11280"/>
                  <a:pt x="11500" y="11280"/>
                </a:cubicBezTo>
                <a:cubicBezTo>
                  <a:pt x="11622" y="11280"/>
                  <a:pt x="11720" y="11378"/>
                  <a:pt x="11720" y="11500"/>
                </a:cubicBezTo>
                <a:close/>
                <a:moveTo>
                  <a:pt x="12720" y="11500"/>
                </a:moveTo>
                <a:cubicBezTo>
                  <a:pt x="12720" y="11622"/>
                  <a:pt x="12622" y="11720"/>
                  <a:pt x="12500" y="11720"/>
                </a:cubicBezTo>
                <a:cubicBezTo>
                  <a:pt x="12378" y="11720"/>
                  <a:pt x="12280" y="11622"/>
                  <a:pt x="12280" y="11500"/>
                </a:cubicBezTo>
                <a:cubicBezTo>
                  <a:pt x="12280" y="11378"/>
                  <a:pt x="12378" y="11280"/>
                  <a:pt x="12500" y="11280"/>
                </a:cubicBezTo>
                <a:cubicBezTo>
                  <a:pt x="12622" y="11280"/>
                  <a:pt x="12720" y="11378"/>
                  <a:pt x="12720" y="11500"/>
                </a:cubicBezTo>
                <a:close/>
                <a:moveTo>
                  <a:pt x="13720" y="11500"/>
                </a:moveTo>
                <a:cubicBezTo>
                  <a:pt x="13720" y="11622"/>
                  <a:pt x="13622" y="11720"/>
                  <a:pt x="13500" y="11720"/>
                </a:cubicBezTo>
                <a:cubicBezTo>
                  <a:pt x="13378" y="11720"/>
                  <a:pt x="13280" y="11622"/>
                  <a:pt x="13280" y="11500"/>
                </a:cubicBezTo>
                <a:cubicBezTo>
                  <a:pt x="13280" y="11378"/>
                  <a:pt x="13378" y="11280"/>
                  <a:pt x="13500" y="11280"/>
                </a:cubicBezTo>
                <a:cubicBezTo>
                  <a:pt x="13622" y="11280"/>
                  <a:pt x="13720" y="11378"/>
                  <a:pt x="13720" y="11500"/>
                </a:cubicBezTo>
                <a:close/>
                <a:moveTo>
                  <a:pt x="14720" y="11500"/>
                </a:moveTo>
                <a:cubicBezTo>
                  <a:pt x="14720" y="11622"/>
                  <a:pt x="14622" y="11720"/>
                  <a:pt x="14500" y="11720"/>
                </a:cubicBezTo>
                <a:cubicBezTo>
                  <a:pt x="14378" y="11720"/>
                  <a:pt x="14280" y="11622"/>
                  <a:pt x="14280" y="11500"/>
                </a:cubicBezTo>
                <a:cubicBezTo>
                  <a:pt x="14280" y="11378"/>
                  <a:pt x="14378" y="11280"/>
                  <a:pt x="14500" y="11280"/>
                </a:cubicBezTo>
                <a:cubicBezTo>
                  <a:pt x="14622" y="11280"/>
                  <a:pt x="14720" y="11378"/>
                  <a:pt x="14720" y="11500"/>
                </a:cubicBezTo>
                <a:close/>
                <a:moveTo>
                  <a:pt x="15720" y="11500"/>
                </a:moveTo>
                <a:cubicBezTo>
                  <a:pt x="15720" y="11622"/>
                  <a:pt x="15622" y="11720"/>
                  <a:pt x="15500" y="11720"/>
                </a:cubicBezTo>
                <a:cubicBezTo>
                  <a:pt x="15378" y="11720"/>
                  <a:pt x="15280" y="11622"/>
                  <a:pt x="15280" y="11500"/>
                </a:cubicBezTo>
                <a:cubicBezTo>
                  <a:pt x="15280" y="11378"/>
                  <a:pt x="15378" y="11280"/>
                  <a:pt x="15500" y="11280"/>
                </a:cubicBezTo>
                <a:cubicBezTo>
                  <a:pt x="15622" y="11280"/>
                  <a:pt x="15720" y="11378"/>
                  <a:pt x="15720" y="11500"/>
                </a:cubicBezTo>
                <a:close/>
                <a:moveTo>
                  <a:pt x="16720" y="11500"/>
                </a:moveTo>
                <a:cubicBezTo>
                  <a:pt x="16720" y="11622"/>
                  <a:pt x="16622" y="11720"/>
                  <a:pt x="16500" y="11720"/>
                </a:cubicBezTo>
                <a:cubicBezTo>
                  <a:pt x="16378" y="11720"/>
                  <a:pt x="16280" y="11622"/>
                  <a:pt x="16280" y="11500"/>
                </a:cubicBezTo>
                <a:cubicBezTo>
                  <a:pt x="16280" y="11378"/>
                  <a:pt x="16378" y="11280"/>
                  <a:pt x="16500" y="11280"/>
                </a:cubicBezTo>
                <a:cubicBezTo>
                  <a:pt x="16622" y="11280"/>
                  <a:pt x="16720" y="11378"/>
                  <a:pt x="16720" y="11500"/>
                </a:cubicBezTo>
                <a:close/>
                <a:moveTo>
                  <a:pt x="17720" y="11500"/>
                </a:moveTo>
                <a:cubicBezTo>
                  <a:pt x="17720" y="11622"/>
                  <a:pt x="17622" y="11720"/>
                  <a:pt x="17500" y="11720"/>
                </a:cubicBezTo>
                <a:cubicBezTo>
                  <a:pt x="17378" y="11720"/>
                  <a:pt x="17280" y="11622"/>
                  <a:pt x="17280" y="11500"/>
                </a:cubicBezTo>
                <a:cubicBezTo>
                  <a:pt x="17280" y="11378"/>
                  <a:pt x="17378" y="11280"/>
                  <a:pt x="17500" y="11280"/>
                </a:cubicBezTo>
                <a:cubicBezTo>
                  <a:pt x="17622" y="11280"/>
                  <a:pt x="17720" y="11378"/>
                  <a:pt x="1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8720" y="12500"/>
                </a:moveTo>
                <a:cubicBezTo>
                  <a:pt x="8720" y="12622"/>
                  <a:pt x="8622" y="12720"/>
                  <a:pt x="8500" y="12720"/>
                </a:cubicBezTo>
                <a:cubicBezTo>
                  <a:pt x="8378" y="12720"/>
                  <a:pt x="8280" y="12622"/>
                  <a:pt x="8280" y="12500"/>
                </a:cubicBezTo>
                <a:cubicBezTo>
                  <a:pt x="8280" y="12378"/>
                  <a:pt x="8378" y="12280"/>
                  <a:pt x="8500" y="12280"/>
                </a:cubicBezTo>
                <a:cubicBezTo>
                  <a:pt x="8622" y="12280"/>
                  <a:pt x="8720" y="12378"/>
                  <a:pt x="8720" y="12500"/>
                </a:cubicBezTo>
                <a:close/>
                <a:moveTo>
                  <a:pt x="9720" y="12500"/>
                </a:moveTo>
                <a:cubicBezTo>
                  <a:pt x="9720" y="12622"/>
                  <a:pt x="9622" y="12720"/>
                  <a:pt x="9500" y="12720"/>
                </a:cubicBezTo>
                <a:cubicBezTo>
                  <a:pt x="9378" y="12720"/>
                  <a:pt x="9280" y="12622"/>
                  <a:pt x="9280" y="12500"/>
                </a:cubicBezTo>
                <a:cubicBezTo>
                  <a:pt x="9280" y="12378"/>
                  <a:pt x="9378" y="12280"/>
                  <a:pt x="9500" y="12280"/>
                </a:cubicBezTo>
                <a:cubicBezTo>
                  <a:pt x="9622" y="12280"/>
                  <a:pt x="9720" y="12378"/>
                  <a:pt x="9720" y="12500"/>
                </a:cubicBezTo>
                <a:close/>
                <a:moveTo>
                  <a:pt x="10720" y="12500"/>
                </a:moveTo>
                <a:cubicBezTo>
                  <a:pt x="10720" y="12622"/>
                  <a:pt x="10622" y="12720"/>
                  <a:pt x="10500" y="12720"/>
                </a:cubicBezTo>
                <a:cubicBezTo>
                  <a:pt x="10378" y="12720"/>
                  <a:pt x="10280" y="12622"/>
                  <a:pt x="10280" y="12500"/>
                </a:cubicBezTo>
                <a:cubicBezTo>
                  <a:pt x="10280" y="12378"/>
                  <a:pt x="10378" y="12280"/>
                  <a:pt x="10500" y="12280"/>
                </a:cubicBezTo>
                <a:cubicBezTo>
                  <a:pt x="10622" y="12280"/>
                  <a:pt x="10720" y="12378"/>
                  <a:pt x="10720" y="12500"/>
                </a:cubicBezTo>
                <a:close/>
                <a:moveTo>
                  <a:pt x="11720" y="12500"/>
                </a:moveTo>
                <a:cubicBezTo>
                  <a:pt x="11720" y="12622"/>
                  <a:pt x="11622" y="12720"/>
                  <a:pt x="11500" y="12720"/>
                </a:cubicBezTo>
                <a:cubicBezTo>
                  <a:pt x="11378" y="12720"/>
                  <a:pt x="11280" y="12622"/>
                  <a:pt x="11280" y="12500"/>
                </a:cubicBezTo>
                <a:cubicBezTo>
                  <a:pt x="11280" y="12378"/>
                  <a:pt x="11378" y="12280"/>
                  <a:pt x="11500" y="12280"/>
                </a:cubicBezTo>
                <a:cubicBezTo>
                  <a:pt x="11622" y="12280"/>
                  <a:pt x="11720" y="12378"/>
                  <a:pt x="11720" y="12500"/>
                </a:cubicBezTo>
                <a:close/>
                <a:moveTo>
                  <a:pt x="12720" y="12500"/>
                </a:moveTo>
                <a:cubicBezTo>
                  <a:pt x="12720" y="12622"/>
                  <a:pt x="12622" y="12720"/>
                  <a:pt x="12500" y="12720"/>
                </a:cubicBezTo>
                <a:cubicBezTo>
                  <a:pt x="12378" y="12720"/>
                  <a:pt x="12280" y="12622"/>
                  <a:pt x="12280" y="12500"/>
                </a:cubicBezTo>
                <a:cubicBezTo>
                  <a:pt x="12280" y="12378"/>
                  <a:pt x="12378" y="12280"/>
                  <a:pt x="12500" y="12280"/>
                </a:cubicBezTo>
                <a:cubicBezTo>
                  <a:pt x="12622" y="12280"/>
                  <a:pt x="12720" y="12378"/>
                  <a:pt x="12720" y="12500"/>
                </a:cubicBezTo>
                <a:close/>
                <a:moveTo>
                  <a:pt x="13720" y="12500"/>
                </a:moveTo>
                <a:cubicBezTo>
                  <a:pt x="13720" y="12622"/>
                  <a:pt x="13622" y="12720"/>
                  <a:pt x="13500" y="12720"/>
                </a:cubicBezTo>
                <a:cubicBezTo>
                  <a:pt x="13378" y="12720"/>
                  <a:pt x="13280" y="12622"/>
                  <a:pt x="13280" y="12500"/>
                </a:cubicBezTo>
                <a:cubicBezTo>
                  <a:pt x="13280" y="12378"/>
                  <a:pt x="13378" y="12280"/>
                  <a:pt x="13500" y="12280"/>
                </a:cubicBezTo>
                <a:cubicBezTo>
                  <a:pt x="13622" y="12280"/>
                  <a:pt x="13720" y="12378"/>
                  <a:pt x="13720" y="12500"/>
                </a:cubicBezTo>
                <a:close/>
                <a:moveTo>
                  <a:pt x="14720" y="12500"/>
                </a:moveTo>
                <a:cubicBezTo>
                  <a:pt x="14720" y="12622"/>
                  <a:pt x="14622" y="12720"/>
                  <a:pt x="14500" y="12720"/>
                </a:cubicBezTo>
                <a:cubicBezTo>
                  <a:pt x="14378" y="12720"/>
                  <a:pt x="14280" y="12622"/>
                  <a:pt x="14280" y="12500"/>
                </a:cubicBezTo>
                <a:cubicBezTo>
                  <a:pt x="14280" y="12378"/>
                  <a:pt x="14378" y="12280"/>
                  <a:pt x="14500" y="12280"/>
                </a:cubicBezTo>
                <a:cubicBezTo>
                  <a:pt x="14622" y="12280"/>
                  <a:pt x="14720" y="12378"/>
                  <a:pt x="14720" y="12500"/>
                </a:cubicBezTo>
                <a:close/>
                <a:moveTo>
                  <a:pt x="15720" y="12500"/>
                </a:moveTo>
                <a:cubicBezTo>
                  <a:pt x="15720" y="12622"/>
                  <a:pt x="15622" y="12720"/>
                  <a:pt x="15500" y="12720"/>
                </a:cubicBezTo>
                <a:cubicBezTo>
                  <a:pt x="15378" y="12720"/>
                  <a:pt x="15280" y="12622"/>
                  <a:pt x="15280" y="12500"/>
                </a:cubicBezTo>
                <a:cubicBezTo>
                  <a:pt x="15280" y="12378"/>
                  <a:pt x="15378" y="12280"/>
                  <a:pt x="15500" y="12280"/>
                </a:cubicBezTo>
                <a:cubicBezTo>
                  <a:pt x="15622" y="12280"/>
                  <a:pt x="15720" y="12378"/>
                  <a:pt x="15720" y="12500"/>
                </a:cubicBezTo>
                <a:close/>
                <a:moveTo>
                  <a:pt x="16720" y="12500"/>
                </a:moveTo>
                <a:cubicBezTo>
                  <a:pt x="16720" y="12622"/>
                  <a:pt x="16622" y="12720"/>
                  <a:pt x="16500" y="12720"/>
                </a:cubicBezTo>
                <a:cubicBezTo>
                  <a:pt x="16378" y="12720"/>
                  <a:pt x="16280" y="12622"/>
                  <a:pt x="16280" y="12500"/>
                </a:cubicBezTo>
                <a:cubicBezTo>
                  <a:pt x="16280" y="12378"/>
                  <a:pt x="16378" y="12280"/>
                  <a:pt x="16500" y="12280"/>
                </a:cubicBezTo>
                <a:cubicBezTo>
                  <a:pt x="16622" y="12280"/>
                  <a:pt x="16720" y="12378"/>
                  <a:pt x="16720" y="12500"/>
                </a:cubicBezTo>
                <a:close/>
                <a:moveTo>
                  <a:pt x="17720" y="12500"/>
                </a:moveTo>
                <a:cubicBezTo>
                  <a:pt x="17720" y="12622"/>
                  <a:pt x="17622" y="12720"/>
                  <a:pt x="17500" y="12720"/>
                </a:cubicBezTo>
                <a:cubicBezTo>
                  <a:pt x="17378" y="12720"/>
                  <a:pt x="17280" y="12622"/>
                  <a:pt x="17280" y="12500"/>
                </a:cubicBezTo>
                <a:cubicBezTo>
                  <a:pt x="17280" y="12378"/>
                  <a:pt x="17378" y="12280"/>
                  <a:pt x="17500" y="12280"/>
                </a:cubicBezTo>
                <a:cubicBezTo>
                  <a:pt x="17622" y="12280"/>
                  <a:pt x="17720" y="12378"/>
                  <a:pt x="1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8720" y="13500"/>
                </a:moveTo>
                <a:cubicBezTo>
                  <a:pt x="8720" y="13622"/>
                  <a:pt x="8622" y="13720"/>
                  <a:pt x="8500" y="13720"/>
                </a:cubicBezTo>
                <a:cubicBezTo>
                  <a:pt x="8378" y="13720"/>
                  <a:pt x="8280" y="13622"/>
                  <a:pt x="8280" y="13500"/>
                </a:cubicBezTo>
                <a:cubicBezTo>
                  <a:pt x="8280" y="13378"/>
                  <a:pt x="8378" y="13280"/>
                  <a:pt x="8500" y="13280"/>
                </a:cubicBezTo>
                <a:cubicBezTo>
                  <a:pt x="8622" y="13280"/>
                  <a:pt x="8720" y="13378"/>
                  <a:pt x="8720" y="13500"/>
                </a:cubicBezTo>
                <a:close/>
                <a:moveTo>
                  <a:pt x="9720" y="13500"/>
                </a:moveTo>
                <a:cubicBezTo>
                  <a:pt x="9720" y="13622"/>
                  <a:pt x="9622" y="13720"/>
                  <a:pt x="9500" y="13720"/>
                </a:cubicBezTo>
                <a:cubicBezTo>
                  <a:pt x="9378" y="13720"/>
                  <a:pt x="9280" y="13622"/>
                  <a:pt x="9280" y="13500"/>
                </a:cubicBezTo>
                <a:cubicBezTo>
                  <a:pt x="9280" y="13378"/>
                  <a:pt x="9378" y="13280"/>
                  <a:pt x="9500" y="13280"/>
                </a:cubicBezTo>
                <a:cubicBezTo>
                  <a:pt x="9622" y="13280"/>
                  <a:pt x="9720" y="13378"/>
                  <a:pt x="9720" y="13500"/>
                </a:cubicBezTo>
                <a:close/>
                <a:moveTo>
                  <a:pt x="10720" y="13500"/>
                </a:moveTo>
                <a:cubicBezTo>
                  <a:pt x="10720" y="13622"/>
                  <a:pt x="10622" y="13720"/>
                  <a:pt x="10500" y="13720"/>
                </a:cubicBezTo>
                <a:cubicBezTo>
                  <a:pt x="10378" y="13720"/>
                  <a:pt x="10280" y="13622"/>
                  <a:pt x="10280" y="13500"/>
                </a:cubicBezTo>
                <a:cubicBezTo>
                  <a:pt x="10280" y="13378"/>
                  <a:pt x="10378" y="13280"/>
                  <a:pt x="10500" y="13280"/>
                </a:cubicBezTo>
                <a:cubicBezTo>
                  <a:pt x="10622" y="13280"/>
                  <a:pt x="10720" y="13378"/>
                  <a:pt x="10720" y="13500"/>
                </a:cubicBezTo>
                <a:close/>
                <a:moveTo>
                  <a:pt x="11720" y="13500"/>
                </a:moveTo>
                <a:cubicBezTo>
                  <a:pt x="11720" y="13622"/>
                  <a:pt x="11622" y="13720"/>
                  <a:pt x="11500" y="13720"/>
                </a:cubicBezTo>
                <a:cubicBezTo>
                  <a:pt x="11378" y="13720"/>
                  <a:pt x="11280" y="13622"/>
                  <a:pt x="11280" y="13500"/>
                </a:cubicBezTo>
                <a:cubicBezTo>
                  <a:pt x="11280" y="13378"/>
                  <a:pt x="11378" y="13280"/>
                  <a:pt x="11500" y="13280"/>
                </a:cubicBezTo>
                <a:cubicBezTo>
                  <a:pt x="11622" y="13280"/>
                  <a:pt x="11720" y="13378"/>
                  <a:pt x="11720" y="13500"/>
                </a:cubicBezTo>
                <a:close/>
                <a:moveTo>
                  <a:pt x="12720" y="13500"/>
                </a:moveTo>
                <a:cubicBezTo>
                  <a:pt x="12720" y="13622"/>
                  <a:pt x="12622" y="13720"/>
                  <a:pt x="12500" y="13720"/>
                </a:cubicBezTo>
                <a:cubicBezTo>
                  <a:pt x="12378" y="13720"/>
                  <a:pt x="12280" y="13622"/>
                  <a:pt x="12280" y="13500"/>
                </a:cubicBezTo>
                <a:cubicBezTo>
                  <a:pt x="12280" y="13378"/>
                  <a:pt x="12378" y="13280"/>
                  <a:pt x="12500" y="13280"/>
                </a:cubicBezTo>
                <a:cubicBezTo>
                  <a:pt x="12622" y="13280"/>
                  <a:pt x="12720" y="13378"/>
                  <a:pt x="12720" y="13500"/>
                </a:cubicBezTo>
                <a:close/>
                <a:moveTo>
                  <a:pt x="13720" y="13500"/>
                </a:moveTo>
                <a:cubicBezTo>
                  <a:pt x="13720" y="13622"/>
                  <a:pt x="13622" y="13720"/>
                  <a:pt x="13500" y="13720"/>
                </a:cubicBezTo>
                <a:cubicBezTo>
                  <a:pt x="13378" y="13720"/>
                  <a:pt x="13280" y="13622"/>
                  <a:pt x="13280" y="13500"/>
                </a:cubicBezTo>
                <a:cubicBezTo>
                  <a:pt x="13280" y="13378"/>
                  <a:pt x="13378" y="13280"/>
                  <a:pt x="13500" y="13280"/>
                </a:cubicBezTo>
                <a:cubicBezTo>
                  <a:pt x="13622" y="13280"/>
                  <a:pt x="13720" y="13378"/>
                  <a:pt x="13720" y="13500"/>
                </a:cubicBezTo>
                <a:close/>
                <a:moveTo>
                  <a:pt x="14720" y="13500"/>
                </a:moveTo>
                <a:cubicBezTo>
                  <a:pt x="14720" y="13622"/>
                  <a:pt x="14622" y="13720"/>
                  <a:pt x="14500" y="13720"/>
                </a:cubicBezTo>
                <a:cubicBezTo>
                  <a:pt x="14378" y="13720"/>
                  <a:pt x="14280" y="13622"/>
                  <a:pt x="14280" y="13500"/>
                </a:cubicBezTo>
                <a:cubicBezTo>
                  <a:pt x="14280" y="13378"/>
                  <a:pt x="14378" y="13280"/>
                  <a:pt x="14500" y="13280"/>
                </a:cubicBezTo>
                <a:cubicBezTo>
                  <a:pt x="14622" y="13280"/>
                  <a:pt x="14720" y="13378"/>
                  <a:pt x="14720" y="13500"/>
                </a:cubicBezTo>
                <a:close/>
                <a:moveTo>
                  <a:pt x="15720" y="13500"/>
                </a:moveTo>
                <a:cubicBezTo>
                  <a:pt x="15720" y="13622"/>
                  <a:pt x="15622" y="13720"/>
                  <a:pt x="15500" y="13720"/>
                </a:cubicBezTo>
                <a:cubicBezTo>
                  <a:pt x="15378" y="13720"/>
                  <a:pt x="15280" y="13622"/>
                  <a:pt x="15280" y="13500"/>
                </a:cubicBezTo>
                <a:cubicBezTo>
                  <a:pt x="15280" y="13378"/>
                  <a:pt x="15378" y="13280"/>
                  <a:pt x="15500" y="13280"/>
                </a:cubicBezTo>
                <a:cubicBezTo>
                  <a:pt x="15622" y="13280"/>
                  <a:pt x="15720" y="13378"/>
                  <a:pt x="15720" y="13500"/>
                </a:cubicBezTo>
                <a:close/>
                <a:moveTo>
                  <a:pt x="16720" y="13500"/>
                </a:moveTo>
                <a:cubicBezTo>
                  <a:pt x="16720" y="13622"/>
                  <a:pt x="16622" y="13720"/>
                  <a:pt x="16500" y="13720"/>
                </a:cubicBezTo>
                <a:cubicBezTo>
                  <a:pt x="16378" y="13720"/>
                  <a:pt x="16280" y="13622"/>
                  <a:pt x="16280" y="13500"/>
                </a:cubicBezTo>
                <a:cubicBezTo>
                  <a:pt x="16280" y="13378"/>
                  <a:pt x="16378" y="13280"/>
                  <a:pt x="16500" y="13280"/>
                </a:cubicBezTo>
                <a:cubicBezTo>
                  <a:pt x="16622" y="13280"/>
                  <a:pt x="16720" y="13378"/>
                  <a:pt x="16720" y="13500"/>
                </a:cubicBezTo>
                <a:close/>
                <a:moveTo>
                  <a:pt x="17720" y="13500"/>
                </a:moveTo>
                <a:cubicBezTo>
                  <a:pt x="17720" y="13622"/>
                  <a:pt x="17622" y="13720"/>
                  <a:pt x="17500" y="13720"/>
                </a:cubicBezTo>
                <a:cubicBezTo>
                  <a:pt x="17378" y="13720"/>
                  <a:pt x="17280" y="13622"/>
                  <a:pt x="17280" y="13500"/>
                </a:cubicBezTo>
                <a:cubicBezTo>
                  <a:pt x="17280" y="13378"/>
                  <a:pt x="17378" y="13280"/>
                  <a:pt x="17500" y="13280"/>
                </a:cubicBezTo>
                <a:cubicBezTo>
                  <a:pt x="17622" y="13280"/>
                  <a:pt x="17720" y="13378"/>
                  <a:pt x="17720" y="1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dots 3"/>
          <p:cNvSpPr/>
          <p:nvPr/>
        </p:nvSpPr>
        <p:spPr>
          <a:xfrm>
            <a:off x="11176000" y="3810000"/>
            <a:ext cx="1016000" cy="3048000"/>
          </a:xfrm>
          <a:custGeom>
            <a:avLst/>
            <a:gdLst/>
            <a:ahLst/>
            <a:cxnLst/>
            <a:rect l="0" t="0" r="r" b="b"/>
            <a:pathLst>
              <a:path w="8000" h="2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720" y="14500"/>
                </a:moveTo>
                <a:cubicBezTo>
                  <a:pt x="720" y="14622"/>
                  <a:pt x="622" y="14720"/>
                  <a:pt x="500" y="14720"/>
                </a:cubicBezTo>
                <a:cubicBezTo>
                  <a:pt x="378" y="14720"/>
                  <a:pt x="280" y="14622"/>
                  <a:pt x="280" y="14500"/>
                </a:cubicBezTo>
                <a:cubicBezTo>
                  <a:pt x="280" y="14378"/>
                  <a:pt x="378" y="14280"/>
                  <a:pt x="500" y="14280"/>
                </a:cubicBezTo>
                <a:cubicBezTo>
                  <a:pt x="622" y="14280"/>
                  <a:pt x="720" y="14378"/>
                  <a:pt x="720" y="14500"/>
                </a:cubicBezTo>
                <a:close/>
                <a:moveTo>
                  <a:pt x="1720" y="14500"/>
                </a:moveTo>
                <a:cubicBezTo>
                  <a:pt x="1720" y="14622"/>
                  <a:pt x="1622" y="14720"/>
                  <a:pt x="1500" y="14720"/>
                </a:cubicBezTo>
                <a:cubicBezTo>
                  <a:pt x="1378" y="14720"/>
                  <a:pt x="1280" y="14622"/>
                  <a:pt x="1280" y="14500"/>
                </a:cubicBezTo>
                <a:cubicBezTo>
                  <a:pt x="1280" y="14378"/>
                  <a:pt x="1378" y="14280"/>
                  <a:pt x="1500" y="14280"/>
                </a:cubicBezTo>
                <a:cubicBezTo>
                  <a:pt x="1622" y="14280"/>
                  <a:pt x="1720" y="14378"/>
                  <a:pt x="1720" y="14500"/>
                </a:cubicBezTo>
                <a:close/>
                <a:moveTo>
                  <a:pt x="2720" y="14500"/>
                </a:moveTo>
                <a:cubicBezTo>
                  <a:pt x="2720" y="14622"/>
                  <a:pt x="2622" y="14720"/>
                  <a:pt x="2500" y="14720"/>
                </a:cubicBezTo>
                <a:cubicBezTo>
                  <a:pt x="2378" y="14720"/>
                  <a:pt x="2280" y="14622"/>
                  <a:pt x="2280" y="14500"/>
                </a:cubicBezTo>
                <a:cubicBezTo>
                  <a:pt x="2280" y="14378"/>
                  <a:pt x="2378" y="14280"/>
                  <a:pt x="2500" y="14280"/>
                </a:cubicBezTo>
                <a:cubicBezTo>
                  <a:pt x="2622" y="14280"/>
                  <a:pt x="2720" y="14378"/>
                  <a:pt x="2720" y="14500"/>
                </a:cubicBezTo>
                <a:close/>
                <a:moveTo>
                  <a:pt x="3720" y="14500"/>
                </a:moveTo>
                <a:cubicBezTo>
                  <a:pt x="3720" y="14622"/>
                  <a:pt x="3622" y="14720"/>
                  <a:pt x="3500" y="14720"/>
                </a:cubicBezTo>
                <a:cubicBezTo>
                  <a:pt x="3378" y="14720"/>
                  <a:pt x="3280" y="14622"/>
                  <a:pt x="3280" y="14500"/>
                </a:cubicBezTo>
                <a:cubicBezTo>
                  <a:pt x="3280" y="14378"/>
                  <a:pt x="3378" y="14280"/>
                  <a:pt x="3500" y="14280"/>
                </a:cubicBezTo>
                <a:cubicBezTo>
                  <a:pt x="3622" y="14280"/>
                  <a:pt x="3720" y="14378"/>
                  <a:pt x="3720" y="14500"/>
                </a:cubicBezTo>
                <a:close/>
                <a:moveTo>
                  <a:pt x="4720" y="14500"/>
                </a:moveTo>
                <a:cubicBezTo>
                  <a:pt x="4720" y="14622"/>
                  <a:pt x="4622" y="14720"/>
                  <a:pt x="4500" y="14720"/>
                </a:cubicBezTo>
                <a:cubicBezTo>
                  <a:pt x="4378" y="14720"/>
                  <a:pt x="4280" y="14622"/>
                  <a:pt x="4280" y="14500"/>
                </a:cubicBezTo>
                <a:cubicBezTo>
                  <a:pt x="4280" y="14378"/>
                  <a:pt x="4378" y="14280"/>
                  <a:pt x="4500" y="14280"/>
                </a:cubicBezTo>
                <a:cubicBezTo>
                  <a:pt x="4622" y="14280"/>
                  <a:pt x="4720" y="14378"/>
                  <a:pt x="4720" y="14500"/>
                </a:cubicBezTo>
                <a:close/>
                <a:moveTo>
                  <a:pt x="5720" y="14500"/>
                </a:moveTo>
                <a:cubicBezTo>
                  <a:pt x="5720" y="14622"/>
                  <a:pt x="5622" y="14720"/>
                  <a:pt x="5500" y="14720"/>
                </a:cubicBezTo>
                <a:cubicBezTo>
                  <a:pt x="5378" y="14720"/>
                  <a:pt x="5280" y="14622"/>
                  <a:pt x="5280" y="14500"/>
                </a:cubicBezTo>
                <a:cubicBezTo>
                  <a:pt x="5280" y="14378"/>
                  <a:pt x="5378" y="14280"/>
                  <a:pt x="5500" y="14280"/>
                </a:cubicBezTo>
                <a:cubicBezTo>
                  <a:pt x="5622" y="14280"/>
                  <a:pt x="5720" y="14378"/>
                  <a:pt x="5720" y="14500"/>
                </a:cubicBezTo>
                <a:close/>
                <a:moveTo>
                  <a:pt x="6720" y="14500"/>
                </a:moveTo>
                <a:cubicBezTo>
                  <a:pt x="6720" y="14622"/>
                  <a:pt x="6622" y="14720"/>
                  <a:pt x="6500" y="14720"/>
                </a:cubicBezTo>
                <a:cubicBezTo>
                  <a:pt x="6378" y="14720"/>
                  <a:pt x="6280" y="14622"/>
                  <a:pt x="6280" y="14500"/>
                </a:cubicBezTo>
                <a:cubicBezTo>
                  <a:pt x="6280" y="14378"/>
                  <a:pt x="6378" y="14280"/>
                  <a:pt x="6500" y="14280"/>
                </a:cubicBezTo>
                <a:cubicBezTo>
                  <a:pt x="6622" y="14280"/>
                  <a:pt x="6720" y="14378"/>
                  <a:pt x="6720" y="14500"/>
                </a:cubicBezTo>
                <a:close/>
                <a:moveTo>
                  <a:pt x="7720" y="14500"/>
                </a:moveTo>
                <a:cubicBezTo>
                  <a:pt x="7720" y="14622"/>
                  <a:pt x="7622" y="14720"/>
                  <a:pt x="7500" y="14720"/>
                </a:cubicBezTo>
                <a:cubicBezTo>
                  <a:pt x="7378" y="14720"/>
                  <a:pt x="7280" y="14622"/>
                  <a:pt x="7280" y="14500"/>
                </a:cubicBezTo>
                <a:cubicBezTo>
                  <a:pt x="7280" y="14378"/>
                  <a:pt x="7378" y="14280"/>
                  <a:pt x="7500" y="14280"/>
                </a:cubicBezTo>
                <a:cubicBezTo>
                  <a:pt x="7622" y="14280"/>
                  <a:pt x="7720" y="14378"/>
                  <a:pt x="7720" y="14500"/>
                </a:cubicBezTo>
                <a:close/>
                <a:moveTo>
                  <a:pt x="720" y="15500"/>
                </a:moveTo>
                <a:cubicBezTo>
                  <a:pt x="720" y="15622"/>
                  <a:pt x="622" y="15720"/>
                  <a:pt x="500" y="15720"/>
                </a:cubicBezTo>
                <a:cubicBezTo>
                  <a:pt x="378" y="15720"/>
                  <a:pt x="280" y="15622"/>
                  <a:pt x="280" y="15500"/>
                </a:cubicBezTo>
                <a:cubicBezTo>
                  <a:pt x="280" y="15378"/>
                  <a:pt x="378" y="15280"/>
                  <a:pt x="500" y="15280"/>
                </a:cubicBezTo>
                <a:cubicBezTo>
                  <a:pt x="622" y="15280"/>
                  <a:pt x="720" y="15378"/>
                  <a:pt x="720" y="15500"/>
                </a:cubicBezTo>
                <a:close/>
                <a:moveTo>
                  <a:pt x="1720" y="15500"/>
                </a:moveTo>
                <a:cubicBezTo>
                  <a:pt x="1720" y="15622"/>
                  <a:pt x="1622" y="15720"/>
                  <a:pt x="1500" y="15720"/>
                </a:cubicBezTo>
                <a:cubicBezTo>
                  <a:pt x="1378" y="15720"/>
                  <a:pt x="1280" y="15622"/>
                  <a:pt x="1280" y="15500"/>
                </a:cubicBezTo>
                <a:cubicBezTo>
                  <a:pt x="1280" y="15378"/>
                  <a:pt x="1378" y="15280"/>
                  <a:pt x="1500" y="15280"/>
                </a:cubicBezTo>
                <a:cubicBezTo>
                  <a:pt x="1622" y="15280"/>
                  <a:pt x="1720" y="15378"/>
                  <a:pt x="1720" y="15500"/>
                </a:cubicBezTo>
                <a:close/>
                <a:moveTo>
                  <a:pt x="2720" y="15500"/>
                </a:moveTo>
                <a:cubicBezTo>
                  <a:pt x="2720" y="15622"/>
                  <a:pt x="2622" y="15720"/>
                  <a:pt x="2500" y="15720"/>
                </a:cubicBezTo>
                <a:cubicBezTo>
                  <a:pt x="2378" y="15720"/>
                  <a:pt x="2280" y="15622"/>
                  <a:pt x="2280" y="15500"/>
                </a:cubicBezTo>
                <a:cubicBezTo>
                  <a:pt x="2280" y="15378"/>
                  <a:pt x="2378" y="15280"/>
                  <a:pt x="2500" y="15280"/>
                </a:cubicBezTo>
                <a:cubicBezTo>
                  <a:pt x="2622" y="15280"/>
                  <a:pt x="2720" y="15378"/>
                  <a:pt x="2720" y="15500"/>
                </a:cubicBezTo>
                <a:close/>
                <a:moveTo>
                  <a:pt x="3720" y="15500"/>
                </a:moveTo>
                <a:cubicBezTo>
                  <a:pt x="3720" y="15622"/>
                  <a:pt x="3622" y="15720"/>
                  <a:pt x="3500" y="15720"/>
                </a:cubicBezTo>
                <a:cubicBezTo>
                  <a:pt x="3378" y="15720"/>
                  <a:pt x="3280" y="15622"/>
                  <a:pt x="3280" y="15500"/>
                </a:cubicBezTo>
                <a:cubicBezTo>
                  <a:pt x="3280" y="15378"/>
                  <a:pt x="3378" y="15280"/>
                  <a:pt x="3500" y="15280"/>
                </a:cubicBezTo>
                <a:cubicBezTo>
                  <a:pt x="3622" y="15280"/>
                  <a:pt x="3720" y="15378"/>
                  <a:pt x="3720" y="15500"/>
                </a:cubicBezTo>
                <a:close/>
                <a:moveTo>
                  <a:pt x="4720" y="15500"/>
                </a:moveTo>
                <a:cubicBezTo>
                  <a:pt x="4720" y="15622"/>
                  <a:pt x="4622" y="15720"/>
                  <a:pt x="4500" y="15720"/>
                </a:cubicBezTo>
                <a:cubicBezTo>
                  <a:pt x="4378" y="15720"/>
                  <a:pt x="4280" y="15622"/>
                  <a:pt x="4280" y="15500"/>
                </a:cubicBezTo>
                <a:cubicBezTo>
                  <a:pt x="4280" y="15378"/>
                  <a:pt x="4378" y="15280"/>
                  <a:pt x="4500" y="15280"/>
                </a:cubicBezTo>
                <a:cubicBezTo>
                  <a:pt x="4622" y="15280"/>
                  <a:pt x="4720" y="15378"/>
                  <a:pt x="4720" y="15500"/>
                </a:cubicBezTo>
                <a:close/>
                <a:moveTo>
                  <a:pt x="5720" y="15500"/>
                </a:moveTo>
                <a:cubicBezTo>
                  <a:pt x="5720" y="15622"/>
                  <a:pt x="5622" y="15720"/>
                  <a:pt x="5500" y="15720"/>
                </a:cubicBezTo>
                <a:cubicBezTo>
                  <a:pt x="5378" y="15720"/>
                  <a:pt x="5280" y="15622"/>
                  <a:pt x="5280" y="15500"/>
                </a:cubicBezTo>
                <a:cubicBezTo>
                  <a:pt x="5280" y="15378"/>
                  <a:pt x="5378" y="15280"/>
                  <a:pt x="5500" y="15280"/>
                </a:cubicBezTo>
                <a:cubicBezTo>
                  <a:pt x="5622" y="15280"/>
                  <a:pt x="5720" y="15378"/>
                  <a:pt x="5720" y="15500"/>
                </a:cubicBezTo>
                <a:close/>
                <a:moveTo>
                  <a:pt x="6720" y="15500"/>
                </a:moveTo>
                <a:cubicBezTo>
                  <a:pt x="6720" y="15622"/>
                  <a:pt x="6622" y="15720"/>
                  <a:pt x="6500" y="15720"/>
                </a:cubicBezTo>
                <a:cubicBezTo>
                  <a:pt x="6378" y="15720"/>
                  <a:pt x="6280" y="15622"/>
                  <a:pt x="6280" y="15500"/>
                </a:cubicBezTo>
                <a:cubicBezTo>
                  <a:pt x="6280" y="15378"/>
                  <a:pt x="6378" y="15280"/>
                  <a:pt x="6500" y="15280"/>
                </a:cubicBezTo>
                <a:cubicBezTo>
                  <a:pt x="6622" y="15280"/>
                  <a:pt x="6720" y="15378"/>
                  <a:pt x="6720" y="15500"/>
                </a:cubicBezTo>
                <a:close/>
                <a:moveTo>
                  <a:pt x="7720" y="15500"/>
                </a:moveTo>
                <a:cubicBezTo>
                  <a:pt x="7720" y="15622"/>
                  <a:pt x="7622" y="15720"/>
                  <a:pt x="7500" y="15720"/>
                </a:cubicBezTo>
                <a:cubicBezTo>
                  <a:pt x="7378" y="15720"/>
                  <a:pt x="7280" y="15622"/>
                  <a:pt x="7280" y="15500"/>
                </a:cubicBezTo>
                <a:cubicBezTo>
                  <a:pt x="7280" y="15378"/>
                  <a:pt x="7378" y="15280"/>
                  <a:pt x="7500" y="15280"/>
                </a:cubicBezTo>
                <a:cubicBezTo>
                  <a:pt x="7622" y="15280"/>
                  <a:pt x="7720" y="15378"/>
                  <a:pt x="7720" y="15500"/>
                </a:cubicBezTo>
                <a:close/>
                <a:moveTo>
                  <a:pt x="720" y="16500"/>
                </a:moveTo>
                <a:cubicBezTo>
                  <a:pt x="720" y="16622"/>
                  <a:pt x="622" y="16720"/>
                  <a:pt x="500" y="16720"/>
                </a:cubicBezTo>
                <a:cubicBezTo>
                  <a:pt x="378" y="16720"/>
                  <a:pt x="280" y="16622"/>
                  <a:pt x="280" y="16500"/>
                </a:cubicBezTo>
                <a:cubicBezTo>
                  <a:pt x="280" y="16378"/>
                  <a:pt x="378" y="16280"/>
                  <a:pt x="500" y="16280"/>
                </a:cubicBezTo>
                <a:cubicBezTo>
                  <a:pt x="622" y="16280"/>
                  <a:pt x="720" y="16378"/>
                  <a:pt x="720" y="16500"/>
                </a:cubicBezTo>
                <a:close/>
                <a:moveTo>
                  <a:pt x="1720" y="16500"/>
                </a:moveTo>
                <a:cubicBezTo>
                  <a:pt x="1720" y="16622"/>
                  <a:pt x="1622" y="16720"/>
                  <a:pt x="1500" y="16720"/>
                </a:cubicBezTo>
                <a:cubicBezTo>
                  <a:pt x="1378" y="16720"/>
                  <a:pt x="1280" y="16622"/>
                  <a:pt x="1280" y="16500"/>
                </a:cubicBezTo>
                <a:cubicBezTo>
                  <a:pt x="1280" y="16378"/>
                  <a:pt x="1378" y="16280"/>
                  <a:pt x="1500" y="16280"/>
                </a:cubicBezTo>
                <a:cubicBezTo>
                  <a:pt x="1622" y="16280"/>
                  <a:pt x="1720" y="16378"/>
                  <a:pt x="1720" y="16500"/>
                </a:cubicBezTo>
                <a:close/>
                <a:moveTo>
                  <a:pt x="2720" y="16500"/>
                </a:moveTo>
                <a:cubicBezTo>
                  <a:pt x="2720" y="16622"/>
                  <a:pt x="2622" y="16720"/>
                  <a:pt x="2500" y="16720"/>
                </a:cubicBezTo>
                <a:cubicBezTo>
                  <a:pt x="2378" y="16720"/>
                  <a:pt x="2280" y="16622"/>
                  <a:pt x="2280" y="16500"/>
                </a:cubicBezTo>
                <a:cubicBezTo>
                  <a:pt x="2280" y="16378"/>
                  <a:pt x="2378" y="16280"/>
                  <a:pt x="2500" y="16280"/>
                </a:cubicBezTo>
                <a:cubicBezTo>
                  <a:pt x="2622" y="16280"/>
                  <a:pt x="2720" y="16378"/>
                  <a:pt x="2720" y="16500"/>
                </a:cubicBezTo>
                <a:close/>
                <a:moveTo>
                  <a:pt x="3720" y="16500"/>
                </a:moveTo>
                <a:cubicBezTo>
                  <a:pt x="3720" y="16622"/>
                  <a:pt x="3622" y="16720"/>
                  <a:pt x="3500" y="16720"/>
                </a:cubicBezTo>
                <a:cubicBezTo>
                  <a:pt x="3378" y="16720"/>
                  <a:pt x="3280" y="16622"/>
                  <a:pt x="3280" y="16500"/>
                </a:cubicBezTo>
                <a:cubicBezTo>
                  <a:pt x="3280" y="16378"/>
                  <a:pt x="3378" y="16280"/>
                  <a:pt x="3500" y="16280"/>
                </a:cubicBezTo>
                <a:cubicBezTo>
                  <a:pt x="3622" y="16280"/>
                  <a:pt x="3720" y="16378"/>
                  <a:pt x="3720" y="16500"/>
                </a:cubicBezTo>
                <a:close/>
                <a:moveTo>
                  <a:pt x="4720" y="16500"/>
                </a:moveTo>
                <a:cubicBezTo>
                  <a:pt x="4720" y="16622"/>
                  <a:pt x="4622" y="16720"/>
                  <a:pt x="4500" y="16720"/>
                </a:cubicBezTo>
                <a:cubicBezTo>
                  <a:pt x="4378" y="16720"/>
                  <a:pt x="4280" y="16622"/>
                  <a:pt x="4280" y="16500"/>
                </a:cubicBezTo>
                <a:cubicBezTo>
                  <a:pt x="4280" y="16378"/>
                  <a:pt x="4378" y="16280"/>
                  <a:pt x="4500" y="16280"/>
                </a:cubicBezTo>
                <a:cubicBezTo>
                  <a:pt x="4622" y="16280"/>
                  <a:pt x="4720" y="16378"/>
                  <a:pt x="4720" y="16500"/>
                </a:cubicBezTo>
                <a:close/>
                <a:moveTo>
                  <a:pt x="5720" y="16500"/>
                </a:moveTo>
                <a:cubicBezTo>
                  <a:pt x="5720" y="16622"/>
                  <a:pt x="5622" y="16720"/>
                  <a:pt x="5500" y="16720"/>
                </a:cubicBezTo>
                <a:cubicBezTo>
                  <a:pt x="5378" y="16720"/>
                  <a:pt x="5280" y="16622"/>
                  <a:pt x="5280" y="16500"/>
                </a:cubicBezTo>
                <a:cubicBezTo>
                  <a:pt x="5280" y="16378"/>
                  <a:pt x="5378" y="16280"/>
                  <a:pt x="5500" y="16280"/>
                </a:cubicBezTo>
                <a:cubicBezTo>
                  <a:pt x="5622" y="16280"/>
                  <a:pt x="5720" y="16378"/>
                  <a:pt x="5720" y="16500"/>
                </a:cubicBezTo>
                <a:close/>
                <a:moveTo>
                  <a:pt x="6720" y="16500"/>
                </a:moveTo>
                <a:cubicBezTo>
                  <a:pt x="6720" y="16622"/>
                  <a:pt x="6622" y="16720"/>
                  <a:pt x="6500" y="16720"/>
                </a:cubicBezTo>
                <a:cubicBezTo>
                  <a:pt x="6378" y="16720"/>
                  <a:pt x="6280" y="16622"/>
                  <a:pt x="6280" y="16500"/>
                </a:cubicBezTo>
                <a:cubicBezTo>
                  <a:pt x="6280" y="16378"/>
                  <a:pt x="6378" y="16280"/>
                  <a:pt x="6500" y="16280"/>
                </a:cubicBezTo>
                <a:cubicBezTo>
                  <a:pt x="6622" y="16280"/>
                  <a:pt x="6720" y="16378"/>
                  <a:pt x="6720" y="16500"/>
                </a:cubicBezTo>
                <a:close/>
                <a:moveTo>
                  <a:pt x="7720" y="16500"/>
                </a:moveTo>
                <a:cubicBezTo>
                  <a:pt x="7720" y="16622"/>
                  <a:pt x="7622" y="16720"/>
                  <a:pt x="7500" y="16720"/>
                </a:cubicBezTo>
                <a:cubicBezTo>
                  <a:pt x="7378" y="16720"/>
                  <a:pt x="7280" y="16622"/>
                  <a:pt x="7280" y="16500"/>
                </a:cubicBezTo>
                <a:cubicBezTo>
                  <a:pt x="7280" y="16378"/>
                  <a:pt x="7378" y="16280"/>
                  <a:pt x="7500" y="16280"/>
                </a:cubicBezTo>
                <a:cubicBezTo>
                  <a:pt x="7622" y="16280"/>
                  <a:pt x="7720" y="16378"/>
                  <a:pt x="7720" y="16500"/>
                </a:cubicBezTo>
                <a:close/>
                <a:moveTo>
                  <a:pt x="720" y="17500"/>
                </a:moveTo>
                <a:cubicBezTo>
                  <a:pt x="720" y="17622"/>
                  <a:pt x="622" y="17720"/>
                  <a:pt x="500" y="17720"/>
                </a:cubicBezTo>
                <a:cubicBezTo>
                  <a:pt x="378" y="17720"/>
                  <a:pt x="280" y="17622"/>
                  <a:pt x="280" y="17500"/>
                </a:cubicBezTo>
                <a:cubicBezTo>
                  <a:pt x="280" y="17378"/>
                  <a:pt x="378" y="17280"/>
                  <a:pt x="500" y="17280"/>
                </a:cubicBezTo>
                <a:cubicBezTo>
                  <a:pt x="622" y="17280"/>
                  <a:pt x="720" y="17378"/>
                  <a:pt x="720" y="17500"/>
                </a:cubicBezTo>
                <a:close/>
                <a:moveTo>
                  <a:pt x="1720" y="17500"/>
                </a:moveTo>
                <a:cubicBezTo>
                  <a:pt x="1720" y="17622"/>
                  <a:pt x="1622" y="17720"/>
                  <a:pt x="1500" y="17720"/>
                </a:cubicBezTo>
                <a:cubicBezTo>
                  <a:pt x="1378" y="17720"/>
                  <a:pt x="1280" y="17622"/>
                  <a:pt x="1280" y="17500"/>
                </a:cubicBezTo>
                <a:cubicBezTo>
                  <a:pt x="1280" y="17378"/>
                  <a:pt x="1378" y="17280"/>
                  <a:pt x="1500" y="17280"/>
                </a:cubicBezTo>
                <a:cubicBezTo>
                  <a:pt x="1622" y="17280"/>
                  <a:pt x="1720" y="17378"/>
                  <a:pt x="1720" y="17500"/>
                </a:cubicBezTo>
                <a:close/>
                <a:moveTo>
                  <a:pt x="2720" y="17500"/>
                </a:moveTo>
                <a:cubicBezTo>
                  <a:pt x="2720" y="17622"/>
                  <a:pt x="2622" y="17720"/>
                  <a:pt x="2500" y="17720"/>
                </a:cubicBezTo>
                <a:cubicBezTo>
                  <a:pt x="2378" y="17720"/>
                  <a:pt x="2280" y="17622"/>
                  <a:pt x="2280" y="17500"/>
                </a:cubicBezTo>
                <a:cubicBezTo>
                  <a:pt x="2280" y="17378"/>
                  <a:pt x="2378" y="17280"/>
                  <a:pt x="2500" y="17280"/>
                </a:cubicBezTo>
                <a:cubicBezTo>
                  <a:pt x="2622" y="17280"/>
                  <a:pt x="2720" y="17378"/>
                  <a:pt x="2720" y="17500"/>
                </a:cubicBezTo>
                <a:close/>
                <a:moveTo>
                  <a:pt x="3720" y="17500"/>
                </a:moveTo>
                <a:cubicBezTo>
                  <a:pt x="3720" y="17622"/>
                  <a:pt x="3622" y="17720"/>
                  <a:pt x="3500" y="17720"/>
                </a:cubicBezTo>
                <a:cubicBezTo>
                  <a:pt x="3378" y="17720"/>
                  <a:pt x="3280" y="17622"/>
                  <a:pt x="3280" y="17500"/>
                </a:cubicBezTo>
                <a:cubicBezTo>
                  <a:pt x="3280" y="17378"/>
                  <a:pt x="3378" y="17280"/>
                  <a:pt x="3500" y="17280"/>
                </a:cubicBezTo>
                <a:cubicBezTo>
                  <a:pt x="3622" y="17280"/>
                  <a:pt x="3720" y="17378"/>
                  <a:pt x="3720" y="17500"/>
                </a:cubicBezTo>
                <a:close/>
                <a:moveTo>
                  <a:pt x="4720" y="17500"/>
                </a:moveTo>
                <a:cubicBezTo>
                  <a:pt x="4720" y="17622"/>
                  <a:pt x="4622" y="17720"/>
                  <a:pt x="4500" y="17720"/>
                </a:cubicBezTo>
                <a:cubicBezTo>
                  <a:pt x="4378" y="17720"/>
                  <a:pt x="4280" y="17622"/>
                  <a:pt x="4280" y="17500"/>
                </a:cubicBezTo>
                <a:cubicBezTo>
                  <a:pt x="4280" y="17378"/>
                  <a:pt x="4378" y="17280"/>
                  <a:pt x="4500" y="17280"/>
                </a:cubicBezTo>
                <a:cubicBezTo>
                  <a:pt x="4622" y="17280"/>
                  <a:pt x="4720" y="17378"/>
                  <a:pt x="4720" y="17500"/>
                </a:cubicBezTo>
                <a:close/>
                <a:moveTo>
                  <a:pt x="5720" y="17500"/>
                </a:moveTo>
                <a:cubicBezTo>
                  <a:pt x="5720" y="17622"/>
                  <a:pt x="5622" y="17720"/>
                  <a:pt x="5500" y="17720"/>
                </a:cubicBezTo>
                <a:cubicBezTo>
                  <a:pt x="5378" y="17720"/>
                  <a:pt x="5280" y="17622"/>
                  <a:pt x="5280" y="17500"/>
                </a:cubicBezTo>
                <a:cubicBezTo>
                  <a:pt x="5280" y="17378"/>
                  <a:pt x="5378" y="17280"/>
                  <a:pt x="5500" y="17280"/>
                </a:cubicBezTo>
                <a:cubicBezTo>
                  <a:pt x="5622" y="17280"/>
                  <a:pt x="5720" y="17378"/>
                  <a:pt x="5720" y="17500"/>
                </a:cubicBezTo>
                <a:close/>
                <a:moveTo>
                  <a:pt x="6720" y="17500"/>
                </a:moveTo>
                <a:cubicBezTo>
                  <a:pt x="6720" y="17622"/>
                  <a:pt x="6622" y="17720"/>
                  <a:pt x="6500" y="17720"/>
                </a:cubicBezTo>
                <a:cubicBezTo>
                  <a:pt x="6378" y="17720"/>
                  <a:pt x="6280" y="17622"/>
                  <a:pt x="6280" y="17500"/>
                </a:cubicBezTo>
                <a:cubicBezTo>
                  <a:pt x="6280" y="17378"/>
                  <a:pt x="6378" y="17280"/>
                  <a:pt x="6500" y="17280"/>
                </a:cubicBezTo>
                <a:cubicBezTo>
                  <a:pt x="6622" y="17280"/>
                  <a:pt x="6720" y="17378"/>
                  <a:pt x="6720" y="17500"/>
                </a:cubicBezTo>
                <a:close/>
                <a:moveTo>
                  <a:pt x="7720" y="17500"/>
                </a:moveTo>
                <a:cubicBezTo>
                  <a:pt x="7720" y="17622"/>
                  <a:pt x="7622" y="17720"/>
                  <a:pt x="7500" y="17720"/>
                </a:cubicBezTo>
                <a:cubicBezTo>
                  <a:pt x="7378" y="17720"/>
                  <a:pt x="7280" y="17622"/>
                  <a:pt x="7280" y="17500"/>
                </a:cubicBezTo>
                <a:cubicBezTo>
                  <a:pt x="7280" y="17378"/>
                  <a:pt x="7378" y="17280"/>
                  <a:pt x="7500" y="17280"/>
                </a:cubicBezTo>
                <a:cubicBezTo>
                  <a:pt x="7622" y="17280"/>
                  <a:pt x="7720" y="17378"/>
                  <a:pt x="7720" y="17500"/>
                </a:cubicBezTo>
                <a:close/>
                <a:moveTo>
                  <a:pt x="720" y="18500"/>
                </a:moveTo>
                <a:cubicBezTo>
                  <a:pt x="720" y="18622"/>
                  <a:pt x="622" y="18720"/>
                  <a:pt x="500" y="18720"/>
                </a:cubicBezTo>
                <a:cubicBezTo>
                  <a:pt x="378" y="18720"/>
                  <a:pt x="280" y="18622"/>
                  <a:pt x="280" y="18500"/>
                </a:cubicBezTo>
                <a:cubicBezTo>
                  <a:pt x="280" y="18378"/>
                  <a:pt x="378" y="18280"/>
                  <a:pt x="500" y="18280"/>
                </a:cubicBezTo>
                <a:cubicBezTo>
                  <a:pt x="622" y="18280"/>
                  <a:pt x="720" y="18378"/>
                  <a:pt x="720" y="18500"/>
                </a:cubicBezTo>
                <a:close/>
                <a:moveTo>
                  <a:pt x="1720" y="18500"/>
                </a:moveTo>
                <a:cubicBezTo>
                  <a:pt x="1720" y="18622"/>
                  <a:pt x="1622" y="18720"/>
                  <a:pt x="1500" y="18720"/>
                </a:cubicBezTo>
                <a:cubicBezTo>
                  <a:pt x="1378" y="18720"/>
                  <a:pt x="1280" y="18622"/>
                  <a:pt x="1280" y="18500"/>
                </a:cubicBezTo>
                <a:cubicBezTo>
                  <a:pt x="1280" y="18378"/>
                  <a:pt x="1378" y="18280"/>
                  <a:pt x="1500" y="18280"/>
                </a:cubicBezTo>
                <a:cubicBezTo>
                  <a:pt x="1622" y="18280"/>
                  <a:pt x="1720" y="18378"/>
                  <a:pt x="1720" y="18500"/>
                </a:cubicBezTo>
                <a:close/>
                <a:moveTo>
                  <a:pt x="2720" y="18500"/>
                </a:moveTo>
                <a:cubicBezTo>
                  <a:pt x="2720" y="18622"/>
                  <a:pt x="2622" y="18720"/>
                  <a:pt x="2500" y="18720"/>
                </a:cubicBezTo>
                <a:cubicBezTo>
                  <a:pt x="2378" y="18720"/>
                  <a:pt x="2280" y="18622"/>
                  <a:pt x="2280" y="18500"/>
                </a:cubicBezTo>
                <a:cubicBezTo>
                  <a:pt x="2280" y="18378"/>
                  <a:pt x="2378" y="18280"/>
                  <a:pt x="2500" y="18280"/>
                </a:cubicBezTo>
                <a:cubicBezTo>
                  <a:pt x="2622" y="18280"/>
                  <a:pt x="2720" y="18378"/>
                  <a:pt x="2720" y="18500"/>
                </a:cubicBezTo>
                <a:close/>
                <a:moveTo>
                  <a:pt x="3720" y="18500"/>
                </a:moveTo>
                <a:cubicBezTo>
                  <a:pt x="3720" y="18622"/>
                  <a:pt x="3622" y="18720"/>
                  <a:pt x="3500" y="18720"/>
                </a:cubicBezTo>
                <a:cubicBezTo>
                  <a:pt x="3378" y="18720"/>
                  <a:pt x="3280" y="18622"/>
                  <a:pt x="3280" y="18500"/>
                </a:cubicBezTo>
                <a:cubicBezTo>
                  <a:pt x="3280" y="18378"/>
                  <a:pt x="3378" y="18280"/>
                  <a:pt x="3500" y="18280"/>
                </a:cubicBezTo>
                <a:cubicBezTo>
                  <a:pt x="3622" y="18280"/>
                  <a:pt x="3720" y="18378"/>
                  <a:pt x="3720" y="18500"/>
                </a:cubicBezTo>
                <a:close/>
                <a:moveTo>
                  <a:pt x="4720" y="18500"/>
                </a:moveTo>
                <a:cubicBezTo>
                  <a:pt x="4720" y="18622"/>
                  <a:pt x="4622" y="18720"/>
                  <a:pt x="4500" y="18720"/>
                </a:cubicBezTo>
                <a:cubicBezTo>
                  <a:pt x="4378" y="18720"/>
                  <a:pt x="4280" y="18622"/>
                  <a:pt x="4280" y="18500"/>
                </a:cubicBezTo>
                <a:cubicBezTo>
                  <a:pt x="4280" y="18378"/>
                  <a:pt x="4378" y="18280"/>
                  <a:pt x="4500" y="18280"/>
                </a:cubicBezTo>
                <a:cubicBezTo>
                  <a:pt x="4622" y="18280"/>
                  <a:pt x="4720" y="18378"/>
                  <a:pt x="4720" y="18500"/>
                </a:cubicBezTo>
                <a:close/>
                <a:moveTo>
                  <a:pt x="5720" y="18500"/>
                </a:moveTo>
                <a:cubicBezTo>
                  <a:pt x="5720" y="18622"/>
                  <a:pt x="5622" y="18720"/>
                  <a:pt x="5500" y="18720"/>
                </a:cubicBezTo>
                <a:cubicBezTo>
                  <a:pt x="5378" y="18720"/>
                  <a:pt x="5280" y="18622"/>
                  <a:pt x="5280" y="18500"/>
                </a:cubicBezTo>
                <a:cubicBezTo>
                  <a:pt x="5280" y="18378"/>
                  <a:pt x="5378" y="18280"/>
                  <a:pt x="5500" y="18280"/>
                </a:cubicBezTo>
                <a:cubicBezTo>
                  <a:pt x="5622" y="18280"/>
                  <a:pt x="5720" y="18378"/>
                  <a:pt x="5720" y="18500"/>
                </a:cubicBezTo>
                <a:close/>
                <a:moveTo>
                  <a:pt x="6720" y="18500"/>
                </a:moveTo>
                <a:cubicBezTo>
                  <a:pt x="6720" y="18622"/>
                  <a:pt x="6622" y="18720"/>
                  <a:pt x="6500" y="18720"/>
                </a:cubicBezTo>
                <a:cubicBezTo>
                  <a:pt x="6378" y="18720"/>
                  <a:pt x="6280" y="18622"/>
                  <a:pt x="6280" y="18500"/>
                </a:cubicBezTo>
                <a:cubicBezTo>
                  <a:pt x="6280" y="18378"/>
                  <a:pt x="6378" y="18280"/>
                  <a:pt x="6500" y="18280"/>
                </a:cubicBezTo>
                <a:cubicBezTo>
                  <a:pt x="6622" y="18280"/>
                  <a:pt x="6720" y="18378"/>
                  <a:pt x="6720" y="18500"/>
                </a:cubicBezTo>
                <a:close/>
                <a:moveTo>
                  <a:pt x="7720" y="18500"/>
                </a:moveTo>
                <a:cubicBezTo>
                  <a:pt x="7720" y="18622"/>
                  <a:pt x="7622" y="18720"/>
                  <a:pt x="7500" y="18720"/>
                </a:cubicBezTo>
                <a:cubicBezTo>
                  <a:pt x="7378" y="18720"/>
                  <a:pt x="7280" y="18622"/>
                  <a:pt x="7280" y="18500"/>
                </a:cubicBezTo>
                <a:cubicBezTo>
                  <a:pt x="7280" y="18378"/>
                  <a:pt x="7378" y="18280"/>
                  <a:pt x="7500" y="18280"/>
                </a:cubicBezTo>
                <a:cubicBezTo>
                  <a:pt x="7622" y="18280"/>
                  <a:pt x="7720" y="18378"/>
                  <a:pt x="7720" y="18500"/>
                </a:cubicBezTo>
                <a:close/>
                <a:moveTo>
                  <a:pt x="720" y="19500"/>
                </a:moveTo>
                <a:cubicBezTo>
                  <a:pt x="720" y="19622"/>
                  <a:pt x="622" y="19720"/>
                  <a:pt x="500" y="19720"/>
                </a:cubicBezTo>
                <a:cubicBezTo>
                  <a:pt x="378" y="19720"/>
                  <a:pt x="280" y="19622"/>
                  <a:pt x="280" y="19500"/>
                </a:cubicBezTo>
                <a:cubicBezTo>
                  <a:pt x="280" y="19378"/>
                  <a:pt x="378" y="19280"/>
                  <a:pt x="500" y="19280"/>
                </a:cubicBezTo>
                <a:cubicBezTo>
                  <a:pt x="622" y="19280"/>
                  <a:pt x="720" y="19378"/>
                  <a:pt x="720" y="19500"/>
                </a:cubicBezTo>
                <a:close/>
                <a:moveTo>
                  <a:pt x="1720" y="19500"/>
                </a:moveTo>
                <a:cubicBezTo>
                  <a:pt x="1720" y="19622"/>
                  <a:pt x="1622" y="19720"/>
                  <a:pt x="1500" y="19720"/>
                </a:cubicBezTo>
                <a:cubicBezTo>
                  <a:pt x="1378" y="19720"/>
                  <a:pt x="1280" y="19622"/>
                  <a:pt x="1280" y="19500"/>
                </a:cubicBezTo>
                <a:cubicBezTo>
                  <a:pt x="1280" y="19378"/>
                  <a:pt x="1378" y="19280"/>
                  <a:pt x="1500" y="19280"/>
                </a:cubicBezTo>
                <a:cubicBezTo>
                  <a:pt x="1622" y="19280"/>
                  <a:pt x="1720" y="19378"/>
                  <a:pt x="1720" y="19500"/>
                </a:cubicBezTo>
                <a:close/>
                <a:moveTo>
                  <a:pt x="2720" y="19500"/>
                </a:moveTo>
                <a:cubicBezTo>
                  <a:pt x="2720" y="19622"/>
                  <a:pt x="2622" y="19720"/>
                  <a:pt x="2500" y="19720"/>
                </a:cubicBezTo>
                <a:cubicBezTo>
                  <a:pt x="2378" y="19720"/>
                  <a:pt x="2280" y="19622"/>
                  <a:pt x="2280" y="19500"/>
                </a:cubicBezTo>
                <a:cubicBezTo>
                  <a:pt x="2280" y="19378"/>
                  <a:pt x="2378" y="19280"/>
                  <a:pt x="2500" y="19280"/>
                </a:cubicBezTo>
                <a:cubicBezTo>
                  <a:pt x="2622" y="19280"/>
                  <a:pt x="2720" y="19378"/>
                  <a:pt x="2720" y="19500"/>
                </a:cubicBezTo>
                <a:close/>
                <a:moveTo>
                  <a:pt x="3720" y="19500"/>
                </a:moveTo>
                <a:cubicBezTo>
                  <a:pt x="3720" y="19622"/>
                  <a:pt x="3622" y="19720"/>
                  <a:pt x="3500" y="19720"/>
                </a:cubicBezTo>
                <a:cubicBezTo>
                  <a:pt x="3378" y="19720"/>
                  <a:pt x="3280" y="19622"/>
                  <a:pt x="3280" y="19500"/>
                </a:cubicBezTo>
                <a:cubicBezTo>
                  <a:pt x="3280" y="19378"/>
                  <a:pt x="3378" y="19280"/>
                  <a:pt x="3500" y="19280"/>
                </a:cubicBezTo>
                <a:cubicBezTo>
                  <a:pt x="3622" y="19280"/>
                  <a:pt x="3720" y="19378"/>
                  <a:pt x="3720" y="19500"/>
                </a:cubicBezTo>
                <a:close/>
                <a:moveTo>
                  <a:pt x="4720" y="19500"/>
                </a:moveTo>
                <a:cubicBezTo>
                  <a:pt x="4720" y="19622"/>
                  <a:pt x="4622" y="19720"/>
                  <a:pt x="4500" y="19720"/>
                </a:cubicBezTo>
                <a:cubicBezTo>
                  <a:pt x="4378" y="19720"/>
                  <a:pt x="4280" y="19622"/>
                  <a:pt x="4280" y="19500"/>
                </a:cubicBezTo>
                <a:cubicBezTo>
                  <a:pt x="4280" y="19378"/>
                  <a:pt x="4378" y="19280"/>
                  <a:pt x="4500" y="19280"/>
                </a:cubicBezTo>
                <a:cubicBezTo>
                  <a:pt x="4622" y="19280"/>
                  <a:pt x="4720" y="19378"/>
                  <a:pt x="4720" y="19500"/>
                </a:cubicBezTo>
                <a:close/>
                <a:moveTo>
                  <a:pt x="5720" y="19500"/>
                </a:moveTo>
                <a:cubicBezTo>
                  <a:pt x="5720" y="19622"/>
                  <a:pt x="5622" y="19720"/>
                  <a:pt x="5500" y="19720"/>
                </a:cubicBezTo>
                <a:cubicBezTo>
                  <a:pt x="5378" y="19720"/>
                  <a:pt x="5280" y="19622"/>
                  <a:pt x="5280" y="19500"/>
                </a:cubicBezTo>
                <a:cubicBezTo>
                  <a:pt x="5280" y="19378"/>
                  <a:pt x="5378" y="19280"/>
                  <a:pt x="5500" y="19280"/>
                </a:cubicBezTo>
                <a:cubicBezTo>
                  <a:pt x="5622" y="19280"/>
                  <a:pt x="5720" y="19378"/>
                  <a:pt x="5720" y="19500"/>
                </a:cubicBezTo>
                <a:close/>
                <a:moveTo>
                  <a:pt x="6720" y="19500"/>
                </a:moveTo>
                <a:cubicBezTo>
                  <a:pt x="6720" y="19622"/>
                  <a:pt x="6622" y="19720"/>
                  <a:pt x="6500" y="19720"/>
                </a:cubicBezTo>
                <a:cubicBezTo>
                  <a:pt x="6378" y="19720"/>
                  <a:pt x="6280" y="19622"/>
                  <a:pt x="6280" y="19500"/>
                </a:cubicBezTo>
                <a:cubicBezTo>
                  <a:pt x="6280" y="19378"/>
                  <a:pt x="6378" y="19280"/>
                  <a:pt x="6500" y="19280"/>
                </a:cubicBezTo>
                <a:cubicBezTo>
                  <a:pt x="6622" y="19280"/>
                  <a:pt x="6720" y="19378"/>
                  <a:pt x="6720" y="19500"/>
                </a:cubicBezTo>
                <a:close/>
                <a:moveTo>
                  <a:pt x="7720" y="19500"/>
                </a:moveTo>
                <a:cubicBezTo>
                  <a:pt x="7720" y="19622"/>
                  <a:pt x="7622" y="19720"/>
                  <a:pt x="7500" y="19720"/>
                </a:cubicBezTo>
                <a:cubicBezTo>
                  <a:pt x="7378" y="19720"/>
                  <a:pt x="7280" y="19622"/>
                  <a:pt x="7280" y="19500"/>
                </a:cubicBezTo>
                <a:cubicBezTo>
                  <a:pt x="7280" y="19378"/>
                  <a:pt x="7378" y="19280"/>
                  <a:pt x="7500" y="19280"/>
                </a:cubicBezTo>
                <a:cubicBezTo>
                  <a:pt x="7622" y="19280"/>
                  <a:pt x="7720" y="19378"/>
                  <a:pt x="7720" y="19500"/>
                </a:cubicBezTo>
                <a:close/>
                <a:moveTo>
                  <a:pt x="720" y="20500"/>
                </a:moveTo>
                <a:cubicBezTo>
                  <a:pt x="720" y="20622"/>
                  <a:pt x="622" y="20720"/>
                  <a:pt x="500" y="20720"/>
                </a:cubicBezTo>
                <a:cubicBezTo>
                  <a:pt x="378" y="20720"/>
                  <a:pt x="280" y="20622"/>
                  <a:pt x="280" y="20500"/>
                </a:cubicBezTo>
                <a:cubicBezTo>
                  <a:pt x="280" y="20378"/>
                  <a:pt x="378" y="20280"/>
                  <a:pt x="500" y="20280"/>
                </a:cubicBezTo>
                <a:cubicBezTo>
                  <a:pt x="622" y="20280"/>
                  <a:pt x="720" y="20378"/>
                  <a:pt x="720" y="20500"/>
                </a:cubicBezTo>
                <a:close/>
                <a:moveTo>
                  <a:pt x="1720" y="20500"/>
                </a:moveTo>
                <a:cubicBezTo>
                  <a:pt x="1720" y="20622"/>
                  <a:pt x="1622" y="20720"/>
                  <a:pt x="1500" y="20720"/>
                </a:cubicBezTo>
                <a:cubicBezTo>
                  <a:pt x="1378" y="20720"/>
                  <a:pt x="1280" y="20622"/>
                  <a:pt x="1280" y="20500"/>
                </a:cubicBezTo>
                <a:cubicBezTo>
                  <a:pt x="1280" y="20378"/>
                  <a:pt x="1378" y="20280"/>
                  <a:pt x="1500" y="20280"/>
                </a:cubicBezTo>
                <a:cubicBezTo>
                  <a:pt x="1622" y="20280"/>
                  <a:pt x="1720" y="20378"/>
                  <a:pt x="1720" y="20500"/>
                </a:cubicBezTo>
                <a:close/>
                <a:moveTo>
                  <a:pt x="2720" y="20500"/>
                </a:moveTo>
                <a:cubicBezTo>
                  <a:pt x="2720" y="20622"/>
                  <a:pt x="2622" y="20720"/>
                  <a:pt x="2500" y="20720"/>
                </a:cubicBezTo>
                <a:cubicBezTo>
                  <a:pt x="2378" y="20720"/>
                  <a:pt x="2280" y="20622"/>
                  <a:pt x="2280" y="20500"/>
                </a:cubicBezTo>
                <a:cubicBezTo>
                  <a:pt x="2280" y="20378"/>
                  <a:pt x="2378" y="20280"/>
                  <a:pt x="2500" y="20280"/>
                </a:cubicBezTo>
                <a:cubicBezTo>
                  <a:pt x="2622" y="20280"/>
                  <a:pt x="2720" y="20378"/>
                  <a:pt x="2720" y="20500"/>
                </a:cubicBezTo>
                <a:close/>
                <a:moveTo>
                  <a:pt x="3720" y="20500"/>
                </a:moveTo>
                <a:cubicBezTo>
                  <a:pt x="3720" y="20622"/>
                  <a:pt x="3622" y="20720"/>
                  <a:pt x="3500" y="20720"/>
                </a:cubicBezTo>
                <a:cubicBezTo>
                  <a:pt x="3378" y="20720"/>
                  <a:pt x="3280" y="20622"/>
                  <a:pt x="3280" y="20500"/>
                </a:cubicBezTo>
                <a:cubicBezTo>
                  <a:pt x="3280" y="20378"/>
                  <a:pt x="3378" y="20280"/>
                  <a:pt x="3500" y="20280"/>
                </a:cubicBezTo>
                <a:cubicBezTo>
                  <a:pt x="3622" y="20280"/>
                  <a:pt x="3720" y="20378"/>
                  <a:pt x="3720" y="20500"/>
                </a:cubicBezTo>
                <a:close/>
                <a:moveTo>
                  <a:pt x="4720" y="20500"/>
                </a:moveTo>
                <a:cubicBezTo>
                  <a:pt x="4720" y="20622"/>
                  <a:pt x="4622" y="20720"/>
                  <a:pt x="4500" y="20720"/>
                </a:cubicBezTo>
                <a:cubicBezTo>
                  <a:pt x="4378" y="20720"/>
                  <a:pt x="4280" y="20622"/>
                  <a:pt x="4280" y="20500"/>
                </a:cubicBezTo>
                <a:cubicBezTo>
                  <a:pt x="4280" y="20378"/>
                  <a:pt x="4378" y="20280"/>
                  <a:pt x="4500" y="20280"/>
                </a:cubicBezTo>
                <a:cubicBezTo>
                  <a:pt x="4622" y="20280"/>
                  <a:pt x="4720" y="20378"/>
                  <a:pt x="4720" y="20500"/>
                </a:cubicBezTo>
                <a:close/>
                <a:moveTo>
                  <a:pt x="5720" y="20500"/>
                </a:moveTo>
                <a:cubicBezTo>
                  <a:pt x="5720" y="20622"/>
                  <a:pt x="5622" y="20720"/>
                  <a:pt x="5500" y="20720"/>
                </a:cubicBezTo>
                <a:cubicBezTo>
                  <a:pt x="5378" y="20720"/>
                  <a:pt x="5280" y="20622"/>
                  <a:pt x="5280" y="20500"/>
                </a:cubicBezTo>
                <a:cubicBezTo>
                  <a:pt x="5280" y="20378"/>
                  <a:pt x="5378" y="20280"/>
                  <a:pt x="5500" y="20280"/>
                </a:cubicBezTo>
                <a:cubicBezTo>
                  <a:pt x="5622" y="20280"/>
                  <a:pt x="5720" y="20378"/>
                  <a:pt x="5720" y="20500"/>
                </a:cubicBezTo>
                <a:close/>
                <a:moveTo>
                  <a:pt x="6720" y="20500"/>
                </a:moveTo>
                <a:cubicBezTo>
                  <a:pt x="6720" y="20622"/>
                  <a:pt x="6622" y="20720"/>
                  <a:pt x="6500" y="20720"/>
                </a:cubicBezTo>
                <a:cubicBezTo>
                  <a:pt x="6378" y="20720"/>
                  <a:pt x="6280" y="20622"/>
                  <a:pt x="6280" y="20500"/>
                </a:cubicBezTo>
                <a:cubicBezTo>
                  <a:pt x="6280" y="20378"/>
                  <a:pt x="6378" y="20280"/>
                  <a:pt x="6500" y="20280"/>
                </a:cubicBezTo>
                <a:cubicBezTo>
                  <a:pt x="6622" y="20280"/>
                  <a:pt x="6720" y="20378"/>
                  <a:pt x="6720" y="20500"/>
                </a:cubicBezTo>
                <a:close/>
                <a:moveTo>
                  <a:pt x="7720" y="20500"/>
                </a:moveTo>
                <a:cubicBezTo>
                  <a:pt x="7720" y="20622"/>
                  <a:pt x="7622" y="20720"/>
                  <a:pt x="7500" y="20720"/>
                </a:cubicBezTo>
                <a:cubicBezTo>
                  <a:pt x="7378" y="20720"/>
                  <a:pt x="7280" y="20622"/>
                  <a:pt x="7280" y="20500"/>
                </a:cubicBezTo>
                <a:cubicBezTo>
                  <a:pt x="7280" y="20378"/>
                  <a:pt x="7378" y="20280"/>
                  <a:pt x="7500" y="20280"/>
                </a:cubicBezTo>
                <a:cubicBezTo>
                  <a:pt x="7622" y="20280"/>
                  <a:pt x="7720" y="20378"/>
                  <a:pt x="7720" y="20500"/>
                </a:cubicBezTo>
                <a:close/>
                <a:moveTo>
                  <a:pt x="720" y="21500"/>
                </a:moveTo>
                <a:cubicBezTo>
                  <a:pt x="720" y="21622"/>
                  <a:pt x="622" y="21720"/>
                  <a:pt x="500" y="21720"/>
                </a:cubicBezTo>
                <a:cubicBezTo>
                  <a:pt x="378" y="21720"/>
                  <a:pt x="280" y="21622"/>
                  <a:pt x="280" y="21500"/>
                </a:cubicBezTo>
                <a:cubicBezTo>
                  <a:pt x="280" y="21378"/>
                  <a:pt x="378" y="21280"/>
                  <a:pt x="500" y="21280"/>
                </a:cubicBezTo>
                <a:cubicBezTo>
                  <a:pt x="622" y="21280"/>
                  <a:pt x="720" y="21378"/>
                  <a:pt x="720" y="21500"/>
                </a:cubicBezTo>
                <a:close/>
                <a:moveTo>
                  <a:pt x="1720" y="21500"/>
                </a:moveTo>
                <a:cubicBezTo>
                  <a:pt x="1720" y="21622"/>
                  <a:pt x="1622" y="21720"/>
                  <a:pt x="1500" y="21720"/>
                </a:cubicBezTo>
                <a:cubicBezTo>
                  <a:pt x="1378" y="21720"/>
                  <a:pt x="1280" y="21622"/>
                  <a:pt x="1280" y="21500"/>
                </a:cubicBezTo>
                <a:cubicBezTo>
                  <a:pt x="1280" y="21378"/>
                  <a:pt x="1378" y="21280"/>
                  <a:pt x="1500" y="21280"/>
                </a:cubicBezTo>
                <a:cubicBezTo>
                  <a:pt x="1622" y="21280"/>
                  <a:pt x="1720" y="21378"/>
                  <a:pt x="1720" y="21500"/>
                </a:cubicBezTo>
                <a:close/>
                <a:moveTo>
                  <a:pt x="2720" y="21500"/>
                </a:moveTo>
                <a:cubicBezTo>
                  <a:pt x="2720" y="21622"/>
                  <a:pt x="2622" y="21720"/>
                  <a:pt x="2500" y="21720"/>
                </a:cubicBezTo>
                <a:cubicBezTo>
                  <a:pt x="2378" y="21720"/>
                  <a:pt x="2280" y="21622"/>
                  <a:pt x="2280" y="21500"/>
                </a:cubicBezTo>
                <a:cubicBezTo>
                  <a:pt x="2280" y="21378"/>
                  <a:pt x="2378" y="21280"/>
                  <a:pt x="2500" y="21280"/>
                </a:cubicBezTo>
                <a:cubicBezTo>
                  <a:pt x="2622" y="21280"/>
                  <a:pt x="2720" y="21378"/>
                  <a:pt x="2720" y="21500"/>
                </a:cubicBezTo>
                <a:close/>
                <a:moveTo>
                  <a:pt x="3720" y="21500"/>
                </a:moveTo>
                <a:cubicBezTo>
                  <a:pt x="3720" y="21622"/>
                  <a:pt x="3622" y="21720"/>
                  <a:pt x="3500" y="21720"/>
                </a:cubicBezTo>
                <a:cubicBezTo>
                  <a:pt x="3378" y="21720"/>
                  <a:pt x="3280" y="21622"/>
                  <a:pt x="3280" y="21500"/>
                </a:cubicBezTo>
                <a:cubicBezTo>
                  <a:pt x="3280" y="21378"/>
                  <a:pt x="3378" y="21280"/>
                  <a:pt x="3500" y="21280"/>
                </a:cubicBezTo>
                <a:cubicBezTo>
                  <a:pt x="3622" y="21280"/>
                  <a:pt x="3720" y="21378"/>
                  <a:pt x="3720" y="21500"/>
                </a:cubicBezTo>
                <a:close/>
                <a:moveTo>
                  <a:pt x="4720" y="21500"/>
                </a:moveTo>
                <a:cubicBezTo>
                  <a:pt x="4720" y="21622"/>
                  <a:pt x="4622" y="21720"/>
                  <a:pt x="4500" y="21720"/>
                </a:cubicBezTo>
                <a:cubicBezTo>
                  <a:pt x="4378" y="21720"/>
                  <a:pt x="4280" y="21622"/>
                  <a:pt x="4280" y="21500"/>
                </a:cubicBezTo>
                <a:cubicBezTo>
                  <a:pt x="4280" y="21378"/>
                  <a:pt x="4378" y="21280"/>
                  <a:pt x="4500" y="21280"/>
                </a:cubicBezTo>
                <a:cubicBezTo>
                  <a:pt x="4622" y="21280"/>
                  <a:pt x="4720" y="21378"/>
                  <a:pt x="4720" y="21500"/>
                </a:cubicBezTo>
                <a:close/>
                <a:moveTo>
                  <a:pt x="5720" y="21500"/>
                </a:moveTo>
                <a:cubicBezTo>
                  <a:pt x="5720" y="21622"/>
                  <a:pt x="5622" y="21720"/>
                  <a:pt x="5500" y="21720"/>
                </a:cubicBezTo>
                <a:cubicBezTo>
                  <a:pt x="5378" y="21720"/>
                  <a:pt x="5280" y="21622"/>
                  <a:pt x="5280" y="21500"/>
                </a:cubicBezTo>
                <a:cubicBezTo>
                  <a:pt x="5280" y="21378"/>
                  <a:pt x="5378" y="21280"/>
                  <a:pt x="5500" y="21280"/>
                </a:cubicBezTo>
                <a:cubicBezTo>
                  <a:pt x="5622" y="21280"/>
                  <a:pt x="5720" y="21378"/>
                  <a:pt x="5720" y="21500"/>
                </a:cubicBezTo>
                <a:close/>
                <a:moveTo>
                  <a:pt x="6720" y="21500"/>
                </a:moveTo>
                <a:cubicBezTo>
                  <a:pt x="6720" y="21622"/>
                  <a:pt x="6622" y="21720"/>
                  <a:pt x="6500" y="21720"/>
                </a:cubicBezTo>
                <a:cubicBezTo>
                  <a:pt x="6378" y="21720"/>
                  <a:pt x="6280" y="21622"/>
                  <a:pt x="6280" y="21500"/>
                </a:cubicBezTo>
                <a:cubicBezTo>
                  <a:pt x="6280" y="21378"/>
                  <a:pt x="6378" y="21280"/>
                  <a:pt x="6500" y="21280"/>
                </a:cubicBezTo>
                <a:cubicBezTo>
                  <a:pt x="6622" y="21280"/>
                  <a:pt x="6720" y="21378"/>
                  <a:pt x="6720" y="21500"/>
                </a:cubicBezTo>
                <a:close/>
                <a:moveTo>
                  <a:pt x="7720" y="21500"/>
                </a:moveTo>
                <a:cubicBezTo>
                  <a:pt x="7720" y="21622"/>
                  <a:pt x="7622" y="21720"/>
                  <a:pt x="7500" y="21720"/>
                </a:cubicBezTo>
                <a:cubicBezTo>
                  <a:pt x="7378" y="21720"/>
                  <a:pt x="7280" y="21622"/>
                  <a:pt x="7280" y="21500"/>
                </a:cubicBezTo>
                <a:cubicBezTo>
                  <a:pt x="7280" y="21378"/>
                  <a:pt x="7378" y="21280"/>
                  <a:pt x="7500" y="21280"/>
                </a:cubicBezTo>
                <a:cubicBezTo>
                  <a:pt x="7622" y="21280"/>
                  <a:pt x="7720" y="21378"/>
                  <a:pt x="7720" y="21500"/>
                </a:cubicBezTo>
                <a:close/>
                <a:moveTo>
                  <a:pt x="720" y="22500"/>
                </a:moveTo>
                <a:cubicBezTo>
                  <a:pt x="720" y="22622"/>
                  <a:pt x="622" y="22720"/>
                  <a:pt x="500" y="22720"/>
                </a:cubicBezTo>
                <a:cubicBezTo>
                  <a:pt x="378" y="22720"/>
                  <a:pt x="280" y="22622"/>
                  <a:pt x="280" y="22500"/>
                </a:cubicBezTo>
                <a:cubicBezTo>
                  <a:pt x="280" y="22378"/>
                  <a:pt x="378" y="22280"/>
                  <a:pt x="500" y="22280"/>
                </a:cubicBezTo>
                <a:cubicBezTo>
                  <a:pt x="622" y="22280"/>
                  <a:pt x="720" y="22378"/>
                  <a:pt x="720" y="22500"/>
                </a:cubicBezTo>
                <a:close/>
                <a:moveTo>
                  <a:pt x="1720" y="22500"/>
                </a:moveTo>
                <a:cubicBezTo>
                  <a:pt x="1720" y="22622"/>
                  <a:pt x="1622" y="22720"/>
                  <a:pt x="1500" y="22720"/>
                </a:cubicBezTo>
                <a:cubicBezTo>
                  <a:pt x="1378" y="22720"/>
                  <a:pt x="1280" y="22622"/>
                  <a:pt x="1280" y="22500"/>
                </a:cubicBezTo>
                <a:cubicBezTo>
                  <a:pt x="1280" y="22378"/>
                  <a:pt x="1378" y="22280"/>
                  <a:pt x="1500" y="22280"/>
                </a:cubicBezTo>
                <a:cubicBezTo>
                  <a:pt x="1622" y="22280"/>
                  <a:pt x="1720" y="22378"/>
                  <a:pt x="1720" y="22500"/>
                </a:cubicBezTo>
                <a:close/>
                <a:moveTo>
                  <a:pt x="2720" y="22500"/>
                </a:moveTo>
                <a:cubicBezTo>
                  <a:pt x="2720" y="22622"/>
                  <a:pt x="2622" y="22720"/>
                  <a:pt x="2500" y="22720"/>
                </a:cubicBezTo>
                <a:cubicBezTo>
                  <a:pt x="2378" y="22720"/>
                  <a:pt x="2280" y="22622"/>
                  <a:pt x="2280" y="22500"/>
                </a:cubicBezTo>
                <a:cubicBezTo>
                  <a:pt x="2280" y="22378"/>
                  <a:pt x="2378" y="22280"/>
                  <a:pt x="2500" y="22280"/>
                </a:cubicBezTo>
                <a:cubicBezTo>
                  <a:pt x="2622" y="22280"/>
                  <a:pt x="2720" y="22378"/>
                  <a:pt x="2720" y="22500"/>
                </a:cubicBezTo>
                <a:close/>
                <a:moveTo>
                  <a:pt x="3720" y="22500"/>
                </a:moveTo>
                <a:cubicBezTo>
                  <a:pt x="3720" y="22622"/>
                  <a:pt x="3622" y="22720"/>
                  <a:pt x="3500" y="22720"/>
                </a:cubicBezTo>
                <a:cubicBezTo>
                  <a:pt x="3378" y="22720"/>
                  <a:pt x="3280" y="22622"/>
                  <a:pt x="3280" y="22500"/>
                </a:cubicBezTo>
                <a:cubicBezTo>
                  <a:pt x="3280" y="22378"/>
                  <a:pt x="3378" y="22280"/>
                  <a:pt x="3500" y="22280"/>
                </a:cubicBezTo>
                <a:cubicBezTo>
                  <a:pt x="3622" y="22280"/>
                  <a:pt x="3720" y="22378"/>
                  <a:pt x="3720" y="22500"/>
                </a:cubicBezTo>
                <a:close/>
                <a:moveTo>
                  <a:pt x="4720" y="22500"/>
                </a:moveTo>
                <a:cubicBezTo>
                  <a:pt x="4720" y="22622"/>
                  <a:pt x="4622" y="22720"/>
                  <a:pt x="4500" y="22720"/>
                </a:cubicBezTo>
                <a:cubicBezTo>
                  <a:pt x="4378" y="22720"/>
                  <a:pt x="4280" y="22622"/>
                  <a:pt x="4280" y="22500"/>
                </a:cubicBezTo>
                <a:cubicBezTo>
                  <a:pt x="4280" y="22378"/>
                  <a:pt x="4378" y="22280"/>
                  <a:pt x="4500" y="22280"/>
                </a:cubicBezTo>
                <a:cubicBezTo>
                  <a:pt x="4622" y="22280"/>
                  <a:pt x="4720" y="22378"/>
                  <a:pt x="4720" y="22500"/>
                </a:cubicBezTo>
                <a:close/>
                <a:moveTo>
                  <a:pt x="5720" y="22500"/>
                </a:moveTo>
                <a:cubicBezTo>
                  <a:pt x="5720" y="22622"/>
                  <a:pt x="5622" y="22720"/>
                  <a:pt x="5500" y="22720"/>
                </a:cubicBezTo>
                <a:cubicBezTo>
                  <a:pt x="5378" y="22720"/>
                  <a:pt x="5280" y="22622"/>
                  <a:pt x="5280" y="22500"/>
                </a:cubicBezTo>
                <a:cubicBezTo>
                  <a:pt x="5280" y="22378"/>
                  <a:pt x="5378" y="22280"/>
                  <a:pt x="5500" y="22280"/>
                </a:cubicBezTo>
                <a:cubicBezTo>
                  <a:pt x="5622" y="22280"/>
                  <a:pt x="5720" y="22378"/>
                  <a:pt x="5720" y="22500"/>
                </a:cubicBezTo>
                <a:close/>
                <a:moveTo>
                  <a:pt x="6720" y="22500"/>
                </a:moveTo>
                <a:cubicBezTo>
                  <a:pt x="6720" y="22622"/>
                  <a:pt x="6622" y="22720"/>
                  <a:pt x="6500" y="22720"/>
                </a:cubicBezTo>
                <a:cubicBezTo>
                  <a:pt x="6378" y="22720"/>
                  <a:pt x="6280" y="22622"/>
                  <a:pt x="6280" y="22500"/>
                </a:cubicBezTo>
                <a:cubicBezTo>
                  <a:pt x="6280" y="22378"/>
                  <a:pt x="6378" y="22280"/>
                  <a:pt x="6500" y="22280"/>
                </a:cubicBezTo>
                <a:cubicBezTo>
                  <a:pt x="6622" y="22280"/>
                  <a:pt x="6720" y="22378"/>
                  <a:pt x="6720" y="22500"/>
                </a:cubicBezTo>
                <a:close/>
                <a:moveTo>
                  <a:pt x="7720" y="22500"/>
                </a:moveTo>
                <a:cubicBezTo>
                  <a:pt x="7720" y="22622"/>
                  <a:pt x="7622" y="22720"/>
                  <a:pt x="7500" y="22720"/>
                </a:cubicBezTo>
                <a:cubicBezTo>
                  <a:pt x="7378" y="22720"/>
                  <a:pt x="7280" y="22622"/>
                  <a:pt x="7280" y="22500"/>
                </a:cubicBezTo>
                <a:cubicBezTo>
                  <a:pt x="7280" y="22378"/>
                  <a:pt x="7378" y="22280"/>
                  <a:pt x="7500" y="22280"/>
                </a:cubicBezTo>
                <a:cubicBezTo>
                  <a:pt x="7622" y="22280"/>
                  <a:pt x="7720" y="22378"/>
                  <a:pt x="7720" y="22500"/>
                </a:cubicBezTo>
                <a:close/>
                <a:moveTo>
                  <a:pt x="720" y="23500"/>
                </a:moveTo>
                <a:cubicBezTo>
                  <a:pt x="720" y="23622"/>
                  <a:pt x="622" y="23720"/>
                  <a:pt x="500" y="23720"/>
                </a:cubicBezTo>
                <a:cubicBezTo>
                  <a:pt x="378" y="23720"/>
                  <a:pt x="280" y="23622"/>
                  <a:pt x="280" y="23500"/>
                </a:cubicBezTo>
                <a:cubicBezTo>
                  <a:pt x="280" y="23378"/>
                  <a:pt x="378" y="23280"/>
                  <a:pt x="500" y="23280"/>
                </a:cubicBezTo>
                <a:cubicBezTo>
                  <a:pt x="622" y="23280"/>
                  <a:pt x="720" y="23378"/>
                  <a:pt x="720" y="23500"/>
                </a:cubicBezTo>
                <a:close/>
                <a:moveTo>
                  <a:pt x="1720" y="23500"/>
                </a:moveTo>
                <a:cubicBezTo>
                  <a:pt x="1720" y="23622"/>
                  <a:pt x="1622" y="23720"/>
                  <a:pt x="1500" y="23720"/>
                </a:cubicBezTo>
                <a:cubicBezTo>
                  <a:pt x="1378" y="23720"/>
                  <a:pt x="1280" y="23622"/>
                  <a:pt x="1280" y="23500"/>
                </a:cubicBezTo>
                <a:cubicBezTo>
                  <a:pt x="1280" y="23378"/>
                  <a:pt x="1378" y="23280"/>
                  <a:pt x="1500" y="23280"/>
                </a:cubicBezTo>
                <a:cubicBezTo>
                  <a:pt x="1622" y="23280"/>
                  <a:pt x="1720" y="23378"/>
                  <a:pt x="1720" y="23500"/>
                </a:cubicBezTo>
                <a:close/>
                <a:moveTo>
                  <a:pt x="2720" y="23500"/>
                </a:moveTo>
                <a:cubicBezTo>
                  <a:pt x="2720" y="23622"/>
                  <a:pt x="2622" y="23720"/>
                  <a:pt x="2500" y="23720"/>
                </a:cubicBezTo>
                <a:cubicBezTo>
                  <a:pt x="2378" y="23720"/>
                  <a:pt x="2280" y="23622"/>
                  <a:pt x="2280" y="23500"/>
                </a:cubicBezTo>
                <a:cubicBezTo>
                  <a:pt x="2280" y="23378"/>
                  <a:pt x="2378" y="23280"/>
                  <a:pt x="2500" y="23280"/>
                </a:cubicBezTo>
                <a:cubicBezTo>
                  <a:pt x="2622" y="23280"/>
                  <a:pt x="2720" y="23378"/>
                  <a:pt x="2720" y="23500"/>
                </a:cubicBezTo>
                <a:close/>
                <a:moveTo>
                  <a:pt x="3720" y="23500"/>
                </a:moveTo>
                <a:cubicBezTo>
                  <a:pt x="3720" y="23622"/>
                  <a:pt x="3622" y="23720"/>
                  <a:pt x="3500" y="23720"/>
                </a:cubicBezTo>
                <a:cubicBezTo>
                  <a:pt x="3378" y="23720"/>
                  <a:pt x="3280" y="23622"/>
                  <a:pt x="3280" y="23500"/>
                </a:cubicBezTo>
                <a:cubicBezTo>
                  <a:pt x="3280" y="23378"/>
                  <a:pt x="3378" y="23280"/>
                  <a:pt x="3500" y="23280"/>
                </a:cubicBezTo>
                <a:cubicBezTo>
                  <a:pt x="3622" y="23280"/>
                  <a:pt x="3720" y="23378"/>
                  <a:pt x="3720" y="23500"/>
                </a:cubicBezTo>
                <a:close/>
                <a:moveTo>
                  <a:pt x="4720" y="23500"/>
                </a:moveTo>
                <a:cubicBezTo>
                  <a:pt x="4720" y="23622"/>
                  <a:pt x="4622" y="23720"/>
                  <a:pt x="4500" y="23720"/>
                </a:cubicBezTo>
                <a:cubicBezTo>
                  <a:pt x="4378" y="23720"/>
                  <a:pt x="4280" y="23622"/>
                  <a:pt x="4280" y="23500"/>
                </a:cubicBezTo>
                <a:cubicBezTo>
                  <a:pt x="4280" y="23378"/>
                  <a:pt x="4378" y="23280"/>
                  <a:pt x="4500" y="23280"/>
                </a:cubicBezTo>
                <a:cubicBezTo>
                  <a:pt x="4622" y="23280"/>
                  <a:pt x="4720" y="23378"/>
                  <a:pt x="4720" y="23500"/>
                </a:cubicBezTo>
                <a:close/>
                <a:moveTo>
                  <a:pt x="5720" y="23500"/>
                </a:moveTo>
                <a:cubicBezTo>
                  <a:pt x="5720" y="23622"/>
                  <a:pt x="5622" y="23720"/>
                  <a:pt x="5500" y="23720"/>
                </a:cubicBezTo>
                <a:cubicBezTo>
                  <a:pt x="5378" y="23720"/>
                  <a:pt x="5280" y="23622"/>
                  <a:pt x="5280" y="23500"/>
                </a:cubicBezTo>
                <a:cubicBezTo>
                  <a:pt x="5280" y="23378"/>
                  <a:pt x="5378" y="23280"/>
                  <a:pt x="5500" y="23280"/>
                </a:cubicBezTo>
                <a:cubicBezTo>
                  <a:pt x="5622" y="23280"/>
                  <a:pt x="5720" y="23378"/>
                  <a:pt x="5720" y="23500"/>
                </a:cubicBezTo>
                <a:close/>
                <a:moveTo>
                  <a:pt x="6720" y="23500"/>
                </a:moveTo>
                <a:cubicBezTo>
                  <a:pt x="6720" y="23622"/>
                  <a:pt x="6622" y="23720"/>
                  <a:pt x="6500" y="23720"/>
                </a:cubicBezTo>
                <a:cubicBezTo>
                  <a:pt x="6378" y="23720"/>
                  <a:pt x="6280" y="23622"/>
                  <a:pt x="6280" y="23500"/>
                </a:cubicBezTo>
                <a:cubicBezTo>
                  <a:pt x="6280" y="23378"/>
                  <a:pt x="6378" y="23280"/>
                  <a:pt x="6500" y="23280"/>
                </a:cubicBezTo>
                <a:cubicBezTo>
                  <a:pt x="6622" y="23280"/>
                  <a:pt x="6720" y="23378"/>
                  <a:pt x="6720" y="23500"/>
                </a:cubicBezTo>
                <a:close/>
                <a:moveTo>
                  <a:pt x="7720" y="23500"/>
                </a:moveTo>
                <a:cubicBezTo>
                  <a:pt x="7720" y="23622"/>
                  <a:pt x="7622" y="23720"/>
                  <a:pt x="7500" y="23720"/>
                </a:cubicBezTo>
                <a:cubicBezTo>
                  <a:pt x="7378" y="23720"/>
                  <a:pt x="7280" y="23622"/>
                  <a:pt x="7280" y="23500"/>
                </a:cubicBezTo>
                <a:cubicBezTo>
                  <a:pt x="7280" y="23378"/>
                  <a:pt x="7378" y="23280"/>
                  <a:pt x="7500" y="23280"/>
                </a:cubicBezTo>
                <a:cubicBezTo>
                  <a:pt x="7622" y="23280"/>
                  <a:pt x="7720" y="23378"/>
                  <a:pt x="7720" y="2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win"/>
          <p:cNvSpPr/>
          <p:nvPr/>
        </p:nvSpPr>
        <p:spPr>
          <a:xfrm>
            <a:off x="508000" y="381000"/>
            <a:ext cx="11049000" cy="5969000"/>
          </a:xfrm>
          <a:prstGeom prst="rect">
            <a:avLst/>
          </a:prstGeom>
          <a:solidFill>
            <a:srgbClr val="FBF5E9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cxnSp>
        <p:nvCxnSpPr>
          <p:cNvPr id="5" name="bar"/>
          <p:cNvCxnSpPr/>
          <p:nvPr/>
        </p:nvCxnSpPr>
        <p:spPr>
          <a:xfrm>
            <a:off x="508000" y="838200"/>
            <a:ext cx="11049000" cy="0"/>
          </a:xfrm>
          <a:prstGeom prst="line">
            <a:avLst/>
          </a:prstGeom>
          <a:ln w="31750" cap="rnd">
            <a:solidFill>
              <a:srgbClr val="111111"/>
            </a:solidFill>
            <a:round/>
          </a:ln>
        </p:spPr>
      </p:cxnSp>
      <p:sp>
        <p:nvSpPr>
          <p:cNvPr id="6" name="bartxt"/>
          <p:cNvSpPr txBox="1"/>
          <p:nvPr/>
        </p:nvSpPr>
        <p:spPr>
          <a:xfrm>
            <a:off x="762000" y="5207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dirty="0">
                <a:solidFill>
                  <a:srgbClr val="111111"/>
                </a:solidFill>
                <a:latin typeface="Cascadia Mono"/>
                <a:cs typeface="Cascadia Mono"/>
              </a:rPr>
              <a:t>услуги/</a:t>
            </a:r>
            <a:endParaRPr lang="ru-RU" sz="1100" dirty="0">
              <a:solidFill>
                <a:srgbClr val="111111"/>
              </a:solidFill>
              <a:latin typeface="Cascadia Mono"/>
              <a:cs typeface="Cascadia Mono"/>
            </a:endParaRPr>
          </a:p>
        </p:txBody>
      </p:sp>
      <p:sp>
        <p:nvSpPr>
          <p:cNvPr id="7" name="b1"/>
          <p:cNvSpPr/>
          <p:nvPr/>
        </p:nvSpPr>
        <p:spPr>
          <a:xfrm>
            <a:off x="10388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12000"/>
                </a:moveTo>
                <a:lnTo>
                  <a:pt x="19000" y="12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8" name="b2"/>
          <p:cNvSpPr/>
          <p:nvPr/>
        </p:nvSpPr>
        <p:spPr>
          <a:xfrm>
            <a:off x="10769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b3"/>
          <p:cNvSpPr/>
          <p:nvPr/>
        </p:nvSpPr>
        <p:spPr>
          <a:xfrm>
            <a:off x="11150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8000" y="6000"/>
                </a:moveTo>
                <a:lnTo>
                  <a:pt x="6000" y="18000"/>
                </a:lnTo>
              </a:path>
              <a:path w="24000" h="24000" fill="none">
                <a:moveTo>
                  <a:pt x="6000" y="6000"/>
                </a:moveTo>
                <a:lnTo>
                  <a:pt x="18000" y="18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h"/>
          <p:cNvSpPr txBox="1"/>
          <p:nvPr/>
        </p:nvSpPr>
        <p:spPr>
          <a:xfrm>
            <a:off x="2286000" y="1117600"/>
            <a:ext cx="762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ru-RU" sz="3600" dirty="0">
                <a:solidFill>
                  <a:srgbClr val="111111"/>
                </a:solidFill>
                <a:latin typeface="Unbounded ExtraBold"/>
                <a:cs typeface="Unbounded ExtraBold"/>
              </a:rPr>
              <a:t>Что мы делаем</a:t>
            </a:r>
            <a:endParaRPr lang="ru-RU" sz="3600" dirty="0">
              <a:solidFill>
                <a:srgbClr val="111111"/>
              </a:solidFill>
              <a:latin typeface="Unbounded ExtraBold"/>
              <a:cs typeface="Unbounded ExtraBold"/>
            </a:endParaRPr>
          </a:p>
        </p:txBody>
      </p:sp>
      <p:grpSp>
        <p:nvGrpSpPr>
          <p:cNvPr id="11" name="spark"/>
          <p:cNvGrpSpPr/>
          <p:nvPr/>
        </p:nvGrpSpPr>
        <p:grpSpPr>
          <a:xfrm>
            <a:off x="2667000" y="1168400"/>
            <a:ext cx="6705600" cy="508000"/>
            <a:chOff x="2667000" y="1168400"/>
            <a:chExt cx="6705600" cy="508000"/>
          </a:xfrm>
        </p:grpSpPr>
        <p:sp>
          <p:nvSpPr>
            <p:cNvPr id="12" name="shape 12"/>
            <p:cNvSpPr/>
            <p:nvPr/>
          </p:nvSpPr>
          <p:spPr>
            <a:xfrm>
              <a:off x="2667000" y="1168400"/>
              <a:ext cx="330200" cy="330200"/>
            </a:xfrm>
            <a:prstGeom prst="star4">
              <a:avLst/>
            </a:prstGeom>
            <a:solidFill>
              <a:schemeClr val="accent5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3" name="shape 13"/>
            <p:cNvSpPr/>
            <p:nvPr/>
          </p:nvSpPr>
          <p:spPr>
            <a:xfrm>
              <a:off x="3048000" y="1498600"/>
              <a:ext cx="177800" cy="177800"/>
            </a:xfrm>
            <a:prstGeom prst="star4">
              <a:avLst/>
            </a:prstGeom>
            <a:solidFill>
              <a:schemeClr val="accent1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4" name="shape 14"/>
            <p:cNvSpPr/>
            <p:nvPr/>
          </p:nvSpPr>
          <p:spPr>
            <a:xfrm>
              <a:off x="9118600" y="1422400"/>
              <a:ext cx="254000" cy="254000"/>
            </a:xfrm>
            <a:prstGeom prst="star4">
              <a:avLst/>
            </a:prstGeom>
            <a:solidFill>
              <a:schemeClr val="accent3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grpSp>
        <p:nvGrpSpPr>
          <p:cNvPr id="15" name="c1"/>
          <p:cNvGrpSpPr/>
          <p:nvPr/>
        </p:nvGrpSpPr>
        <p:grpSpPr>
          <a:xfrm>
            <a:off x="889000" y="2032000"/>
            <a:ext cx="2362200" cy="3632200"/>
            <a:chOff x="889000" y="2032000"/>
            <a:chExt cx="2362200" cy="3632200"/>
          </a:xfrm>
        </p:grpSpPr>
        <p:sp>
          <p:nvSpPr>
            <p:cNvPr id="16" name="shape 16"/>
            <p:cNvSpPr/>
            <p:nvPr/>
          </p:nvSpPr>
          <p:spPr>
            <a:xfrm>
              <a:off x="889000" y="2032000"/>
              <a:ext cx="2362200" cy="36322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7" name="shape 17"/>
            <p:cNvSpPr/>
            <p:nvPr/>
          </p:nvSpPr>
          <p:spPr>
            <a:xfrm>
              <a:off x="889000" y="2032000"/>
              <a:ext cx="2362200" cy="355600"/>
            </a:xfrm>
            <a:prstGeom prst="rect">
              <a:avLst/>
            </a:prstGeom>
            <a:solidFill>
              <a:schemeClr val="accent1"/>
            </a:solidFill>
            <a:ln w="317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1041400" y="2108200"/>
              <a:ext cx="762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00" dirty="0">
                  <a:solidFill>
                    <a:srgbClr val="111111"/>
                  </a:solidFill>
                  <a:latin typeface="Cascadia Mono"/>
                  <a:cs typeface="Cascadia Mono"/>
                </a:rPr>
                <a:t>01</a:t>
              </a:r>
              <a:endParaRPr lang="ru-RU" sz="1000" dirty="0">
                <a:solidFill>
                  <a:srgbClr val="111111"/>
                </a:solidFill>
                <a:latin typeface="Cascadia Mono"/>
                <a:cs typeface="Cascadia Mono"/>
              </a:endParaRPr>
            </a:p>
          </p:txBody>
        </p:sp>
        <p:sp>
          <p:nvSpPr>
            <p:cNvPr id="19" name="icon 19"/>
            <p:cNvSpPr/>
            <p:nvPr/>
          </p:nvSpPr>
          <p:spPr>
            <a:xfrm>
              <a:off x="2946400" y="2120900"/>
              <a:ext cx="177800" cy="177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8000" y="6000"/>
                  </a:moveTo>
                  <a:lnTo>
                    <a:pt x="6000" y="18000"/>
                  </a:lnTo>
                </a:path>
                <a:path w="24000" h="24000" fill="none">
                  <a:moveTo>
                    <a:pt x="6000" y="6000"/>
                  </a:moveTo>
                  <a:lnTo>
                    <a:pt x="18000" y="18000"/>
                  </a:lnTo>
                </a:path>
              </a:pathLst>
            </a:custGeom>
            <a:noFill/>
            <a:ln w="22225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" name="shape 20"/>
            <p:cNvSpPr/>
            <p:nvPr/>
          </p:nvSpPr>
          <p:spPr>
            <a:xfrm>
              <a:off x="1092200" y="2590800"/>
              <a:ext cx="711200" cy="711200"/>
            </a:xfrm>
            <a:prstGeom prst="roundRect">
              <a:avLst>
                <a:gd name="adj" fmla="val 17857"/>
              </a:avLst>
            </a:prstGeom>
            <a:solidFill>
              <a:schemeClr val="accent1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1" name="icon 21"/>
            <p:cNvSpPr/>
            <p:nvPr/>
          </p:nvSpPr>
          <p:spPr>
            <a:xfrm>
              <a:off x="1244600" y="2743200"/>
              <a:ext cx="406400" cy="4064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1000" y="21000"/>
                  </a:moveTo>
                  <a:lnTo>
                    <a:pt x="16660" y="16660"/>
                  </a:lnTo>
                </a:path>
                <a:path w="24000" h="24000" fill="none">
                  <a:moveTo>
                    <a:pt x="19000" y="11000"/>
                  </a:moveTo>
                  <a:cubicBezTo>
                    <a:pt x="19000" y="15418"/>
                    <a:pt x="15418" y="19000"/>
                    <a:pt x="11000" y="19000"/>
                  </a:cubicBezTo>
                  <a:cubicBezTo>
                    <a:pt x="6582" y="19000"/>
                    <a:pt x="3000" y="15418"/>
                    <a:pt x="3000" y="11000"/>
                  </a:cubicBezTo>
                  <a:cubicBezTo>
                    <a:pt x="3000" y="6582"/>
                    <a:pt x="6582" y="3000"/>
                    <a:pt x="11000" y="3000"/>
                  </a:cubicBezTo>
                  <a:cubicBezTo>
                    <a:pt x="15418" y="3000"/>
                    <a:pt x="19000" y="6582"/>
                    <a:pt x="19000" y="11000"/>
                  </a:cubicBezTo>
                  <a:close/>
                </a:path>
              </a:pathLst>
            </a:custGeom>
            <a:noFill/>
            <a:ln w="37253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2" name="text 22"/>
            <p:cNvSpPr txBox="1"/>
            <p:nvPr/>
          </p:nvSpPr>
          <p:spPr>
            <a:xfrm>
              <a:off x="1092200" y="3505200"/>
              <a:ext cx="203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5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Исследования</a:t>
              </a:r>
              <a:endParaRPr lang="ru-RU" sz="135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23" name="text 23"/>
            <p:cNvSpPr txBox="1"/>
            <p:nvPr/>
          </p:nvSpPr>
          <p:spPr>
            <a:xfrm>
              <a:off x="1092200" y="3860800"/>
              <a:ext cx="2006600" cy="1117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200" dirty="0">
                  <a:solidFill>
                    <a:srgbClr val="3A322B"/>
                  </a:solidFill>
                  <a:latin typeface="+mn-lt"/>
                  <a:cs typeface="+mn-lt"/>
                </a:rPr>
                <a:t>Интервью, юзабилити-тесты и аналитика воронок. Находим, где люди теряются.</a:t>
              </a:r>
              <a:endParaRPr lang="ru-RU" sz="120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  <p:sp>
          <p:nvSpPr>
            <p:cNvPr id="24" name="shape 24"/>
            <p:cNvSpPr/>
            <p:nvPr/>
          </p:nvSpPr>
          <p:spPr>
            <a:xfrm>
              <a:off x="1092200" y="5130800"/>
              <a:ext cx="1955800" cy="330200"/>
            </a:xfrm>
            <a:prstGeom prst="rect">
              <a:avLst/>
            </a:prstGeom>
            <a:solidFill>
              <a:srgbClr val="FFFFFF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pPr algn="ctr">
                <a:buNone/>
              </a:pPr>
              <a:r>
                <a:rPr lang="ru-RU" sz="1100" dirty="0">
                  <a:solidFill>
                    <a:srgbClr val="111111"/>
                  </a:solidFill>
                  <a:latin typeface="Manrope ExtraBold"/>
                  <a:cs typeface="Manrope ExtraBold"/>
                </a:rPr>
                <a:t>от 2 недель</a:t>
              </a:r>
              <a:endParaRPr lang="ru-RU" sz="1100" dirty="0">
                <a:solidFill>
                  <a:srgbClr val="111111"/>
                </a:solidFill>
                <a:latin typeface="Manrope ExtraBold"/>
                <a:cs typeface="Manrope ExtraBold"/>
              </a:endParaRPr>
            </a:p>
          </p:txBody>
        </p:sp>
      </p:grpSp>
      <p:grpSp>
        <p:nvGrpSpPr>
          <p:cNvPr id="25" name="c2"/>
          <p:cNvGrpSpPr/>
          <p:nvPr/>
        </p:nvGrpSpPr>
        <p:grpSpPr>
          <a:xfrm>
            <a:off x="3530600" y="2032000"/>
            <a:ext cx="2362200" cy="3632200"/>
            <a:chOff x="3530600" y="2032000"/>
            <a:chExt cx="2362200" cy="3632200"/>
          </a:xfrm>
        </p:grpSpPr>
        <p:sp>
          <p:nvSpPr>
            <p:cNvPr id="26" name="shape 26"/>
            <p:cNvSpPr/>
            <p:nvPr/>
          </p:nvSpPr>
          <p:spPr>
            <a:xfrm>
              <a:off x="3530600" y="2032000"/>
              <a:ext cx="2362200" cy="36322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7" name="shape 27"/>
            <p:cNvSpPr/>
            <p:nvPr/>
          </p:nvSpPr>
          <p:spPr>
            <a:xfrm>
              <a:off x="3530600" y="2032000"/>
              <a:ext cx="2362200" cy="355600"/>
            </a:xfrm>
            <a:prstGeom prst="rect">
              <a:avLst/>
            </a:prstGeom>
            <a:solidFill>
              <a:schemeClr val="accent2"/>
            </a:solidFill>
            <a:ln w="317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8" name="text 28"/>
            <p:cNvSpPr txBox="1"/>
            <p:nvPr/>
          </p:nvSpPr>
          <p:spPr>
            <a:xfrm>
              <a:off x="3683000" y="2108200"/>
              <a:ext cx="762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00" dirty="0">
                  <a:solidFill>
                    <a:srgbClr val="111111"/>
                  </a:solidFill>
                  <a:latin typeface="Cascadia Mono"/>
                  <a:cs typeface="Cascadia Mono"/>
                </a:rPr>
                <a:t>02</a:t>
              </a:r>
              <a:endParaRPr lang="ru-RU" sz="1000" dirty="0">
                <a:solidFill>
                  <a:srgbClr val="111111"/>
                </a:solidFill>
                <a:latin typeface="Cascadia Mono"/>
                <a:cs typeface="Cascadia Mono"/>
              </a:endParaRPr>
            </a:p>
          </p:txBody>
        </p:sp>
        <p:sp>
          <p:nvSpPr>
            <p:cNvPr id="29" name="icon 29"/>
            <p:cNvSpPr/>
            <p:nvPr/>
          </p:nvSpPr>
          <p:spPr>
            <a:xfrm>
              <a:off x="5588000" y="2120900"/>
              <a:ext cx="177800" cy="177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8000" y="6000"/>
                  </a:moveTo>
                  <a:lnTo>
                    <a:pt x="6000" y="18000"/>
                  </a:lnTo>
                </a:path>
                <a:path w="24000" h="24000" fill="none">
                  <a:moveTo>
                    <a:pt x="6000" y="6000"/>
                  </a:moveTo>
                  <a:lnTo>
                    <a:pt x="18000" y="18000"/>
                  </a:lnTo>
                </a:path>
              </a:pathLst>
            </a:custGeom>
            <a:noFill/>
            <a:ln w="22225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shape 30"/>
            <p:cNvSpPr/>
            <p:nvPr/>
          </p:nvSpPr>
          <p:spPr>
            <a:xfrm>
              <a:off x="3733800" y="2590800"/>
              <a:ext cx="711200" cy="711200"/>
            </a:xfrm>
            <a:prstGeom prst="roundRect">
              <a:avLst>
                <a:gd name="adj" fmla="val 17857"/>
              </a:avLst>
            </a:prstGeom>
            <a:solidFill>
              <a:schemeClr val="accent2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1" name="icon 31"/>
            <p:cNvSpPr/>
            <p:nvPr/>
          </p:nvSpPr>
          <p:spPr>
            <a:xfrm>
              <a:off x="3886200" y="2743200"/>
              <a:ext cx="406400" cy="4064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8000" y="13000"/>
                  </a:moveTo>
                  <a:lnTo>
                    <a:pt x="17346" y="8264"/>
                  </a:lnTo>
                  <a:cubicBezTo>
                    <a:pt x="17135" y="6735"/>
                    <a:pt x="16062" y="5464"/>
                    <a:pt x="14590" y="4998"/>
                  </a:cubicBezTo>
                  <a:lnTo>
                    <a:pt x="5427" y="2098"/>
                  </a:lnTo>
                  <a:cubicBezTo>
                    <a:pt x="4715" y="1873"/>
                    <a:pt x="3938" y="2063"/>
                    <a:pt x="3410" y="2591"/>
                  </a:cubicBezTo>
                  <a:lnTo>
                    <a:pt x="2590" y="3410"/>
                  </a:lnTo>
                  <a:cubicBezTo>
                    <a:pt x="2063" y="3938"/>
                    <a:pt x="1873" y="4716"/>
                    <a:pt x="2098" y="5427"/>
                  </a:cubicBezTo>
                  <a:lnTo>
                    <a:pt x="4998" y="14590"/>
                  </a:lnTo>
                  <a:cubicBezTo>
                    <a:pt x="5464" y="16062"/>
                    <a:pt x="6735" y="17135"/>
                    <a:pt x="8264" y="17346"/>
                  </a:cubicBezTo>
                  <a:lnTo>
                    <a:pt x="13000" y="18000"/>
                  </a:lnTo>
                </a:path>
                <a:path w="24000" h="24000" fill="none">
                  <a:moveTo>
                    <a:pt x="18648" y="12352"/>
                  </a:moveTo>
                  <a:cubicBezTo>
                    <a:pt x="19119" y="11882"/>
                    <a:pt x="19881" y="11882"/>
                    <a:pt x="20352" y="12352"/>
                  </a:cubicBezTo>
                  <a:lnTo>
                    <a:pt x="21648" y="13648"/>
                  </a:lnTo>
                  <a:cubicBezTo>
                    <a:pt x="22118" y="14119"/>
                    <a:pt x="22118" y="14881"/>
                    <a:pt x="21648" y="15352"/>
                  </a:cubicBezTo>
                  <a:lnTo>
                    <a:pt x="15352" y="21648"/>
                  </a:lnTo>
                  <a:cubicBezTo>
                    <a:pt x="14881" y="22118"/>
                    <a:pt x="14119" y="22118"/>
                    <a:pt x="13648" y="21648"/>
                  </a:cubicBezTo>
                  <a:lnTo>
                    <a:pt x="12352" y="20352"/>
                  </a:lnTo>
                  <a:cubicBezTo>
                    <a:pt x="11882" y="19881"/>
                    <a:pt x="11882" y="19119"/>
                    <a:pt x="12352" y="18648"/>
                  </a:cubicBezTo>
                  <a:close/>
                </a:path>
                <a:path w="24000" h="24000" fill="none">
                  <a:moveTo>
                    <a:pt x="3000" y="3000"/>
                  </a:moveTo>
                  <a:lnTo>
                    <a:pt x="9586" y="9586"/>
                  </a:lnTo>
                </a:path>
                <a:path w="24000" h="24000" fill="none">
                  <a:moveTo>
                    <a:pt x="13000" y="11000"/>
                  </a:moveTo>
                  <a:cubicBezTo>
                    <a:pt x="13000" y="12105"/>
                    <a:pt x="12105" y="13000"/>
                    <a:pt x="11000" y="13000"/>
                  </a:cubicBezTo>
                  <a:cubicBezTo>
                    <a:pt x="9895" y="13000"/>
                    <a:pt x="9000" y="12105"/>
                    <a:pt x="9000" y="11000"/>
                  </a:cubicBezTo>
                  <a:cubicBezTo>
                    <a:pt x="9000" y="9895"/>
                    <a:pt x="9895" y="9000"/>
                    <a:pt x="11000" y="9000"/>
                  </a:cubicBezTo>
                  <a:cubicBezTo>
                    <a:pt x="12105" y="9000"/>
                    <a:pt x="13000" y="9895"/>
                    <a:pt x="13000" y="11000"/>
                  </a:cubicBezTo>
                  <a:close/>
                </a:path>
              </a:pathLst>
            </a:custGeom>
            <a:noFill/>
            <a:ln w="37253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text 32"/>
            <p:cNvSpPr txBox="1"/>
            <p:nvPr/>
          </p:nvSpPr>
          <p:spPr>
            <a:xfrm>
              <a:off x="3733800" y="3505200"/>
              <a:ext cx="203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5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UI-дизайн</a:t>
              </a:r>
              <a:endParaRPr lang="ru-RU" sz="135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33" name="text 33"/>
            <p:cNvSpPr txBox="1"/>
            <p:nvPr/>
          </p:nvSpPr>
          <p:spPr>
            <a:xfrm>
              <a:off x="3733800" y="3860800"/>
              <a:ext cx="2006600" cy="1117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200" dirty="0">
                  <a:solidFill>
                    <a:srgbClr val="3A322B"/>
                  </a:solidFill>
                  <a:latin typeface="+mn-lt"/>
                  <a:cs typeface="+mn-lt"/>
                </a:rPr>
                <a:t>Веб и мобильные интерфейсы: от вайрфреймов до макетов, готовых к вёрстке.</a:t>
              </a:r>
              <a:endParaRPr lang="ru-RU" sz="120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  <p:sp>
          <p:nvSpPr>
            <p:cNvPr id="34" name="shape 34"/>
            <p:cNvSpPr/>
            <p:nvPr/>
          </p:nvSpPr>
          <p:spPr>
            <a:xfrm>
              <a:off x="3733800" y="5130800"/>
              <a:ext cx="1955800" cy="330200"/>
            </a:xfrm>
            <a:prstGeom prst="rect">
              <a:avLst/>
            </a:prstGeom>
            <a:solidFill>
              <a:srgbClr val="FFFFFF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pPr algn="ctr">
                <a:buNone/>
              </a:pPr>
              <a:r>
                <a:rPr lang="ru-RU" sz="1100" dirty="0">
                  <a:solidFill>
                    <a:srgbClr val="111111"/>
                  </a:solidFill>
                  <a:latin typeface="Manrope ExtraBold"/>
                  <a:cs typeface="Manrope ExtraBold"/>
                </a:rPr>
                <a:t>от 4 недель</a:t>
              </a:r>
              <a:endParaRPr lang="ru-RU" sz="1100" dirty="0">
                <a:solidFill>
                  <a:srgbClr val="111111"/>
                </a:solidFill>
                <a:latin typeface="Manrope ExtraBold"/>
                <a:cs typeface="Manrope ExtraBold"/>
              </a:endParaRPr>
            </a:p>
          </p:txBody>
        </p:sp>
      </p:grpSp>
      <p:grpSp>
        <p:nvGrpSpPr>
          <p:cNvPr id="35" name="c3"/>
          <p:cNvGrpSpPr/>
          <p:nvPr/>
        </p:nvGrpSpPr>
        <p:grpSpPr>
          <a:xfrm>
            <a:off x="6172200" y="1879600"/>
            <a:ext cx="2362200" cy="3632200"/>
            <a:chOff x="6172200" y="1879600"/>
            <a:chExt cx="2362200" cy="3632200"/>
          </a:xfrm>
        </p:grpSpPr>
        <p:sp>
          <p:nvSpPr>
            <p:cNvPr id="36" name="shape 36"/>
            <p:cNvSpPr/>
            <p:nvPr/>
          </p:nvSpPr>
          <p:spPr>
            <a:xfrm>
              <a:off x="6172200" y="1879600"/>
              <a:ext cx="2362200" cy="3632200"/>
            </a:xfrm>
            <a:prstGeom prst="rect">
              <a:avLst/>
            </a:prstGeom>
            <a:solidFill>
              <a:srgbClr val="FBF5E9"/>
            </a:solidFill>
            <a:ln w="444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7" name="shape 37"/>
            <p:cNvSpPr/>
            <p:nvPr/>
          </p:nvSpPr>
          <p:spPr>
            <a:xfrm>
              <a:off x="6172200" y="1879600"/>
              <a:ext cx="2362200" cy="355600"/>
            </a:xfrm>
            <a:prstGeom prst="rect">
              <a:avLst/>
            </a:prstGeom>
            <a:solidFill>
              <a:schemeClr val="accent3"/>
            </a:solidFill>
            <a:ln w="444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8" name="text 38"/>
            <p:cNvSpPr txBox="1"/>
            <p:nvPr/>
          </p:nvSpPr>
          <p:spPr>
            <a:xfrm>
              <a:off x="6324600" y="1955800"/>
              <a:ext cx="762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00" dirty="0">
                  <a:solidFill>
                    <a:srgbClr val="111111"/>
                  </a:solidFill>
                  <a:latin typeface="Cascadia Mono"/>
                  <a:cs typeface="Cascadia Mono"/>
                </a:rPr>
                <a:t>03</a:t>
              </a:r>
              <a:endParaRPr lang="ru-RU" sz="1000" dirty="0">
                <a:solidFill>
                  <a:srgbClr val="111111"/>
                </a:solidFill>
                <a:latin typeface="Cascadia Mono"/>
                <a:cs typeface="Cascadia Mono"/>
              </a:endParaRPr>
            </a:p>
          </p:txBody>
        </p:sp>
        <p:sp>
          <p:nvSpPr>
            <p:cNvPr id="39" name="icon 39"/>
            <p:cNvSpPr/>
            <p:nvPr/>
          </p:nvSpPr>
          <p:spPr>
            <a:xfrm>
              <a:off x="8229600" y="1968500"/>
              <a:ext cx="177800" cy="177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8000" y="6000"/>
                  </a:moveTo>
                  <a:lnTo>
                    <a:pt x="6000" y="18000"/>
                  </a:lnTo>
                </a:path>
                <a:path w="24000" h="24000" fill="none">
                  <a:moveTo>
                    <a:pt x="6000" y="6000"/>
                  </a:moveTo>
                  <a:lnTo>
                    <a:pt x="18000" y="18000"/>
                  </a:lnTo>
                </a:path>
              </a:pathLst>
            </a:custGeom>
            <a:noFill/>
            <a:ln w="22225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shape 40"/>
            <p:cNvSpPr/>
            <p:nvPr/>
          </p:nvSpPr>
          <p:spPr>
            <a:xfrm>
              <a:off x="6375400" y="2438400"/>
              <a:ext cx="711200" cy="711200"/>
            </a:xfrm>
            <a:prstGeom prst="roundRect">
              <a:avLst>
                <a:gd name="adj" fmla="val 17857"/>
              </a:avLst>
            </a:prstGeom>
            <a:solidFill>
              <a:schemeClr val="accent3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1" name="icon 41"/>
            <p:cNvSpPr/>
            <p:nvPr/>
          </p:nvSpPr>
          <p:spPr>
            <a:xfrm>
              <a:off x="6527800" y="2590800"/>
              <a:ext cx="406400" cy="4064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5536" y="11293"/>
                  </a:moveTo>
                  <a:cubicBezTo>
                    <a:pt x="15146" y="11683"/>
                    <a:pt x="15146" y="12317"/>
                    <a:pt x="15536" y="12707"/>
                  </a:cubicBezTo>
                  <a:lnTo>
                    <a:pt x="17912" y="15084"/>
                  </a:lnTo>
                  <a:cubicBezTo>
                    <a:pt x="18302" y="15474"/>
                    <a:pt x="18936" y="15474"/>
                    <a:pt x="19326" y="15084"/>
                  </a:cubicBezTo>
                  <a:lnTo>
                    <a:pt x="21703" y="12707"/>
                  </a:lnTo>
                  <a:cubicBezTo>
                    <a:pt x="22093" y="12317"/>
                    <a:pt x="22093" y="11683"/>
                    <a:pt x="21703" y="11293"/>
                  </a:cubicBezTo>
                  <a:lnTo>
                    <a:pt x="19326" y="8916"/>
                  </a:lnTo>
                  <a:cubicBezTo>
                    <a:pt x="18936" y="8526"/>
                    <a:pt x="18302" y="8526"/>
                    <a:pt x="17912" y="8916"/>
                  </a:cubicBezTo>
                  <a:close/>
                </a:path>
                <a:path w="24000" h="24000" fill="none">
                  <a:moveTo>
                    <a:pt x="2297" y="11293"/>
                  </a:moveTo>
                  <a:cubicBezTo>
                    <a:pt x="1907" y="11683"/>
                    <a:pt x="1907" y="12317"/>
                    <a:pt x="2297" y="12707"/>
                  </a:cubicBezTo>
                  <a:lnTo>
                    <a:pt x="4674" y="15084"/>
                  </a:lnTo>
                  <a:cubicBezTo>
                    <a:pt x="5064" y="15474"/>
                    <a:pt x="5698" y="15474"/>
                    <a:pt x="6088" y="15084"/>
                  </a:cubicBezTo>
                  <a:lnTo>
                    <a:pt x="8465" y="12707"/>
                  </a:lnTo>
                  <a:cubicBezTo>
                    <a:pt x="8855" y="12317"/>
                    <a:pt x="8855" y="11683"/>
                    <a:pt x="8465" y="11293"/>
                  </a:cubicBezTo>
                  <a:lnTo>
                    <a:pt x="6088" y="8916"/>
                  </a:lnTo>
                  <a:cubicBezTo>
                    <a:pt x="5698" y="8526"/>
                    <a:pt x="5064" y="8526"/>
                    <a:pt x="4674" y="8916"/>
                  </a:cubicBezTo>
                  <a:close/>
                </a:path>
                <a:path w="24000" h="24000" fill="none">
                  <a:moveTo>
                    <a:pt x="8916" y="17912"/>
                  </a:moveTo>
                  <a:cubicBezTo>
                    <a:pt x="8728" y="18100"/>
                    <a:pt x="8623" y="18354"/>
                    <a:pt x="8623" y="18620"/>
                  </a:cubicBezTo>
                  <a:cubicBezTo>
                    <a:pt x="8623" y="18885"/>
                    <a:pt x="8728" y="19139"/>
                    <a:pt x="8916" y="19327"/>
                  </a:cubicBezTo>
                  <a:lnTo>
                    <a:pt x="11293" y="21703"/>
                  </a:lnTo>
                  <a:cubicBezTo>
                    <a:pt x="11683" y="22093"/>
                    <a:pt x="12317" y="22093"/>
                    <a:pt x="12707" y="21703"/>
                  </a:cubicBezTo>
                  <a:lnTo>
                    <a:pt x="15084" y="19327"/>
                  </a:lnTo>
                  <a:cubicBezTo>
                    <a:pt x="15272" y="19139"/>
                    <a:pt x="15377" y="18885"/>
                    <a:pt x="15377" y="18620"/>
                  </a:cubicBezTo>
                  <a:cubicBezTo>
                    <a:pt x="15377" y="18354"/>
                    <a:pt x="15272" y="18100"/>
                    <a:pt x="15084" y="17912"/>
                  </a:cubicBezTo>
                  <a:lnTo>
                    <a:pt x="12707" y="15536"/>
                  </a:lnTo>
                  <a:cubicBezTo>
                    <a:pt x="12317" y="15146"/>
                    <a:pt x="11683" y="15146"/>
                    <a:pt x="11293" y="15536"/>
                  </a:cubicBezTo>
                  <a:close/>
                </a:path>
                <a:path w="24000" h="24000" fill="none">
                  <a:moveTo>
                    <a:pt x="8916" y="4674"/>
                  </a:moveTo>
                  <a:cubicBezTo>
                    <a:pt x="8526" y="5064"/>
                    <a:pt x="8526" y="5698"/>
                    <a:pt x="8916" y="6088"/>
                  </a:cubicBezTo>
                  <a:lnTo>
                    <a:pt x="11293" y="8464"/>
                  </a:lnTo>
                  <a:cubicBezTo>
                    <a:pt x="11683" y="8854"/>
                    <a:pt x="12317" y="8854"/>
                    <a:pt x="12707" y="8464"/>
                  </a:cubicBezTo>
                  <a:lnTo>
                    <a:pt x="15084" y="6088"/>
                  </a:lnTo>
                  <a:cubicBezTo>
                    <a:pt x="15474" y="5698"/>
                    <a:pt x="15474" y="5064"/>
                    <a:pt x="15084" y="4674"/>
                  </a:cubicBezTo>
                  <a:lnTo>
                    <a:pt x="12707" y="2297"/>
                  </a:lnTo>
                  <a:cubicBezTo>
                    <a:pt x="12317" y="1907"/>
                    <a:pt x="11683" y="1907"/>
                    <a:pt x="11293" y="2297"/>
                  </a:cubicBezTo>
                  <a:close/>
                </a:path>
              </a:pathLst>
            </a:custGeom>
            <a:noFill/>
            <a:ln w="37253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2" name="text 42"/>
            <p:cNvSpPr txBox="1"/>
            <p:nvPr/>
          </p:nvSpPr>
          <p:spPr>
            <a:xfrm>
              <a:off x="6375400" y="3352800"/>
              <a:ext cx="21082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5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Дизайн-системы</a:t>
              </a:r>
              <a:endParaRPr lang="ru-RU" sz="135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43" name="text 43"/>
            <p:cNvSpPr txBox="1"/>
            <p:nvPr/>
          </p:nvSpPr>
          <p:spPr>
            <a:xfrm>
              <a:off x="6375400" y="3708400"/>
              <a:ext cx="2006600" cy="1117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200" dirty="0">
                  <a:solidFill>
                    <a:srgbClr val="3A322B"/>
                  </a:solidFill>
                  <a:latin typeface="+mn-lt"/>
                  <a:cs typeface="+mn-lt"/>
                </a:rPr>
                <a:t>Библиотеки компонентов в Figma и токены для разработки. Экономят команде до 30% времени.</a:t>
              </a:r>
              <a:endParaRPr lang="ru-RU" sz="120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  <p:sp>
          <p:nvSpPr>
            <p:cNvPr id="44" name="shape 44"/>
            <p:cNvSpPr/>
            <p:nvPr/>
          </p:nvSpPr>
          <p:spPr>
            <a:xfrm>
              <a:off x="6375400" y="4978400"/>
              <a:ext cx="1955800" cy="330200"/>
            </a:xfrm>
            <a:prstGeom prst="rect">
              <a:avLst/>
            </a:prstGeom>
            <a:solidFill>
              <a:schemeClr val="accent5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pPr algn="ctr">
                <a:buNone/>
              </a:pPr>
              <a:r>
                <a:rPr lang="ru-RU" sz="1100" dirty="0">
                  <a:solidFill>
                    <a:srgbClr val="111111"/>
                  </a:solidFill>
                  <a:latin typeface="Manrope ExtraBold"/>
                  <a:cs typeface="Manrope ExtraBold"/>
                </a:rPr>
                <a:t>от 6 недель</a:t>
              </a:r>
              <a:endParaRPr lang="ru-RU" sz="1100" dirty="0">
                <a:solidFill>
                  <a:srgbClr val="111111"/>
                </a:solidFill>
                <a:latin typeface="Manrope ExtraBold"/>
                <a:cs typeface="Manrope ExtraBold"/>
              </a:endParaRPr>
            </a:p>
          </p:txBody>
        </p:sp>
      </p:grpSp>
      <p:grpSp>
        <p:nvGrpSpPr>
          <p:cNvPr id="45" name="c4"/>
          <p:cNvGrpSpPr/>
          <p:nvPr/>
        </p:nvGrpSpPr>
        <p:grpSpPr>
          <a:xfrm>
            <a:off x="8813800" y="2032000"/>
            <a:ext cx="2362200" cy="3632200"/>
            <a:chOff x="8813800" y="2032000"/>
            <a:chExt cx="2362200" cy="3632200"/>
          </a:xfrm>
        </p:grpSpPr>
        <p:sp>
          <p:nvSpPr>
            <p:cNvPr id="46" name="shape 46"/>
            <p:cNvSpPr/>
            <p:nvPr/>
          </p:nvSpPr>
          <p:spPr>
            <a:xfrm>
              <a:off x="8813800" y="2032000"/>
              <a:ext cx="2362200" cy="36322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7" name="shape 47"/>
            <p:cNvSpPr/>
            <p:nvPr/>
          </p:nvSpPr>
          <p:spPr>
            <a:xfrm>
              <a:off x="8813800" y="2032000"/>
              <a:ext cx="2362200" cy="355600"/>
            </a:xfrm>
            <a:prstGeom prst="rect">
              <a:avLst/>
            </a:prstGeom>
            <a:solidFill>
              <a:schemeClr val="accent4"/>
            </a:solidFill>
            <a:ln w="317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8" name="text 48"/>
            <p:cNvSpPr txBox="1"/>
            <p:nvPr/>
          </p:nvSpPr>
          <p:spPr>
            <a:xfrm>
              <a:off x="8966200" y="2108200"/>
              <a:ext cx="762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00" dirty="0">
                  <a:solidFill>
                    <a:srgbClr val="111111"/>
                  </a:solidFill>
                  <a:latin typeface="Cascadia Mono"/>
                  <a:cs typeface="Cascadia Mono"/>
                </a:rPr>
                <a:t>04</a:t>
              </a:r>
              <a:endParaRPr lang="ru-RU" sz="1000" dirty="0">
                <a:solidFill>
                  <a:srgbClr val="111111"/>
                </a:solidFill>
                <a:latin typeface="Cascadia Mono"/>
                <a:cs typeface="Cascadia Mono"/>
              </a:endParaRPr>
            </a:p>
          </p:txBody>
        </p:sp>
        <p:sp>
          <p:nvSpPr>
            <p:cNvPr id="49" name="icon 49"/>
            <p:cNvSpPr/>
            <p:nvPr/>
          </p:nvSpPr>
          <p:spPr>
            <a:xfrm>
              <a:off x="10871200" y="2120900"/>
              <a:ext cx="177800" cy="177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8000" y="6000"/>
                  </a:moveTo>
                  <a:lnTo>
                    <a:pt x="6000" y="18000"/>
                  </a:lnTo>
                </a:path>
                <a:path w="24000" h="24000" fill="none">
                  <a:moveTo>
                    <a:pt x="6000" y="6000"/>
                  </a:moveTo>
                  <a:lnTo>
                    <a:pt x="18000" y="18000"/>
                  </a:lnTo>
                </a:path>
              </a:pathLst>
            </a:custGeom>
            <a:noFill/>
            <a:ln w="22225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0" name="shape 50"/>
            <p:cNvSpPr/>
            <p:nvPr/>
          </p:nvSpPr>
          <p:spPr>
            <a:xfrm>
              <a:off x="9017000" y="2590800"/>
              <a:ext cx="711200" cy="711200"/>
            </a:xfrm>
            <a:prstGeom prst="roundRect">
              <a:avLst>
                <a:gd name="adj" fmla="val 17857"/>
              </a:avLst>
            </a:prstGeom>
            <a:solidFill>
              <a:schemeClr val="accent4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51" name="icon 51"/>
            <p:cNvSpPr/>
            <p:nvPr/>
          </p:nvSpPr>
          <p:spPr>
            <a:xfrm>
              <a:off x="9169400" y="2743200"/>
              <a:ext cx="406400" cy="4064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4000" y="4100"/>
                  </a:moveTo>
                  <a:lnTo>
                    <a:pt x="12000" y="6000"/>
                  </a:lnTo>
                </a:path>
                <a:path w="24000" h="24000" fill="none">
                  <a:moveTo>
                    <a:pt x="5100" y="8000"/>
                  </a:moveTo>
                  <a:lnTo>
                    <a:pt x="2200" y="7200"/>
                  </a:lnTo>
                </a:path>
                <a:path w="24000" h="24000" fill="none">
                  <a:moveTo>
                    <a:pt x="6000" y="12000"/>
                  </a:moveTo>
                  <a:lnTo>
                    <a:pt x="4100" y="14000"/>
                  </a:lnTo>
                </a:path>
                <a:path w="24000" h="24000" fill="none">
                  <a:moveTo>
                    <a:pt x="7200" y="2200"/>
                  </a:moveTo>
                  <a:lnTo>
                    <a:pt x="8000" y="5100"/>
                  </a:lnTo>
                </a:path>
                <a:path w="24000" h="24000" fill="none">
                  <a:moveTo>
                    <a:pt x="9037" y="9690"/>
                  </a:moveTo>
                  <a:cubicBezTo>
                    <a:pt x="8958" y="9503"/>
                    <a:pt x="9000" y="9287"/>
                    <a:pt x="9143" y="9143"/>
                  </a:cubicBezTo>
                  <a:cubicBezTo>
                    <a:pt x="9287" y="9000"/>
                    <a:pt x="9503" y="8958"/>
                    <a:pt x="9690" y="9037"/>
                  </a:cubicBezTo>
                  <a:lnTo>
                    <a:pt x="20690" y="13537"/>
                  </a:lnTo>
                  <a:cubicBezTo>
                    <a:pt x="20891" y="13619"/>
                    <a:pt x="21016" y="13822"/>
                    <a:pt x="20999" y="14038"/>
                  </a:cubicBezTo>
                  <a:cubicBezTo>
                    <a:pt x="20982" y="14255"/>
                    <a:pt x="20827" y="14436"/>
                    <a:pt x="20616" y="14486"/>
                  </a:cubicBezTo>
                  <a:lnTo>
                    <a:pt x="16267" y="15527"/>
                  </a:lnTo>
                  <a:cubicBezTo>
                    <a:pt x="15901" y="15614"/>
                    <a:pt x="15615" y="15900"/>
                    <a:pt x="15527" y="16266"/>
                  </a:cubicBezTo>
                  <a:lnTo>
                    <a:pt x="14487" y="20616"/>
                  </a:lnTo>
                  <a:cubicBezTo>
                    <a:pt x="14437" y="20828"/>
                    <a:pt x="14256" y="20983"/>
                    <a:pt x="14039" y="21000"/>
                  </a:cubicBezTo>
                  <a:cubicBezTo>
                    <a:pt x="13822" y="21017"/>
                    <a:pt x="13619" y="20892"/>
                    <a:pt x="13537" y="20690"/>
                  </a:cubicBezTo>
                  <a:close/>
                </a:path>
              </a:pathLst>
            </a:custGeom>
            <a:noFill/>
            <a:ln w="37253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2" name="text 52"/>
            <p:cNvSpPr txBox="1"/>
            <p:nvPr/>
          </p:nvSpPr>
          <p:spPr>
            <a:xfrm>
              <a:off x="9017000" y="3505200"/>
              <a:ext cx="203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5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Прототипы</a:t>
              </a:r>
              <a:endParaRPr lang="ru-RU" sz="135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53" name="text 53"/>
            <p:cNvSpPr txBox="1"/>
            <p:nvPr/>
          </p:nvSpPr>
          <p:spPr>
            <a:xfrm>
              <a:off x="9017000" y="3860800"/>
              <a:ext cx="2006600" cy="1117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200" dirty="0">
                  <a:solidFill>
                    <a:srgbClr val="3A322B"/>
                  </a:solidFill>
                  <a:latin typeface="+mn-lt"/>
                  <a:cs typeface="+mn-lt"/>
                </a:rPr>
                <a:t>Кликабельные прототипы и микроанимации. Проверяем идею до разработки.</a:t>
              </a:r>
              <a:endParaRPr lang="ru-RU" sz="120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  <p:sp>
          <p:nvSpPr>
            <p:cNvPr id="54" name="shape 54"/>
            <p:cNvSpPr/>
            <p:nvPr/>
          </p:nvSpPr>
          <p:spPr>
            <a:xfrm>
              <a:off x="9017000" y="5130800"/>
              <a:ext cx="1955800" cy="330200"/>
            </a:xfrm>
            <a:prstGeom prst="rect">
              <a:avLst/>
            </a:prstGeom>
            <a:solidFill>
              <a:srgbClr val="FFFFFF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pPr algn="ctr">
                <a:buNone/>
              </a:pPr>
              <a:r>
                <a:rPr lang="ru-RU" sz="1100" dirty="0">
                  <a:solidFill>
                    <a:srgbClr val="111111"/>
                  </a:solidFill>
                  <a:latin typeface="Manrope ExtraBold"/>
                  <a:cs typeface="Manrope ExtraBold"/>
                </a:rPr>
                <a:t>от 1 недели</a:t>
              </a:r>
              <a:endParaRPr lang="ru-RU" sz="1100" dirty="0">
                <a:solidFill>
                  <a:srgbClr val="111111"/>
                </a:solidFill>
                <a:latin typeface="Manrope ExtraBold"/>
                <a:cs typeface="Manrope ExtraBold"/>
              </a:endParaRPr>
            </a:p>
          </p:txBody>
        </p:sp>
      </p:grpSp>
      <p:grpSp>
        <p:nvGrpSpPr>
          <p:cNvPr id="55" name="export"/>
          <p:cNvGrpSpPr/>
          <p:nvPr/>
        </p:nvGrpSpPr>
        <p:grpSpPr>
          <a:xfrm>
            <a:off x="228600" y="5816600"/>
            <a:ext cx="2159000" cy="838200"/>
            <a:chOff x="228600" y="5816600"/>
            <a:chExt cx="2159000" cy="838200"/>
          </a:xfrm>
        </p:grpSpPr>
        <p:sp>
          <p:nvSpPr>
            <p:cNvPr id="56" name="shape 56"/>
            <p:cNvSpPr/>
            <p:nvPr/>
          </p:nvSpPr>
          <p:spPr>
            <a:xfrm>
              <a:off x="228600" y="5816600"/>
              <a:ext cx="2159000" cy="8382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57" name="line 57"/>
            <p:cNvCxnSpPr/>
            <p:nvPr/>
          </p:nvCxnSpPr>
          <p:spPr>
            <a:xfrm>
              <a:off x="228600" y="6045200"/>
              <a:ext cx="2159000" cy="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58" name="text 58"/>
            <p:cNvSpPr txBox="1"/>
            <p:nvPr/>
          </p:nvSpPr>
          <p:spPr>
            <a:xfrm>
              <a:off x="330200" y="5854700"/>
              <a:ext cx="1778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00" dirty="0">
                  <a:solidFill>
                    <a:srgbClr val="111111"/>
                  </a:solidFill>
                  <a:latin typeface="Cascadia Mono"/>
                  <a:cs typeface="Cascadia Mono"/>
                </a:rPr>
                <a:t>экспорт.fig</a:t>
              </a:r>
              <a:endParaRPr lang="ru-RU" sz="800" dirty="0">
                <a:solidFill>
                  <a:srgbClr val="111111"/>
                </a:solidFill>
                <a:latin typeface="Cascadia Mono"/>
                <a:cs typeface="Cascadia Mono"/>
              </a:endParaRPr>
            </a:p>
          </p:txBody>
        </p:sp>
        <p:sp>
          <p:nvSpPr>
            <p:cNvPr id="59" name="shape 59"/>
            <p:cNvSpPr/>
            <p:nvPr/>
          </p:nvSpPr>
          <p:spPr>
            <a:xfrm>
              <a:off x="381000" y="6172200"/>
              <a:ext cx="1854200" cy="152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60" name="shape 60"/>
            <p:cNvSpPr/>
            <p:nvPr/>
          </p:nvSpPr>
          <p:spPr>
            <a:xfrm>
              <a:off x="381000" y="6172200"/>
              <a:ext cx="1320800" cy="152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61" name="text 61"/>
            <p:cNvSpPr txBox="1"/>
            <p:nvPr/>
          </p:nvSpPr>
          <p:spPr>
            <a:xfrm>
              <a:off x="381000" y="6388100"/>
              <a:ext cx="18542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50" dirty="0">
                  <a:solidFill>
                    <a:srgbClr val="3A322B"/>
                  </a:solidFill>
                  <a:latin typeface="Cascadia Mono"/>
                  <a:cs typeface="Cascadia Mono"/>
                </a:rPr>
                <a:t>72% · 148 макетов</a:t>
              </a:r>
              <a:endParaRPr lang="ru-RU" sz="850" dirty="0">
                <a:solidFill>
                  <a:srgbClr val="3A322B"/>
                </a:solidFill>
                <a:latin typeface="Cascadia Mono"/>
                <a:cs typeface="Cascadia Mono"/>
              </a:endParaRPr>
            </a:p>
          </p:txBody>
        </p:sp>
      </p:grpSp>
      <p:sp>
        <p:nvSpPr>
          <p:cNvPr id="62" name="ptr"/>
          <p:cNvSpPr/>
          <p:nvPr/>
        </p:nvSpPr>
        <p:spPr>
          <a:xfrm>
            <a:off x="5232400" y="5257800"/>
            <a:ext cx="508000" cy="508000"/>
          </a:xfrm>
          <a:custGeom>
            <a:avLst/>
            <a:gdLst/>
            <a:ahLst/>
            <a:cxnLst/>
            <a:rect l="0" t="0" r="r" b="b"/>
            <a:pathLst>
              <a:path w="24000" h="24000">
                <a:moveTo>
                  <a:pt x="4037" y="4688"/>
                </a:moveTo>
                <a:cubicBezTo>
                  <a:pt x="3956" y="4502"/>
                  <a:pt x="3998" y="4285"/>
                  <a:pt x="4141" y="4141"/>
                </a:cubicBezTo>
                <a:cubicBezTo>
                  <a:pt x="4285" y="3998"/>
                  <a:pt x="4502" y="3956"/>
                  <a:pt x="4688" y="4037"/>
                </a:cubicBezTo>
                <a:lnTo>
                  <a:pt x="20688" y="10537"/>
                </a:lnTo>
                <a:cubicBezTo>
                  <a:pt x="20888" y="10618"/>
                  <a:pt x="21013" y="10818"/>
                  <a:pt x="20998" y="11033"/>
                </a:cubicBezTo>
                <a:cubicBezTo>
                  <a:pt x="20984" y="11248"/>
                  <a:pt x="20834" y="11430"/>
                  <a:pt x="20625" y="11484"/>
                </a:cubicBezTo>
                <a:lnTo>
                  <a:pt x="14501" y="13064"/>
                </a:lnTo>
                <a:cubicBezTo>
                  <a:pt x="13796" y="13245"/>
                  <a:pt x="13246" y="13795"/>
                  <a:pt x="13063" y="14499"/>
                </a:cubicBezTo>
                <a:lnTo>
                  <a:pt x="11484" y="20625"/>
                </a:lnTo>
                <a:cubicBezTo>
                  <a:pt x="11430" y="20834"/>
                  <a:pt x="11248" y="20984"/>
                  <a:pt x="11033" y="20998"/>
                </a:cubicBezTo>
                <a:cubicBezTo>
                  <a:pt x="10818" y="21013"/>
                  <a:pt x="10618" y="20888"/>
                  <a:pt x="10537" y="20688"/>
                </a:cubicBezTo>
                <a:close/>
              </a:path>
            </a:pathLst>
          </a:custGeom>
          <a:solidFill>
            <a:srgbClr val="FFFFFF"/>
          </a:solidFill>
          <a:ln w="42333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85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D9CF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s 2"/>
          <p:cNvSpPr/>
          <p:nvPr/>
        </p:nvSpPr>
        <p:spPr>
          <a:xfrm>
            <a:off x="0" y="5080000"/>
            <a:ext cx="2286000" cy="1778000"/>
          </a:xfrm>
          <a:custGeom>
            <a:avLst/>
            <a:gdLst/>
            <a:ahLst/>
            <a:cxnLst/>
            <a:rect l="0" t="0" r="r" b="b"/>
            <a:pathLst>
              <a:path w="18000" h="1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8720" y="500"/>
                </a:moveTo>
                <a:cubicBezTo>
                  <a:pt x="8720" y="622"/>
                  <a:pt x="8622" y="720"/>
                  <a:pt x="8500" y="720"/>
                </a:cubicBezTo>
                <a:cubicBezTo>
                  <a:pt x="8378" y="720"/>
                  <a:pt x="8280" y="622"/>
                  <a:pt x="8280" y="500"/>
                </a:cubicBezTo>
                <a:cubicBezTo>
                  <a:pt x="8280" y="378"/>
                  <a:pt x="8378" y="280"/>
                  <a:pt x="8500" y="280"/>
                </a:cubicBezTo>
                <a:cubicBezTo>
                  <a:pt x="8622" y="280"/>
                  <a:pt x="8720" y="378"/>
                  <a:pt x="8720" y="500"/>
                </a:cubicBezTo>
                <a:close/>
                <a:moveTo>
                  <a:pt x="9720" y="500"/>
                </a:moveTo>
                <a:cubicBezTo>
                  <a:pt x="9720" y="622"/>
                  <a:pt x="9622" y="720"/>
                  <a:pt x="9500" y="720"/>
                </a:cubicBezTo>
                <a:cubicBezTo>
                  <a:pt x="9378" y="720"/>
                  <a:pt x="9280" y="622"/>
                  <a:pt x="9280" y="500"/>
                </a:cubicBezTo>
                <a:cubicBezTo>
                  <a:pt x="9280" y="378"/>
                  <a:pt x="9378" y="280"/>
                  <a:pt x="9500" y="280"/>
                </a:cubicBezTo>
                <a:cubicBezTo>
                  <a:pt x="9622" y="280"/>
                  <a:pt x="9720" y="378"/>
                  <a:pt x="9720" y="500"/>
                </a:cubicBezTo>
                <a:close/>
                <a:moveTo>
                  <a:pt x="10720" y="500"/>
                </a:moveTo>
                <a:cubicBezTo>
                  <a:pt x="10720" y="622"/>
                  <a:pt x="10622" y="720"/>
                  <a:pt x="10500" y="720"/>
                </a:cubicBezTo>
                <a:cubicBezTo>
                  <a:pt x="10378" y="720"/>
                  <a:pt x="10280" y="622"/>
                  <a:pt x="10280" y="500"/>
                </a:cubicBezTo>
                <a:cubicBezTo>
                  <a:pt x="10280" y="378"/>
                  <a:pt x="10378" y="280"/>
                  <a:pt x="10500" y="280"/>
                </a:cubicBezTo>
                <a:cubicBezTo>
                  <a:pt x="10622" y="280"/>
                  <a:pt x="10720" y="378"/>
                  <a:pt x="10720" y="500"/>
                </a:cubicBezTo>
                <a:close/>
                <a:moveTo>
                  <a:pt x="11720" y="500"/>
                </a:moveTo>
                <a:cubicBezTo>
                  <a:pt x="11720" y="622"/>
                  <a:pt x="11622" y="720"/>
                  <a:pt x="11500" y="720"/>
                </a:cubicBezTo>
                <a:cubicBezTo>
                  <a:pt x="11378" y="720"/>
                  <a:pt x="11280" y="622"/>
                  <a:pt x="11280" y="500"/>
                </a:cubicBezTo>
                <a:cubicBezTo>
                  <a:pt x="11280" y="378"/>
                  <a:pt x="11378" y="280"/>
                  <a:pt x="11500" y="280"/>
                </a:cubicBezTo>
                <a:cubicBezTo>
                  <a:pt x="11622" y="280"/>
                  <a:pt x="11720" y="378"/>
                  <a:pt x="11720" y="500"/>
                </a:cubicBezTo>
                <a:close/>
                <a:moveTo>
                  <a:pt x="12720" y="500"/>
                </a:moveTo>
                <a:cubicBezTo>
                  <a:pt x="12720" y="622"/>
                  <a:pt x="12622" y="720"/>
                  <a:pt x="12500" y="720"/>
                </a:cubicBezTo>
                <a:cubicBezTo>
                  <a:pt x="12378" y="720"/>
                  <a:pt x="12280" y="622"/>
                  <a:pt x="12280" y="500"/>
                </a:cubicBezTo>
                <a:cubicBezTo>
                  <a:pt x="12280" y="378"/>
                  <a:pt x="12378" y="280"/>
                  <a:pt x="12500" y="280"/>
                </a:cubicBezTo>
                <a:cubicBezTo>
                  <a:pt x="12622" y="280"/>
                  <a:pt x="12720" y="378"/>
                  <a:pt x="12720" y="500"/>
                </a:cubicBezTo>
                <a:close/>
                <a:moveTo>
                  <a:pt x="13720" y="500"/>
                </a:moveTo>
                <a:cubicBezTo>
                  <a:pt x="13720" y="622"/>
                  <a:pt x="13622" y="720"/>
                  <a:pt x="13500" y="720"/>
                </a:cubicBezTo>
                <a:cubicBezTo>
                  <a:pt x="13378" y="720"/>
                  <a:pt x="13280" y="622"/>
                  <a:pt x="13280" y="500"/>
                </a:cubicBezTo>
                <a:cubicBezTo>
                  <a:pt x="13280" y="378"/>
                  <a:pt x="13378" y="280"/>
                  <a:pt x="13500" y="280"/>
                </a:cubicBezTo>
                <a:cubicBezTo>
                  <a:pt x="13622" y="280"/>
                  <a:pt x="13720" y="378"/>
                  <a:pt x="13720" y="500"/>
                </a:cubicBezTo>
                <a:close/>
                <a:moveTo>
                  <a:pt x="14720" y="500"/>
                </a:moveTo>
                <a:cubicBezTo>
                  <a:pt x="14720" y="622"/>
                  <a:pt x="14622" y="720"/>
                  <a:pt x="14500" y="720"/>
                </a:cubicBezTo>
                <a:cubicBezTo>
                  <a:pt x="14378" y="720"/>
                  <a:pt x="14280" y="622"/>
                  <a:pt x="14280" y="500"/>
                </a:cubicBezTo>
                <a:cubicBezTo>
                  <a:pt x="14280" y="378"/>
                  <a:pt x="14378" y="280"/>
                  <a:pt x="14500" y="280"/>
                </a:cubicBezTo>
                <a:cubicBezTo>
                  <a:pt x="14622" y="280"/>
                  <a:pt x="14720" y="378"/>
                  <a:pt x="14720" y="500"/>
                </a:cubicBezTo>
                <a:close/>
                <a:moveTo>
                  <a:pt x="15720" y="500"/>
                </a:moveTo>
                <a:cubicBezTo>
                  <a:pt x="15720" y="622"/>
                  <a:pt x="15622" y="720"/>
                  <a:pt x="15500" y="720"/>
                </a:cubicBezTo>
                <a:cubicBezTo>
                  <a:pt x="15378" y="720"/>
                  <a:pt x="15280" y="622"/>
                  <a:pt x="15280" y="500"/>
                </a:cubicBezTo>
                <a:cubicBezTo>
                  <a:pt x="15280" y="378"/>
                  <a:pt x="15378" y="280"/>
                  <a:pt x="15500" y="280"/>
                </a:cubicBezTo>
                <a:cubicBezTo>
                  <a:pt x="15622" y="280"/>
                  <a:pt x="15720" y="378"/>
                  <a:pt x="15720" y="500"/>
                </a:cubicBezTo>
                <a:close/>
                <a:moveTo>
                  <a:pt x="16720" y="500"/>
                </a:moveTo>
                <a:cubicBezTo>
                  <a:pt x="16720" y="622"/>
                  <a:pt x="16622" y="720"/>
                  <a:pt x="16500" y="720"/>
                </a:cubicBezTo>
                <a:cubicBezTo>
                  <a:pt x="16378" y="720"/>
                  <a:pt x="16280" y="622"/>
                  <a:pt x="16280" y="500"/>
                </a:cubicBezTo>
                <a:cubicBezTo>
                  <a:pt x="16280" y="378"/>
                  <a:pt x="16378" y="280"/>
                  <a:pt x="16500" y="280"/>
                </a:cubicBezTo>
                <a:cubicBezTo>
                  <a:pt x="16622" y="280"/>
                  <a:pt x="16720" y="378"/>
                  <a:pt x="16720" y="500"/>
                </a:cubicBezTo>
                <a:close/>
                <a:moveTo>
                  <a:pt x="17720" y="500"/>
                </a:moveTo>
                <a:cubicBezTo>
                  <a:pt x="17720" y="622"/>
                  <a:pt x="17622" y="720"/>
                  <a:pt x="17500" y="720"/>
                </a:cubicBezTo>
                <a:cubicBezTo>
                  <a:pt x="17378" y="720"/>
                  <a:pt x="17280" y="622"/>
                  <a:pt x="17280" y="500"/>
                </a:cubicBezTo>
                <a:cubicBezTo>
                  <a:pt x="17280" y="378"/>
                  <a:pt x="17378" y="280"/>
                  <a:pt x="17500" y="280"/>
                </a:cubicBezTo>
                <a:cubicBezTo>
                  <a:pt x="17622" y="280"/>
                  <a:pt x="17720" y="378"/>
                  <a:pt x="1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8720" y="1500"/>
                </a:moveTo>
                <a:cubicBezTo>
                  <a:pt x="8720" y="1622"/>
                  <a:pt x="8622" y="1720"/>
                  <a:pt x="8500" y="1720"/>
                </a:cubicBezTo>
                <a:cubicBezTo>
                  <a:pt x="8378" y="1720"/>
                  <a:pt x="8280" y="1622"/>
                  <a:pt x="8280" y="1500"/>
                </a:cubicBezTo>
                <a:cubicBezTo>
                  <a:pt x="8280" y="1378"/>
                  <a:pt x="8378" y="1280"/>
                  <a:pt x="8500" y="1280"/>
                </a:cubicBezTo>
                <a:cubicBezTo>
                  <a:pt x="8622" y="1280"/>
                  <a:pt x="8720" y="1378"/>
                  <a:pt x="8720" y="1500"/>
                </a:cubicBezTo>
                <a:close/>
                <a:moveTo>
                  <a:pt x="9720" y="1500"/>
                </a:moveTo>
                <a:cubicBezTo>
                  <a:pt x="9720" y="1622"/>
                  <a:pt x="9622" y="1720"/>
                  <a:pt x="9500" y="1720"/>
                </a:cubicBezTo>
                <a:cubicBezTo>
                  <a:pt x="9378" y="1720"/>
                  <a:pt x="9280" y="1622"/>
                  <a:pt x="9280" y="1500"/>
                </a:cubicBezTo>
                <a:cubicBezTo>
                  <a:pt x="9280" y="1378"/>
                  <a:pt x="9378" y="1280"/>
                  <a:pt x="9500" y="1280"/>
                </a:cubicBezTo>
                <a:cubicBezTo>
                  <a:pt x="9622" y="1280"/>
                  <a:pt x="9720" y="1378"/>
                  <a:pt x="9720" y="1500"/>
                </a:cubicBezTo>
                <a:close/>
                <a:moveTo>
                  <a:pt x="10720" y="1500"/>
                </a:moveTo>
                <a:cubicBezTo>
                  <a:pt x="10720" y="1622"/>
                  <a:pt x="10622" y="1720"/>
                  <a:pt x="10500" y="1720"/>
                </a:cubicBezTo>
                <a:cubicBezTo>
                  <a:pt x="10378" y="1720"/>
                  <a:pt x="10280" y="1622"/>
                  <a:pt x="10280" y="1500"/>
                </a:cubicBezTo>
                <a:cubicBezTo>
                  <a:pt x="10280" y="1378"/>
                  <a:pt x="10378" y="1280"/>
                  <a:pt x="10500" y="1280"/>
                </a:cubicBezTo>
                <a:cubicBezTo>
                  <a:pt x="10622" y="1280"/>
                  <a:pt x="10720" y="1378"/>
                  <a:pt x="10720" y="1500"/>
                </a:cubicBezTo>
                <a:close/>
                <a:moveTo>
                  <a:pt x="11720" y="1500"/>
                </a:moveTo>
                <a:cubicBezTo>
                  <a:pt x="11720" y="1622"/>
                  <a:pt x="11622" y="1720"/>
                  <a:pt x="11500" y="1720"/>
                </a:cubicBezTo>
                <a:cubicBezTo>
                  <a:pt x="11378" y="1720"/>
                  <a:pt x="11280" y="1622"/>
                  <a:pt x="11280" y="1500"/>
                </a:cubicBezTo>
                <a:cubicBezTo>
                  <a:pt x="11280" y="1378"/>
                  <a:pt x="11378" y="1280"/>
                  <a:pt x="11500" y="1280"/>
                </a:cubicBezTo>
                <a:cubicBezTo>
                  <a:pt x="11622" y="1280"/>
                  <a:pt x="11720" y="1378"/>
                  <a:pt x="11720" y="1500"/>
                </a:cubicBezTo>
                <a:close/>
                <a:moveTo>
                  <a:pt x="12720" y="1500"/>
                </a:moveTo>
                <a:cubicBezTo>
                  <a:pt x="12720" y="1622"/>
                  <a:pt x="12622" y="1720"/>
                  <a:pt x="12500" y="1720"/>
                </a:cubicBezTo>
                <a:cubicBezTo>
                  <a:pt x="12378" y="1720"/>
                  <a:pt x="12280" y="1622"/>
                  <a:pt x="12280" y="1500"/>
                </a:cubicBezTo>
                <a:cubicBezTo>
                  <a:pt x="12280" y="1378"/>
                  <a:pt x="12378" y="1280"/>
                  <a:pt x="12500" y="1280"/>
                </a:cubicBezTo>
                <a:cubicBezTo>
                  <a:pt x="12622" y="1280"/>
                  <a:pt x="12720" y="1378"/>
                  <a:pt x="12720" y="1500"/>
                </a:cubicBezTo>
                <a:close/>
                <a:moveTo>
                  <a:pt x="13720" y="1500"/>
                </a:moveTo>
                <a:cubicBezTo>
                  <a:pt x="13720" y="1622"/>
                  <a:pt x="13622" y="1720"/>
                  <a:pt x="13500" y="1720"/>
                </a:cubicBezTo>
                <a:cubicBezTo>
                  <a:pt x="13378" y="1720"/>
                  <a:pt x="13280" y="1622"/>
                  <a:pt x="13280" y="1500"/>
                </a:cubicBezTo>
                <a:cubicBezTo>
                  <a:pt x="13280" y="1378"/>
                  <a:pt x="13378" y="1280"/>
                  <a:pt x="13500" y="1280"/>
                </a:cubicBezTo>
                <a:cubicBezTo>
                  <a:pt x="13622" y="1280"/>
                  <a:pt x="13720" y="1378"/>
                  <a:pt x="13720" y="1500"/>
                </a:cubicBezTo>
                <a:close/>
                <a:moveTo>
                  <a:pt x="14720" y="1500"/>
                </a:moveTo>
                <a:cubicBezTo>
                  <a:pt x="14720" y="1622"/>
                  <a:pt x="14622" y="1720"/>
                  <a:pt x="14500" y="1720"/>
                </a:cubicBezTo>
                <a:cubicBezTo>
                  <a:pt x="14378" y="1720"/>
                  <a:pt x="14280" y="1622"/>
                  <a:pt x="14280" y="1500"/>
                </a:cubicBezTo>
                <a:cubicBezTo>
                  <a:pt x="14280" y="1378"/>
                  <a:pt x="14378" y="1280"/>
                  <a:pt x="14500" y="1280"/>
                </a:cubicBezTo>
                <a:cubicBezTo>
                  <a:pt x="14622" y="1280"/>
                  <a:pt x="14720" y="1378"/>
                  <a:pt x="14720" y="1500"/>
                </a:cubicBezTo>
                <a:close/>
                <a:moveTo>
                  <a:pt x="15720" y="1500"/>
                </a:moveTo>
                <a:cubicBezTo>
                  <a:pt x="15720" y="1622"/>
                  <a:pt x="15622" y="1720"/>
                  <a:pt x="15500" y="1720"/>
                </a:cubicBezTo>
                <a:cubicBezTo>
                  <a:pt x="15378" y="1720"/>
                  <a:pt x="15280" y="1622"/>
                  <a:pt x="15280" y="1500"/>
                </a:cubicBezTo>
                <a:cubicBezTo>
                  <a:pt x="15280" y="1378"/>
                  <a:pt x="15378" y="1280"/>
                  <a:pt x="15500" y="1280"/>
                </a:cubicBezTo>
                <a:cubicBezTo>
                  <a:pt x="15622" y="1280"/>
                  <a:pt x="15720" y="1378"/>
                  <a:pt x="15720" y="1500"/>
                </a:cubicBezTo>
                <a:close/>
                <a:moveTo>
                  <a:pt x="16720" y="1500"/>
                </a:moveTo>
                <a:cubicBezTo>
                  <a:pt x="16720" y="1622"/>
                  <a:pt x="16622" y="1720"/>
                  <a:pt x="16500" y="1720"/>
                </a:cubicBezTo>
                <a:cubicBezTo>
                  <a:pt x="16378" y="1720"/>
                  <a:pt x="16280" y="1622"/>
                  <a:pt x="16280" y="1500"/>
                </a:cubicBezTo>
                <a:cubicBezTo>
                  <a:pt x="16280" y="1378"/>
                  <a:pt x="16378" y="1280"/>
                  <a:pt x="16500" y="1280"/>
                </a:cubicBezTo>
                <a:cubicBezTo>
                  <a:pt x="16622" y="1280"/>
                  <a:pt x="16720" y="1378"/>
                  <a:pt x="16720" y="1500"/>
                </a:cubicBezTo>
                <a:close/>
                <a:moveTo>
                  <a:pt x="17720" y="1500"/>
                </a:moveTo>
                <a:cubicBezTo>
                  <a:pt x="17720" y="1622"/>
                  <a:pt x="17622" y="1720"/>
                  <a:pt x="17500" y="1720"/>
                </a:cubicBezTo>
                <a:cubicBezTo>
                  <a:pt x="17378" y="1720"/>
                  <a:pt x="17280" y="1622"/>
                  <a:pt x="17280" y="1500"/>
                </a:cubicBezTo>
                <a:cubicBezTo>
                  <a:pt x="17280" y="1378"/>
                  <a:pt x="17378" y="1280"/>
                  <a:pt x="17500" y="1280"/>
                </a:cubicBezTo>
                <a:cubicBezTo>
                  <a:pt x="17622" y="1280"/>
                  <a:pt x="17720" y="1378"/>
                  <a:pt x="1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8720" y="2500"/>
                </a:moveTo>
                <a:cubicBezTo>
                  <a:pt x="8720" y="2622"/>
                  <a:pt x="8622" y="2720"/>
                  <a:pt x="8500" y="2720"/>
                </a:cubicBezTo>
                <a:cubicBezTo>
                  <a:pt x="8378" y="2720"/>
                  <a:pt x="8280" y="2622"/>
                  <a:pt x="8280" y="2500"/>
                </a:cubicBezTo>
                <a:cubicBezTo>
                  <a:pt x="8280" y="2378"/>
                  <a:pt x="8378" y="2280"/>
                  <a:pt x="8500" y="2280"/>
                </a:cubicBezTo>
                <a:cubicBezTo>
                  <a:pt x="8622" y="2280"/>
                  <a:pt x="8720" y="2378"/>
                  <a:pt x="8720" y="2500"/>
                </a:cubicBezTo>
                <a:close/>
                <a:moveTo>
                  <a:pt x="9720" y="2500"/>
                </a:moveTo>
                <a:cubicBezTo>
                  <a:pt x="9720" y="2622"/>
                  <a:pt x="9622" y="2720"/>
                  <a:pt x="9500" y="2720"/>
                </a:cubicBezTo>
                <a:cubicBezTo>
                  <a:pt x="9378" y="2720"/>
                  <a:pt x="9280" y="2622"/>
                  <a:pt x="9280" y="2500"/>
                </a:cubicBezTo>
                <a:cubicBezTo>
                  <a:pt x="9280" y="2378"/>
                  <a:pt x="9378" y="2280"/>
                  <a:pt x="9500" y="2280"/>
                </a:cubicBezTo>
                <a:cubicBezTo>
                  <a:pt x="9622" y="2280"/>
                  <a:pt x="9720" y="2378"/>
                  <a:pt x="9720" y="2500"/>
                </a:cubicBezTo>
                <a:close/>
                <a:moveTo>
                  <a:pt x="10720" y="2500"/>
                </a:moveTo>
                <a:cubicBezTo>
                  <a:pt x="10720" y="2622"/>
                  <a:pt x="10622" y="2720"/>
                  <a:pt x="10500" y="2720"/>
                </a:cubicBezTo>
                <a:cubicBezTo>
                  <a:pt x="10378" y="2720"/>
                  <a:pt x="10280" y="2622"/>
                  <a:pt x="10280" y="2500"/>
                </a:cubicBezTo>
                <a:cubicBezTo>
                  <a:pt x="10280" y="2378"/>
                  <a:pt x="10378" y="2280"/>
                  <a:pt x="10500" y="2280"/>
                </a:cubicBezTo>
                <a:cubicBezTo>
                  <a:pt x="10622" y="2280"/>
                  <a:pt x="10720" y="2378"/>
                  <a:pt x="10720" y="2500"/>
                </a:cubicBezTo>
                <a:close/>
                <a:moveTo>
                  <a:pt x="11720" y="2500"/>
                </a:moveTo>
                <a:cubicBezTo>
                  <a:pt x="11720" y="2622"/>
                  <a:pt x="11622" y="2720"/>
                  <a:pt x="11500" y="2720"/>
                </a:cubicBezTo>
                <a:cubicBezTo>
                  <a:pt x="11378" y="2720"/>
                  <a:pt x="11280" y="2622"/>
                  <a:pt x="11280" y="2500"/>
                </a:cubicBezTo>
                <a:cubicBezTo>
                  <a:pt x="11280" y="2378"/>
                  <a:pt x="11378" y="2280"/>
                  <a:pt x="11500" y="2280"/>
                </a:cubicBezTo>
                <a:cubicBezTo>
                  <a:pt x="11622" y="2280"/>
                  <a:pt x="11720" y="2378"/>
                  <a:pt x="11720" y="2500"/>
                </a:cubicBezTo>
                <a:close/>
                <a:moveTo>
                  <a:pt x="12720" y="2500"/>
                </a:moveTo>
                <a:cubicBezTo>
                  <a:pt x="12720" y="2622"/>
                  <a:pt x="12622" y="2720"/>
                  <a:pt x="12500" y="2720"/>
                </a:cubicBezTo>
                <a:cubicBezTo>
                  <a:pt x="12378" y="2720"/>
                  <a:pt x="12280" y="2622"/>
                  <a:pt x="12280" y="2500"/>
                </a:cubicBezTo>
                <a:cubicBezTo>
                  <a:pt x="12280" y="2378"/>
                  <a:pt x="12378" y="2280"/>
                  <a:pt x="12500" y="2280"/>
                </a:cubicBezTo>
                <a:cubicBezTo>
                  <a:pt x="12622" y="2280"/>
                  <a:pt x="12720" y="2378"/>
                  <a:pt x="12720" y="2500"/>
                </a:cubicBezTo>
                <a:close/>
                <a:moveTo>
                  <a:pt x="13720" y="2500"/>
                </a:moveTo>
                <a:cubicBezTo>
                  <a:pt x="13720" y="2622"/>
                  <a:pt x="13622" y="2720"/>
                  <a:pt x="13500" y="2720"/>
                </a:cubicBezTo>
                <a:cubicBezTo>
                  <a:pt x="13378" y="2720"/>
                  <a:pt x="13280" y="2622"/>
                  <a:pt x="13280" y="2500"/>
                </a:cubicBezTo>
                <a:cubicBezTo>
                  <a:pt x="13280" y="2378"/>
                  <a:pt x="13378" y="2280"/>
                  <a:pt x="13500" y="2280"/>
                </a:cubicBezTo>
                <a:cubicBezTo>
                  <a:pt x="13622" y="2280"/>
                  <a:pt x="13720" y="2378"/>
                  <a:pt x="13720" y="2500"/>
                </a:cubicBezTo>
                <a:close/>
                <a:moveTo>
                  <a:pt x="14720" y="2500"/>
                </a:moveTo>
                <a:cubicBezTo>
                  <a:pt x="14720" y="2622"/>
                  <a:pt x="14622" y="2720"/>
                  <a:pt x="14500" y="2720"/>
                </a:cubicBezTo>
                <a:cubicBezTo>
                  <a:pt x="14378" y="2720"/>
                  <a:pt x="14280" y="2622"/>
                  <a:pt x="14280" y="2500"/>
                </a:cubicBezTo>
                <a:cubicBezTo>
                  <a:pt x="14280" y="2378"/>
                  <a:pt x="14378" y="2280"/>
                  <a:pt x="14500" y="2280"/>
                </a:cubicBezTo>
                <a:cubicBezTo>
                  <a:pt x="14622" y="2280"/>
                  <a:pt x="14720" y="2378"/>
                  <a:pt x="14720" y="2500"/>
                </a:cubicBezTo>
                <a:close/>
                <a:moveTo>
                  <a:pt x="15720" y="2500"/>
                </a:moveTo>
                <a:cubicBezTo>
                  <a:pt x="15720" y="2622"/>
                  <a:pt x="15622" y="2720"/>
                  <a:pt x="15500" y="2720"/>
                </a:cubicBezTo>
                <a:cubicBezTo>
                  <a:pt x="15378" y="2720"/>
                  <a:pt x="15280" y="2622"/>
                  <a:pt x="15280" y="2500"/>
                </a:cubicBezTo>
                <a:cubicBezTo>
                  <a:pt x="15280" y="2378"/>
                  <a:pt x="15378" y="2280"/>
                  <a:pt x="15500" y="2280"/>
                </a:cubicBezTo>
                <a:cubicBezTo>
                  <a:pt x="15622" y="2280"/>
                  <a:pt x="15720" y="2378"/>
                  <a:pt x="15720" y="2500"/>
                </a:cubicBezTo>
                <a:close/>
                <a:moveTo>
                  <a:pt x="16720" y="2500"/>
                </a:moveTo>
                <a:cubicBezTo>
                  <a:pt x="16720" y="2622"/>
                  <a:pt x="16622" y="2720"/>
                  <a:pt x="16500" y="2720"/>
                </a:cubicBezTo>
                <a:cubicBezTo>
                  <a:pt x="16378" y="2720"/>
                  <a:pt x="16280" y="2622"/>
                  <a:pt x="16280" y="2500"/>
                </a:cubicBezTo>
                <a:cubicBezTo>
                  <a:pt x="16280" y="2378"/>
                  <a:pt x="16378" y="2280"/>
                  <a:pt x="16500" y="2280"/>
                </a:cubicBezTo>
                <a:cubicBezTo>
                  <a:pt x="16622" y="2280"/>
                  <a:pt x="16720" y="2378"/>
                  <a:pt x="16720" y="2500"/>
                </a:cubicBezTo>
                <a:close/>
                <a:moveTo>
                  <a:pt x="17720" y="2500"/>
                </a:moveTo>
                <a:cubicBezTo>
                  <a:pt x="17720" y="2622"/>
                  <a:pt x="17622" y="2720"/>
                  <a:pt x="17500" y="2720"/>
                </a:cubicBezTo>
                <a:cubicBezTo>
                  <a:pt x="17378" y="2720"/>
                  <a:pt x="17280" y="2622"/>
                  <a:pt x="17280" y="2500"/>
                </a:cubicBezTo>
                <a:cubicBezTo>
                  <a:pt x="17280" y="2378"/>
                  <a:pt x="17378" y="2280"/>
                  <a:pt x="17500" y="2280"/>
                </a:cubicBezTo>
                <a:cubicBezTo>
                  <a:pt x="17622" y="2280"/>
                  <a:pt x="17720" y="2378"/>
                  <a:pt x="1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8720" y="3500"/>
                </a:moveTo>
                <a:cubicBezTo>
                  <a:pt x="8720" y="3622"/>
                  <a:pt x="8622" y="3720"/>
                  <a:pt x="8500" y="3720"/>
                </a:cubicBezTo>
                <a:cubicBezTo>
                  <a:pt x="8378" y="3720"/>
                  <a:pt x="8280" y="3622"/>
                  <a:pt x="8280" y="3500"/>
                </a:cubicBezTo>
                <a:cubicBezTo>
                  <a:pt x="8280" y="3378"/>
                  <a:pt x="8378" y="3280"/>
                  <a:pt x="8500" y="3280"/>
                </a:cubicBezTo>
                <a:cubicBezTo>
                  <a:pt x="8622" y="3280"/>
                  <a:pt x="8720" y="3378"/>
                  <a:pt x="8720" y="3500"/>
                </a:cubicBezTo>
                <a:close/>
                <a:moveTo>
                  <a:pt x="9720" y="3500"/>
                </a:moveTo>
                <a:cubicBezTo>
                  <a:pt x="9720" y="3622"/>
                  <a:pt x="9622" y="3720"/>
                  <a:pt x="9500" y="3720"/>
                </a:cubicBezTo>
                <a:cubicBezTo>
                  <a:pt x="9378" y="3720"/>
                  <a:pt x="9280" y="3622"/>
                  <a:pt x="9280" y="3500"/>
                </a:cubicBezTo>
                <a:cubicBezTo>
                  <a:pt x="9280" y="3378"/>
                  <a:pt x="9378" y="3280"/>
                  <a:pt x="9500" y="3280"/>
                </a:cubicBezTo>
                <a:cubicBezTo>
                  <a:pt x="9622" y="3280"/>
                  <a:pt x="9720" y="3378"/>
                  <a:pt x="9720" y="3500"/>
                </a:cubicBezTo>
                <a:close/>
                <a:moveTo>
                  <a:pt x="10720" y="3500"/>
                </a:moveTo>
                <a:cubicBezTo>
                  <a:pt x="10720" y="3622"/>
                  <a:pt x="10622" y="3720"/>
                  <a:pt x="10500" y="3720"/>
                </a:cubicBezTo>
                <a:cubicBezTo>
                  <a:pt x="10378" y="3720"/>
                  <a:pt x="10280" y="3622"/>
                  <a:pt x="10280" y="3500"/>
                </a:cubicBezTo>
                <a:cubicBezTo>
                  <a:pt x="10280" y="3378"/>
                  <a:pt x="10378" y="3280"/>
                  <a:pt x="10500" y="3280"/>
                </a:cubicBezTo>
                <a:cubicBezTo>
                  <a:pt x="10622" y="3280"/>
                  <a:pt x="10720" y="3378"/>
                  <a:pt x="10720" y="3500"/>
                </a:cubicBezTo>
                <a:close/>
                <a:moveTo>
                  <a:pt x="11720" y="3500"/>
                </a:moveTo>
                <a:cubicBezTo>
                  <a:pt x="11720" y="3622"/>
                  <a:pt x="11622" y="3720"/>
                  <a:pt x="11500" y="3720"/>
                </a:cubicBezTo>
                <a:cubicBezTo>
                  <a:pt x="11378" y="3720"/>
                  <a:pt x="11280" y="3622"/>
                  <a:pt x="11280" y="3500"/>
                </a:cubicBezTo>
                <a:cubicBezTo>
                  <a:pt x="11280" y="3378"/>
                  <a:pt x="11378" y="3280"/>
                  <a:pt x="11500" y="3280"/>
                </a:cubicBezTo>
                <a:cubicBezTo>
                  <a:pt x="11622" y="3280"/>
                  <a:pt x="11720" y="3378"/>
                  <a:pt x="11720" y="3500"/>
                </a:cubicBezTo>
                <a:close/>
                <a:moveTo>
                  <a:pt x="12720" y="3500"/>
                </a:moveTo>
                <a:cubicBezTo>
                  <a:pt x="12720" y="3622"/>
                  <a:pt x="12622" y="3720"/>
                  <a:pt x="12500" y="3720"/>
                </a:cubicBezTo>
                <a:cubicBezTo>
                  <a:pt x="12378" y="3720"/>
                  <a:pt x="12280" y="3622"/>
                  <a:pt x="12280" y="3500"/>
                </a:cubicBezTo>
                <a:cubicBezTo>
                  <a:pt x="12280" y="3378"/>
                  <a:pt x="12378" y="3280"/>
                  <a:pt x="12500" y="3280"/>
                </a:cubicBezTo>
                <a:cubicBezTo>
                  <a:pt x="12622" y="3280"/>
                  <a:pt x="12720" y="3378"/>
                  <a:pt x="12720" y="3500"/>
                </a:cubicBezTo>
                <a:close/>
                <a:moveTo>
                  <a:pt x="13720" y="3500"/>
                </a:moveTo>
                <a:cubicBezTo>
                  <a:pt x="13720" y="3622"/>
                  <a:pt x="13622" y="3720"/>
                  <a:pt x="13500" y="3720"/>
                </a:cubicBezTo>
                <a:cubicBezTo>
                  <a:pt x="13378" y="3720"/>
                  <a:pt x="13280" y="3622"/>
                  <a:pt x="13280" y="3500"/>
                </a:cubicBezTo>
                <a:cubicBezTo>
                  <a:pt x="13280" y="3378"/>
                  <a:pt x="13378" y="3280"/>
                  <a:pt x="13500" y="3280"/>
                </a:cubicBezTo>
                <a:cubicBezTo>
                  <a:pt x="13622" y="3280"/>
                  <a:pt x="13720" y="3378"/>
                  <a:pt x="13720" y="3500"/>
                </a:cubicBezTo>
                <a:close/>
                <a:moveTo>
                  <a:pt x="14720" y="3500"/>
                </a:moveTo>
                <a:cubicBezTo>
                  <a:pt x="14720" y="3622"/>
                  <a:pt x="14622" y="3720"/>
                  <a:pt x="14500" y="3720"/>
                </a:cubicBezTo>
                <a:cubicBezTo>
                  <a:pt x="14378" y="3720"/>
                  <a:pt x="14280" y="3622"/>
                  <a:pt x="14280" y="3500"/>
                </a:cubicBezTo>
                <a:cubicBezTo>
                  <a:pt x="14280" y="3378"/>
                  <a:pt x="14378" y="3280"/>
                  <a:pt x="14500" y="3280"/>
                </a:cubicBezTo>
                <a:cubicBezTo>
                  <a:pt x="14622" y="3280"/>
                  <a:pt x="14720" y="3378"/>
                  <a:pt x="14720" y="3500"/>
                </a:cubicBezTo>
                <a:close/>
                <a:moveTo>
                  <a:pt x="15720" y="3500"/>
                </a:moveTo>
                <a:cubicBezTo>
                  <a:pt x="15720" y="3622"/>
                  <a:pt x="15622" y="3720"/>
                  <a:pt x="15500" y="3720"/>
                </a:cubicBezTo>
                <a:cubicBezTo>
                  <a:pt x="15378" y="3720"/>
                  <a:pt x="15280" y="3622"/>
                  <a:pt x="15280" y="3500"/>
                </a:cubicBezTo>
                <a:cubicBezTo>
                  <a:pt x="15280" y="3378"/>
                  <a:pt x="15378" y="3280"/>
                  <a:pt x="15500" y="3280"/>
                </a:cubicBezTo>
                <a:cubicBezTo>
                  <a:pt x="15622" y="3280"/>
                  <a:pt x="15720" y="3378"/>
                  <a:pt x="15720" y="3500"/>
                </a:cubicBezTo>
                <a:close/>
                <a:moveTo>
                  <a:pt x="16720" y="3500"/>
                </a:moveTo>
                <a:cubicBezTo>
                  <a:pt x="16720" y="3622"/>
                  <a:pt x="16622" y="3720"/>
                  <a:pt x="16500" y="3720"/>
                </a:cubicBezTo>
                <a:cubicBezTo>
                  <a:pt x="16378" y="3720"/>
                  <a:pt x="16280" y="3622"/>
                  <a:pt x="16280" y="3500"/>
                </a:cubicBezTo>
                <a:cubicBezTo>
                  <a:pt x="16280" y="3378"/>
                  <a:pt x="16378" y="3280"/>
                  <a:pt x="16500" y="3280"/>
                </a:cubicBezTo>
                <a:cubicBezTo>
                  <a:pt x="16622" y="3280"/>
                  <a:pt x="16720" y="3378"/>
                  <a:pt x="16720" y="3500"/>
                </a:cubicBezTo>
                <a:close/>
                <a:moveTo>
                  <a:pt x="17720" y="3500"/>
                </a:moveTo>
                <a:cubicBezTo>
                  <a:pt x="17720" y="3622"/>
                  <a:pt x="17622" y="3720"/>
                  <a:pt x="17500" y="3720"/>
                </a:cubicBezTo>
                <a:cubicBezTo>
                  <a:pt x="17378" y="3720"/>
                  <a:pt x="17280" y="3622"/>
                  <a:pt x="17280" y="3500"/>
                </a:cubicBezTo>
                <a:cubicBezTo>
                  <a:pt x="17280" y="3378"/>
                  <a:pt x="17378" y="3280"/>
                  <a:pt x="17500" y="3280"/>
                </a:cubicBezTo>
                <a:cubicBezTo>
                  <a:pt x="17622" y="3280"/>
                  <a:pt x="17720" y="3378"/>
                  <a:pt x="1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8720" y="4500"/>
                </a:moveTo>
                <a:cubicBezTo>
                  <a:pt x="8720" y="4622"/>
                  <a:pt x="8622" y="4720"/>
                  <a:pt x="8500" y="4720"/>
                </a:cubicBezTo>
                <a:cubicBezTo>
                  <a:pt x="8378" y="4720"/>
                  <a:pt x="8280" y="4622"/>
                  <a:pt x="8280" y="4500"/>
                </a:cubicBezTo>
                <a:cubicBezTo>
                  <a:pt x="8280" y="4378"/>
                  <a:pt x="8378" y="4280"/>
                  <a:pt x="8500" y="4280"/>
                </a:cubicBezTo>
                <a:cubicBezTo>
                  <a:pt x="8622" y="4280"/>
                  <a:pt x="8720" y="4378"/>
                  <a:pt x="8720" y="4500"/>
                </a:cubicBezTo>
                <a:close/>
                <a:moveTo>
                  <a:pt x="9720" y="4500"/>
                </a:moveTo>
                <a:cubicBezTo>
                  <a:pt x="9720" y="4622"/>
                  <a:pt x="9622" y="4720"/>
                  <a:pt x="9500" y="4720"/>
                </a:cubicBezTo>
                <a:cubicBezTo>
                  <a:pt x="9378" y="4720"/>
                  <a:pt x="9280" y="4622"/>
                  <a:pt x="9280" y="4500"/>
                </a:cubicBezTo>
                <a:cubicBezTo>
                  <a:pt x="9280" y="4378"/>
                  <a:pt x="9378" y="4280"/>
                  <a:pt x="9500" y="4280"/>
                </a:cubicBezTo>
                <a:cubicBezTo>
                  <a:pt x="9622" y="4280"/>
                  <a:pt x="9720" y="4378"/>
                  <a:pt x="9720" y="4500"/>
                </a:cubicBezTo>
                <a:close/>
                <a:moveTo>
                  <a:pt x="10720" y="4500"/>
                </a:moveTo>
                <a:cubicBezTo>
                  <a:pt x="10720" y="4622"/>
                  <a:pt x="10622" y="4720"/>
                  <a:pt x="10500" y="4720"/>
                </a:cubicBezTo>
                <a:cubicBezTo>
                  <a:pt x="10378" y="4720"/>
                  <a:pt x="10280" y="4622"/>
                  <a:pt x="10280" y="4500"/>
                </a:cubicBezTo>
                <a:cubicBezTo>
                  <a:pt x="10280" y="4378"/>
                  <a:pt x="10378" y="4280"/>
                  <a:pt x="10500" y="4280"/>
                </a:cubicBezTo>
                <a:cubicBezTo>
                  <a:pt x="10622" y="4280"/>
                  <a:pt x="10720" y="4378"/>
                  <a:pt x="10720" y="4500"/>
                </a:cubicBezTo>
                <a:close/>
                <a:moveTo>
                  <a:pt x="11720" y="4500"/>
                </a:moveTo>
                <a:cubicBezTo>
                  <a:pt x="11720" y="4622"/>
                  <a:pt x="11622" y="4720"/>
                  <a:pt x="11500" y="4720"/>
                </a:cubicBezTo>
                <a:cubicBezTo>
                  <a:pt x="11378" y="4720"/>
                  <a:pt x="11280" y="4622"/>
                  <a:pt x="11280" y="4500"/>
                </a:cubicBezTo>
                <a:cubicBezTo>
                  <a:pt x="11280" y="4378"/>
                  <a:pt x="11378" y="4280"/>
                  <a:pt x="11500" y="4280"/>
                </a:cubicBezTo>
                <a:cubicBezTo>
                  <a:pt x="11622" y="4280"/>
                  <a:pt x="11720" y="4378"/>
                  <a:pt x="11720" y="4500"/>
                </a:cubicBezTo>
                <a:close/>
                <a:moveTo>
                  <a:pt x="12720" y="4500"/>
                </a:moveTo>
                <a:cubicBezTo>
                  <a:pt x="12720" y="4622"/>
                  <a:pt x="12622" y="4720"/>
                  <a:pt x="12500" y="4720"/>
                </a:cubicBezTo>
                <a:cubicBezTo>
                  <a:pt x="12378" y="4720"/>
                  <a:pt x="12280" y="4622"/>
                  <a:pt x="12280" y="4500"/>
                </a:cubicBezTo>
                <a:cubicBezTo>
                  <a:pt x="12280" y="4378"/>
                  <a:pt x="12378" y="4280"/>
                  <a:pt x="12500" y="4280"/>
                </a:cubicBezTo>
                <a:cubicBezTo>
                  <a:pt x="12622" y="4280"/>
                  <a:pt x="12720" y="4378"/>
                  <a:pt x="12720" y="4500"/>
                </a:cubicBezTo>
                <a:close/>
                <a:moveTo>
                  <a:pt x="13720" y="4500"/>
                </a:moveTo>
                <a:cubicBezTo>
                  <a:pt x="13720" y="4622"/>
                  <a:pt x="13622" y="4720"/>
                  <a:pt x="13500" y="4720"/>
                </a:cubicBezTo>
                <a:cubicBezTo>
                  <a:pt x="13378" y="4720"/>
                  <a:pt x="13280" y="4622"/>
                  <a:pt x="13280" y="4500"/>
                </a:cubicBezTo>
                <a:cubicBezTo>
                  <a:pt x="13280" y="4378"/>
                  <a:pt x="13378" y="4280"/>
                  <a:pt x="13500" y="4280"/>
                </a:cubicBezTo>
                <a:cubicBezTo>
                  <a:pt x="13622" y="4280"/>
                  <a:pt x="13720" y="4378"/>
                  <a:pt x="13720" y="4500"/>
                </a:cubicBezTo>
                <a:close/>
                <a:moveTo>
                  <a:pt x="14720" y="4500"/>
                </a:moveTo>
                <a:cubicBezTo>
                  <a:pt x="14720" y="4622"/>
                  <a:pt x="14622" y="4720"/>
                  <a:pt x="14500" y="4720"/>
                </a:cubicBezTo>
                <a:cubicBezTo>
                  <a:pt x="14378" y="4720"/>
                  <a:pt x="14280" y="4622"/>
                  <a:pt x="14280" y="4500"/>
                </a:cubicBezTo>
                <a:cubicBezTo>
                  <a:pt x="14280" y="4378"/>
                  <a:pt x="14378" y="4280"/>
                  <a:pt x="14500" y="4280"/>
                </a:cubicBezTo>
                <a:cubicBezTo>
                  <a:pt x="14622" y="4280"/>
                  <a:pt x="14720" y="4378"/>
                  <a:pt x="14720" y="4500"/>
                </a:cubicBezTo>
                <a:close/>
                <a:moveTo>
                  <a:pt x="15720" y="4500"/>
                </a:moveTo>
                <a:cubicBezTo>
                  <a:pt x="15720" y="4622"/>
                  <a:pt x="15622" y="4720"/>
                  <a:pt x="15500" y="4720"/>
                </a:cubicBezTo>
                <a:cubicBezTo>
                  <a:pt x="15378" y="4720"/>
                  <a:pt x="15280" y="4622"/>
                  <a:pt x="15280" y="4500"/>
                </a:cubicBezTo>
                <a:cubicBezTo>
                  <a:pt x="15280" y="4378"/>
                  <a:pt x="15378" y="4280"/>
                  <a:pt x="15500" y="4280"/>
                </a:cubicBezTo>
                <a:cubicBezTo>
                  <a:pt x="15622" y="4280"/>
                  <a:pt x="15720" y="4378"/>
                  <a:pt x="15720" y="4500"/>
                </a:cubicBezTo>
                <a:close/>
                <a:moveTo>
                  <a:pt x="16720" y="4500"/>
                </a:moveTo>
                <a:cubicBezTo>
                  <a:pt x="16720" y="4622"/>
                  <a:pt x="16622" y="4720"/>
                  <a:pt x="16500" y="4720"/>
                </a:cubicBezTo>
                <a:cubicBezTo>
                  <a:pt x="16378" y="4720"/>
                  <a:pt x="16280" y="4622"/>
                  <a:pt x="16280" y="4500"/>
                </a:cubicBezTo>
                <a:cubicBezTo>
                  <a:pt x="16280" y="4378"/>
                  <a:pt x="16378" y="4280"/>
                  <a:pt x="16500" y="4280"/>
                </a:cubicBezTo>
                <a:cubicBezTo>
                  <a:pt x="16622" y="4280"/>
                  <a:pt x="16720" y="4378"/>
                  <a:pt x="16720" y="4500"/>
                </a:cubicBezTo>
                <a:close/>
                <a:moveTo>
                  <a:pt x="17720" y="4500"/>
                </a:moveTo>
                <a:cubicBezTo>
                  <a:pt x="17720" y="4622"/>
                  <a:pt x="17622" y="4720"/>
                  <a:pt x="17500" y="4720"/>
                </a:cubicBezTo>
                <a:cubicBezTo>
                  <a:pt x="17378" y="4720"/>
                  <a:pt x="17280" y="4622"/>
                  <a:pt x="17280" y="4500"/>
                </a:cubicBezTo>
                <a:cubicBezTo>
                  <a:pt x="17280" y="4378"/>
                  <a:pt x="17378" y="4280"/>
                  <a:pt x="17500" y="4280"/>
                </a:cubicBezTo>
                <a:cubicBezTo>
                  <a:pt x="17622" y="4280"/>
                  <a:pt x="17720" y="4378"/>
                  <a:pt x="1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8720" y="5500"/>
                </a:moveTo>
                <a:cubicBezTo>
                  <a:pt x="8720" y="5622"/>
                  <a:pt x="8622" y="5720"/>
                  <a:pt x="8500" y="5720"/>
                </a:cubicBezTo>
                <a:cubicBezTo>
                  <a:pt x="8378" y="5720"/>
                  <a:pt x="8280" y="5622"/>
                  <a:pt x="8280" y="5500"/>
                </a:cubicBezTo>
                <a:cubicBezTo>
                  <a:pt x="8280" y="5378"/>
                  <a:pt x="8378" y="5280"/>
                  <a:pt x="8500" y="5280"/>
                </a:cubicBezTo>
                <a:cubicBezTo>
                  <a:pt x="8622" y="5280"/>
                  <a:pt x="8720" y="5378"/>
                  <a:pt x="8720" y="5500"/>
                </a:cubicBezTo>
                <a:close/>
                <a:moveTo>
                  <a:pt x="9720" y="5500"/>
                </a:moveTo>
                <a:cubicBezTo>
                  <a:pt x="9720" y="5622"/>
                  <a:pt x="9622" y="5720"/>
                  <a:pt x="9500" y="5720"/>
                </a:cubicBezTo>
                <a:cubicBezTo>
                  <a:pt x="9378" y="5720"/>
                  <a:pt x="9280" y="5622"/>
                  <a:pt x="9280" y="5500"/>
                </a:cubicBezTo>
                <a:cubicBezTo>
                  <a:pt x="9280" y="5378"/>
                  <a:pt x="9378" y="5280"/>
                  <a:pt x="9500" y="5280"/>
                </a:cubicBezTo>
                <a:cubicBezTo>
                  <a:pt x="9622" y="5280"/>
                  <a:pt x="9720" y="5378"/>
                  <a:pt x="9720" y="5500"/>
                </a:cubicBezTo>
                <a:close/>
                <a:moveTo>
                  <a:pt x="10720" y="5500"/>
                </a:moveTo>
                <a:cubicBezTo>
                  <a:pt x="10720" y="5622"/>
                  <a:pt x="10622" y="5720"/>
                  <a:pt x="10500" y="5720"/>
                </a:cubicBezTo>
                <a:cubicBezTo>
                  <a:pt x="10378" y="5720"/>
                  <a:pt x="10280" y="5622"/>
                  <a:pt x="10280" y="5500"/>
                </a:cubicBezTo>
                <a:cubicBezTo>
                  <a:pt x="10280" y="5378"/>
                  <a:pt x="10378" y="5280"/>
                  <a:pt x="10500" y="5280"/>
                </a:cubicBezTo>
                <a:cubicBezTo>
                  <a:pt x="10622" y="5280"/>
                  <a:pt x="10720" y="5378"/>
                  <a:pt x="10720" y="5500"/>
                </a:cubicBezTo>
                <a:close/>
                <a:moveTo>
                  <a:pt x="11720" y="5500"/>
                </a:moveTo>
                <a:cubicBezTo>
                  <a:pt x="11720" y="5622"/>
                  <a:pt x="11622" y="5720"/>
                  <a:pt x="11500" y="5720"/>
                </a:cubicBezTo>
                <a:cubicBezTo>
                  <a:pt x="11378" y="5720"/>
                  <a:pt x="11280" y="5622"/>
                  <a:pt x="11280" y="5500"/>
                </a:cubicBezTo>
                <a:cubicBezTo>
                  <a:pt x="11280" y="5378"/>
                  <a:pt x="11378" y="5280"/>
                  <a:pt x="11500" y="5280"/>
                </a:cubicBezTo>
                <a:cubicBezTo>
                  <a:pt x="11622" y="5280"/>
                  <a:pt x="11720" y="5378"/>
                  <a:pt x="11720" y="5500"/>
                </a:cubicBezTo>
                <a:close/>
                <a:moveTo>
                  <a:pt x="12720" y="5500"/>
                </a:moveTo>
                <a:cubicBezTo>
                  <a:pt x="12720" y="5622"/>
                  <a:pt x="12622" y="5720"/>
                  <a:pt x="12500" y="5720"/>
                </a:cubicBezTo>
                <a:cubicBezTo>
                  <a:pt x="12378" y="5720"/>
                  <a:pt x="12280" y="5622"/>
                  <a:pt x="12280" y="5500"/>
                </a:cubicBezTo>
                <a:cubicBezTo>
                  <a:pt x="12280" y="5378"/>
                  <a:pt x="12378" y="5280"/>
                  <a:pt x="12500" y="5280"/>
                </a:cubicBezTo>
                <a:cubicBezTo>
                  <a:pt x="12622" y="5280"/>
                  <a:pt x="12720" y="5378"/>
                  <a:pt x="12720" y="5500"/>
                </a:cubicBezTo>
                <a:close/>
                <a:moveTo>
                  <a:pt x="13720" y="5500"/>
                </a:moveTo>
                <a:cubicBezTo>
                  <a:pt x="13720" y="5622"/>
                  <a:pt x="13622" y="5720"/>
                  <a:pt x="13500" y="5720"/>
                </a:cubicBezTo>
                <a:cubicBezTo>
                  <a:pt x="13378" y="5720"/>
                  <a:pt x="13280" y="5622"/>
                  <a:pt x="13280" y="5500"/>
                </a:cubicBezTo>
                <a:cubicBezTo>
                  <a:pt x="13280" y="5378"/>
                  <a:pt x="13378" y="5280"/>
                  <a:pt x="13500" y="5280"/>
                </a:cubicBezTo>
                <a:cubicBezTo>
                  <a:pt x="13622" y="5280"/>
                  <a:pt x="13720" y="5378"/>
                  <a:pt x="13720" y="5500"/>
                </a:cubicBezTo>
                <a:close/>
                <a:moveTo>
                  <a:pt x="14720" y="5500"/>
                </a:moveTo>
                <a:cubicBezTo>
                  <a:pt x="14720" y="5622"/>
                  <a:pt x="14622" y="5720"/>
                  <a:pt x="14500" y="5720"/>
                </a:cubicBezTo>
                <a:cubicBezTo>
                  <a:pt x="14378" y="5720"/>
                  <a:pt x="14280" y="5622"/>
                  <a:pt x="14280" y="5500"/>
                </a:cubicBezTo>
                <a:cubicBezTo>
                  <a:pt x="14280" y="5378"/>
                  <a:pt x="14378" y="5280"/>
                  <a:pt x="14500" y="5280"/>
                </a:cubicBezTo>
                <a:cubicBezTo>
                  <a:pt x="14622" y="5280"/>
                  <a:pt x="14720" y="5378"/>
                  <a:pt x="14720" y="5500"/>
                </a:cubicBezTo>
                <a:close/>
                <a:moveTo>
                  <a:pt x="15720" y="5500"/>
                </a:moveTo>
                <a:cubicBezTo>
                  <a:pt x="15720" y="5622"/>
                  <a:pt x="15622" y="5720"/>
                  <a:pt x="15500" y="5720"/>
                </a:cubicBezTo>
                <a:cubicBezTo>
                  <a:pt x="15378" y="5720"/>
                  <a:pt x="15280" y="5622"/>
                  <a:pt x="15280" y="5500"/>
                </a:cubicBezTo>
                <a:cubicBezTo>
                  <a:pt x="15280" y="5378"/>
                  <a:pt x="15378" y="5280"/>
                  <a:pt x="15500" y="5280"/>
                </a:cubicBezTo>
                <a:cubicBezTo>
                  <a:pt x="15622" y="5280"/>
                  <a:pt x="15720" y="5378"/>
                  <a:pt x="15720" y="5500"/>
                </a:cubicBezTo>
                <a:close/>
                <a:moveTo>
                  <a:pt x="16720" y="5500"/>
                </a:moveTo>
                <a:cubicBezTo>
                  <a:pt x="16720" y="5622"/>
                  <a:pt x="16622" y="5720"/>
                  <a:pt x="16500" y="5720"/>
                </a:cubicBezTo>
                <a:cubicBezTo>
                  <a:pt x="16378" y="5720"/>
                  <a:pt x="16280" y="5622"/>
                  <a:pt x="16280" y="5500"/>
                </a:cubicBezTo>
                <a:cubicBezTo>
                  <a:pt x="16280" y="5378"/>
                  <a:pt x="16378" y="5280"/>
                  <a:pt x="16500" y="5280"/>
                </a:cubicBezTo>
                <a:cubicBezTo>
                  <a:pt x="16622" y="5280"/>
                  <a:pt x="16720" y="5378"/>
                  <a:pt x="16720" y="5500"/>
                </a:cubicBezTo>
                <a:close/>
                <a:moveTo>
                  <a:pt x="17720" y="5500"/>
                </a:moveTo>
                <a:cubicBezTo>
                  <a:pt x="17720" y="5622"/>
                  <a:pt x="17622" y="5720"/>
                  <a:pt x="17500" y="5720"/>
                </a:cubicBezTo>
                <a:cubicBezTo>
                  <a:pt x="17378" y="5720"/>
                  <a:pt x="17280" y="5622"/>
                  <a:pt x="17280" y="5500"/>
                </a:cubicBezTo>
                <a:cubicBezTo>
                  <a:pt x="17280" y="5378"/>
                  <a:pt x="17378" y="5280"/>
                  <a:pt x="17500" y="5280"/>
                </a:cubicBezTo>
                <a:cubicBezTo>
                  <a:pt x="17622" y="5280"/>
                  <a:pt x="17720" y="5378"/>
                  <a:pt x="1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8720" y="6500"/>
                </a:moveTo>
                <a:cubicBezTo>
                  <a:pt x="8720" y="6622"/>
                  <a:pt x="8622" y="6720"/>
                  <a:pt x="8500" y="6720"/>
                </a:cubicBezTo>
                <a:cubicBezTo>
                  <a:pt x="8378" y="6720"/>
                  <a:pt x="8280" y="6622"/>
                  <a:pt x="8280" y="6500"/>
                </a:cubicBezTo>
                <a:cubicBezTo>
                  <a:pt x="8280" y="6378"/>
                  <a:pt x="8378" y="6280"/>
                  <a:pt x="8500" y="6280"/>
                </a:cubicBezTo>
                <a:cubicBezTo>
                  <a:pt x="8622" y="6280"/>
                  <a:pt x="8720" y="6378"/>
                  <a:pt x="8720" y="6500"/>
                </a:cubicBezTo>
                <a:close/>
                <a:moveTo>
                  <a:pt x="9720" y="6500"/>
                </a:moveTo>
                <a:cubicBezTo>
                  <a:pt x="9720" y="6622"/>
                  <a:pt x="9622" y="6720"/>
                  <a:pt x="9500" y="6720"/>
                </a:cubicBezTo>
                <a:cubicBezTo>
                  <a:pt x="9378" y="6720"/>
                  <a:pt x="9280" y="6622"/>
                  <a:pt x="9280" y="6500"/>
                </a:cubicBezTo>
                <a:cubicBezTo>
                  <a:pt x="9280" y="6378"/>
                  <a:pt x="9378" y="6280"/>
                  <a:pt x="9500" y="6280"/>
                </a:cubicBezTo>
                <a:cubicBezTo>
                  <a:pt x="9622" y="6280"/>
                  <a:pt x="9720" y="6378"/>
                  <a:pt x="9720" y="6500"/>
                </a:cubicBezTo>
                <a:close/>
                <a:moveTo>
                  <a:pt x="10720" y="6500"/>
                </a:moveTo>
                <a:cubicBezTo>
                  <a:pt x="10720" y="6622"/>
                  <a:pt x="10622" y="6720"/>
                  <a:pt x="10500" y="6720"/>
                </a:cubicBezTo>
                <a:cubicBezTo>
                  <a:pt x="10378" y="6720"/>
                  <a:pt x="10280" y="6622"/>
                  <a:pt x="10280" y="6500"/>
                </a:cubicBezTo>
                <a:cubicBezTo>
                  <a:pt x="10280" y="6378"/>
                  <a:pt x="10378" y="6280"/>
                  <a:pt x="10500" y="6280"/>
                </a:cubicBezTo>
                <a:cubicBezTo>
                  <a:pt x="10622" y="6280"/>
                  <a:pt x="10720" y="6378"/>
                  <a:pt x="10720" y="6500"/>
                </a:cubicBezTo>
                <a:close/>
                <a:moveTo>
                  <a:pt x="11720" y="6500"/>
                </a:moveTo>
                <a:cubicBezTo>
                  <a:pt x="11720" y="6622"/>
                  <a:pt x="11622" y="6720"/>
                  <a:pt x="11500" y="6720"/>
                </a:cubicBezTo>
                <a:cubicBezTo>
                  <a:pt x="11378" y="6720"/>
                  <a:pt x="11280" y="6622"/>
                  <a:pt x="11280" y="6500"/>
                </a:cubicBezTo>
                <a:cubicBezTo>
                  <a:pt x="11280" y="6378"/>
                  <a:pt x="11378" y="6280"/>
                  <a:pt x="11500" y="6280"/>
                </a:cubicBezTo>
                <a:cubicBezTo>
                  <a:pt x="11622" y="6280"/>
                  <a:pt x="11720" y="6378"/>
                  <a:pt x="11720" y="6500"/>
                </a:cubicBezTo>
                <a:close/>
                <a:moveTo>
                  <a:pt x="12720" y="6500"/>
                </a:moveTo>
                <a:cubicBezTo>
                  <a:pt x="12720" y="6622"/>
                  <a:pt x="12622" y="6720"/>
                  <a:pt x="12500" y="6720"/>
                </a:cubicBezTo>
                <a:cubicBezTo>
                  <a:pt x="12378" y="6720"/>
                  <a:pt x="12280" y="6622"/>
                  <a:pt x="12280" y="6500"/>
                </a:cubicBezTo>
                <a:cubicBezTo>
                  <a:pt x="12280" y="6378"/>
                  <a:pt x="12378" y="6280"/>
                  <a:pt x="12500" y="6280"/>
                </a:cubicBezTo>
                <a:cubicBezTo>
                  <a:pt x="12622" y="6280"/>
                  <a:pt x="12720" y="6378"/>
                  <a:pt x="12720" y="6500"/>
                </a:cubicBezTo>
                <a:close/>
                <a:moveTo>
                  <a:pt x="13720" y="6500"/>
                </a:moveTo>
                <a:cubicBezTo>
                  <a:pt x="13720" y="6622"/>
                  <a:pt x="13622" y="6720"/>
                  <a:pt x="13500" y="6720"/>
                </a:cubicBezTo>
                <a:cubicBezTo>
                  <a:pt x="13378" y="6720"/>
                  <a:pt x="13280" y="6622"/>
                  <a:pt x="13280" y="6500"/>
                </a:cubicBezTo>
                <a:cubicBezTo>
                  <a:pt x="13280" y="6378"/>
                  <a:pt x="13378" y="6280"/>
                  <a:pt x="13500" y="6280"/>
                </a:cubicBezTo>
                <a:cubicBezTo>
                  <a:pt x="13622" y="6280"/>
                  <a:pt x="13720" y="6378"/>
                  <a:pt x="13720" y="6500"/>
                </a:cubicBezTo>
                <a:close/>
                <a:moveTo>
                  <a:pt x="14720" y="6500"/>
                </a:moveTo>
                <a:cubicBezTo>
                  <a:pt x="14720" y="6622"/>
                  <a:pt x="14622" y="6720"/>
                  <a:pt x="14500" y="6720"/>
                </a:cubicBezTo>
                <a:cubicBezTo>
                  <a:pt x="14378" y="6720"/>
                  <a:pt x="14280" y="6622"/>
                  <a:pt x="14280" y="6500"/>
                </a:cubicBezTo>
                <a:cubicBezTo>
                  <a:pt x="14280" y="6378"/>
                  <a:pt x="14378" y="6280"/>
                  <a:pt x="14500" y="6280"/>
                </a:cubicBezTo>
                <a:cubicBezTo>
                  <a:pt x="14622" y="6280"/>
                  <a:pt x="14720" y="6378"/>
                  <a:pt x="14720" y="6500"/>
                </a:cubicBezTo>
                <a:close/>
                <a:moveTo>
                  <a:pt x="15720" y="6500"/>
                </a:moveTo>
                <a:cubicBezTo>
                  <a:pt x="15720" y="6622"/>
                  <a:pt x="15622" y="6720"/>
                  <a:pt x="15500" y="6720"/>
                </a:cubicBezTo>
                <a:cubicBezTo>
                  <a:pt x="15378" y="6720"/>
                  <a:pt x="15280" y="6622"/>
                  <a:pt x="15280" y="6500"/>
                </a:cubicBezTo>
                <a:cubicBezTo>
                  <a:pt x="15280" y="6378"/>
                  <a:pt x="15378" y="6280"/>
                  <a:pt x="15500" y="6280"/>
                </a:cubicBezTo>
                <a:cubicBezTo>
                  <a:pt x="15622" y="6280"/>
                  <a:pt x="15720" y="6378"/>
                  <a:pt x="15720" y="6500"/>
                </a:cubicBezTo>
                <a:close/>
                <a:moveTo>
                  <a:pt x="16720" y="6500"/>
                </a:moveTo>
                <a:cubicBezTo>
                  <a:pt x="16720" y="6622"/>
                  <a:pt x="16622" y="6720"/>
                  <a:pt x="16500" y="6720"/>
                </a:cubicBezTo>
                <a:cubicBezTo>
                  <a:pt x="16378" y="6720"/>
                  <a:pt x="16280" y="6622"/>
                  <a:pt x="16280" y="6500"/>
                </a:cubicBezTo>
                <a:cubicBezTo>
                  <a:pt x="16280" y="6378"/>
                  <a:pt x="16378" y="6280"/>
                  <a:pt x="16500" y="6280"/>
                </a:cubicBezTo>
                <a:cubicBezTo>
                  <a:pt x="16622" y="6280"/>
                  <a:pt x="16720" y="6378"/>
                  <a:pt x="16720" y="6500"/>
                </a:cubicBezTo>
                <a:close/>
                <a:moveTo>
                  <a:pt x="17720" y="6500"/>
                </a:moveTo>
                <a:cubicBezTo>
                  <a:pt x="17720" y="6622"/>
                  <a:pt x="17622" y="6720"/>
                  <a:pt x="17500" y="6720"/>
                </a:cubicBezTo>
                <a:cubicBezTo>
                  <a:pt x="17378" y="6720"/>
                  <a:pt x="17280" y="6622"/>
                  <a:pt x="17280" y="6500"/>
                </a:cubicBezTo>
                <a:cubicBezTo>
                  <a:pt x="17280" y="6378"/>
                  <a:pt x="17378" y="6280"/>
                  <a:pt x="17500" y="6280"/>
                </a:cubicBezTo>
                <a:cubicBezTo>
                  <a:pt x="17622" y="6280"/>
                  <a:pt x="17720" y="6378"/>
                  <a:pt x="1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8720" y="7500"/>
                </a:moveTo>
                <a:cubicBezTo>
                  <a:pt x="8720" y="7622"/>
                  <a:pt x="8622" y="7720"/>
                  <a:pt x="8500" y="7720"/>
                </a:cubicBezTo>
                <a:cubicBezTo>
                  <a:pt x="8378" y="7720"/>
                  <a:pt x="8280" y="7622"/>
                  <a:pt x="8280" y="7500"/>
                </a:cubicBezTo>
                <a:cubicBezTo>
                  <a:pt x="8280" y="7378"/>
                  <a:pt x="8378" y="7280"/>
                  <a:pt x="8500" y="7280"/>
                </a:cubicBezTo>
                <a:cubicBezTo>
                  <a:pt x="8622" y="7280"/>
                  <a:pt x="8720" y="7378"/>
                  <a:pt x="8720" y="7500"/>
                </a:cubicBezTo>
                <a:close/>
                <a:moveTo>
                  <a:pt x="9720" y="7500"/>
                </a:moveTo>
                <a:cubicBezTo>
                  <a:pt x="9720" y="7622"/>
                  <a:pt x="9622" y="7720"/>
                  <a:pt x="9500" y="7720"/>
                </a:cubicBezTo>
                <a:cubicBezTo>
                  <a:pt x="9378" y="7720"/>
                  <a:pt x="9280" y="7622"/>
                  <a:pt x="9280" y="7500"/>
                </a:cubicBezTo>
                <a:cubicBezTo>
                  <a:pt x="9280" y="7378"/>
                  <a:pt x="9378" y="7280"/>
                  <a:pt x="9500" y="7280"/>
                </a:cubicBezTo>
                <a:cubicBezTo>
                  <a:pt x="9622" y="7280"/>
                  <a:pt x="9720" y="7378"/>
                  <a:pt x="9720" y="7500"/>
                </a:cubicBezTo>
                <a:close/>
                <a:moveTo>
                  <a:pt x="10720" y="7500"/>
                </a:moveTo>
                <a:cubicBezTo>
                  <a:pt x="10720" y="7622"/>
                  <a:pt x="10622" y="7720"/>
                  <a:pt x="10500" y="7720"/>
                </a:cubicBezTo>
                <a:cubicBezTo>
                  <a:pt x="10378" y="7720"/>
                  <a:pt x="10280" y="7622"/>
                  <a:pt x="10280" y="7500"/>
                </a:cubicBezTo>
                <a:cubicBezTo>
                  <a:pt x="10280" y="7378"/>
                  <a:pt x="10378" y="7280"/>
                  <a:pt x="10500" y="7280"/>
                </a:cubicBezTo>
                <a:cubicBezTo>
                  <a:pt x="10622" y="7280"/>
                  <a:pt x="10720" y="7378"/>
                  <a:pt x="10720" y="7500"/>
                </a:cubicBezTo>
                <a:close/>
                <a:moveTo>
                  <a:pt x="11720" y="7500"/>
                </a:moveTo>
                <a:cubicBezTo>
                  <a:pt x="11720" y="7622"/>
                  <a:pt x="11622" y="7720"/>
                  <a:pt x="11500" y="7720"/>
                </a:cubicBezTo>
                <a:cubicBezTo>
                  <a:pt x="11378" y="7720"/>
                  <a:pt x="11280" y="7622"/>
                  <a:pt x="11280" y="7500"/>
                </a:cubicBezTo>
                <a:cubicBezTo>
                  <a:pt x="11280" y="7378"/>
                  <a:pt x="11378" y="7280"/>
                  <a:pt x="11500" y="7280"/>
                </a:cubicBezTo>
                <a:cubicBezTo>
                  <a:pt x="11622" y="7280"/>
                  <a:pt x="11720" y="7378"/>
                  <a:pt x="11720" y="7500"/>
                </a:cubicBezTo>
                <a:close/>
                <a:moveTo>
                  <a:pt x="12720" y="7500"/>
                </a:moveTo>
                <a:cubicBezTo>
                  <a:pt x="12720" y="7622"/>
                  <a:pt x="12622" y="7720"/>
                  <a:pt x="12500" y="7720"/>
                </a:cubicBezTo>
                <a:cubicBezTo>
                  <a:pt x="12378" y="7720"/>
                  <a:pt x="12280" y="7622"/>
                  <a:pt x="12280" y="7500"/>
                </a:cubicBezTo>
                <a:cubicBezTo>
                  <a:pt x="12280" y="7378"/>
                  <a:pt x="12378" y="7280"/>
                  <a:pt x="12500" y="7280"/>
                </a:cubicBezTo>
                <a:cubicBezTo>
                  <a:pt x="12622" y="7280"/>
                  <a:pt x="12720" y="7378"/>
                  <a:pt x="12720" y="7500"/>
                </a:cubicBezTo>
                <a:close/>
                <a:moveTo>
                  <a:pt x="13720" y="7500"/>
                </a:moveTo>
                <a:cubicBezTo>
                  <a:pt x="13720" y="7622"/>
                  <a:pt x="13622" y="7720"/>
                  <a:pt x="13500" y="7720"/>
                </a:cubicBezTo>
                <a:cubicBezTo>
                  <a:pt x="13378" y="7720"/>
                  <a:pt x="13280" y="7622"/>
                  <a:pt x="13280" y="7500"/>
                </a:cubicBezTo>
                <a:cubicBezTo>
                  <a:pt x="13280" y="7378"/>
                  <a:pt x="13378" y="7280"/>
                  <a:pt x="13500" y="7280"/>
                </a:cubicBezTo>
                <a:cubicBezTo>
                  <a:pt x="13622" y="7280"/>
                  <a:pt x="13720" y="7378"/>
                  <a:pt x="13720" y="7500"/>
                </a:cubicBezTo>
                <a:close/>
                <a:moveTo>
                  <a:pt x="14720" y="7500"/>
                </a:moveTo>
                <a:cubicBezTo>
                  <a:pt x="14720" y="7622"/>
                  <a:pt x="14622" y="7720"/>
                  <a:pt x="14500" y="7720"/>
                </a:cubicBezTo>
                <a:cubicBezTo>
                  <a:pt x="14378" y="7720"/>
                  <a:pt x="14280" y="7622"/>
                  <a:pt x="14280" y="7500"/>
                </a:cubicBezTo>
                <a:cubicBezTo>
                  <a:pt x="14280" y="7378"/>
                  <a:pt x="14378" y="7280"/>
                  <a:pt x="14500" y="7280"/>
                </a:cubicBezTo>
                <a:cubicBezTo>
                  <a:pt x="14622" y="7280"/>
                  <a:pt x="14720" y="7378"/>
                  <a:pt x="14720" y="7500"/>
                </a:cubicBezTo>
                <a:close/>
                <a:moveTo>
                  <a:pt x="15720" y="7500"/>
                </a:moveTo>
                <a:cubicBezTo>
                  <a:pt x="15720" y="7622"/>
                  <a:pt x="15622" y="7720"/>
                  <a:pt x="15500" y="7720"/>
                </a:cubicBezTo>
                <a:cubicBezTo>
                  <a:pt x="15378" y="7720"/>
                  <a:pt x="15280" y="7622"/>
                  <a:pt x="15280" y="7500"/>
                </a:cubicBezTo>
                <a:cubicBezTo>
                  <a:pt x="15280" y="7378"/>
                  <a:pt x="15378" y="7280"/>
                  <a:pt x="15500" y="7280"/>
                </a:cubicBezTo>
                <a:cubicBezTo>
                  <a:pt x="15622" y="7280"/>
                  <a:pt x="15720" y="7378"/>
                  <a:pt x="15720" y="7500"/>
                </a:cubicBezTo>
                <a:close/>
                <a:moveTo>
                  <a:pt x="16720" y="7500"/>
                </a:moveTo>
                <a:cubicBezTo>
                  <a:pt x="16720" y="7622"/>
                  <a:pt x="16622" y="7720"/>
                  <a:pt x="16500" y="7720"/>
                </a:cubicBezTo>
                <a:cubicBezTo>
                  <a:pt x="16378" y="7720"/>
                  <a:pt x="16280" y="7622"/>
                  <a:pt x="16280" y="7500"/>
                </a:cubicBezTo>
                <a:cubicBezTo>
                  <a:pt x="16280" y="7378"/>
                  <a:pt x="16378" y="7280"/>
                  <a:pt x="16500" y="7280"/>
                </a:cubicBezTo>
                <a:cubicBezTo>
                  <a:pt x="16622" y="7280"/>
                  <a:pt x="16720" y="7378"/>
                  <a:pt x="16720" y="7500"/>
                </a:cubicBezTo>
                <a:close/>
                <a:moveTo>
                  <a:pt x="17720" y="7500"/>
                </a:moveTo>
                <a:cubicBezTo>
                  <a:pt x="17720" y="7622"/>
                  <a:pt x="17622" y="7720"/>
                  <a:pt x="17500" y="7720"/>
                </a:cubicBezTo>
                <a:cubicBezTo>
                  <a:pt x="17378" y="7720"/>
                  <a:pt x="17280" y="7622"/>
                  <a:pt x="17280" y="7500"/>
                </a:cubicBezTo>
                <a:cubicBezTo>
                  <a:pt x="17280" y="7378"/>
                  <a:pt x="17378" y="7280"/>
                  <a:pt x="17500" y="7280"/>
                </a:cubicBezTo>
                <a:cubicBezTo>
                  <a:pt x="17622" y="7280"/>
                  <a:pt x="17720" y="7378"/>
                  <a:pt x="1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8720" y="8500"/>
                </a:moveTo>
                <a:cubicBezTo>
                  <a:pt x="8720" y="8622"/>
                  <a:pt x="8622" y="8720"/>
                  <a:pt x="8500" y="8720"/>
                </a:cubicBezTo>
                <a:cubicBezTo>
                  <a:pt x="8378" y="8720"/>
                  <a:pt x="8280" y="8622"/>
                  <a:pt x="8280" y="8500"/>
                </a:cubicBezTo>
                <a:cubicBezTo>
                  <a:pt x="8280" y="8378"/>
                  <a:pt x="8378" y="8280"/>
                  <a:pt x="8500" y="8280"/>
                </a:cubicBezTo>
                <a:cubicBezTo>
                  <a:pt x="8622" y="8280"/>
                  <a:pt x="8720" y="8378"/>
                  <a:pt x="8720" y="8500"/>
                </a:cubicBezTo>
                <a:close/>
                <a:moveTo>
                  <a:pt x="9720" y="8500"/>
                </a:moveTo>
                <a:cubicBezTo>
                  <a:pt x="9720" y="8622"/>
                  <a:pt x="9622" y="8720"/>
                  <a:pt x="9500" y="8720"/>
                </a:cubicBezTo>
                <a:cubicBezTo>
                  <a:pt x="9378" y="8720"/>
                  <a:pt x="9280" y="8622"/>
                  <a:pt x="9280" y="8500"/>
                </a:cubicBezTo>
                <a:cubicBezTo>
                  <a:pt x="9280" y="8378"/>
                  <a:pt x="9378" y="8280"/>
                  <a:pt x="9500" y="8280"/>
                </a:cubicBezTo>
                <a:cubicBezTo>
                  <a:pt x="9622" y="8280"/>
                  <a:pt x="9720" y="8378"/>
                  <a:pt x="9720" y="8500"/>
                </a:cubicBezTo>
                <a:close/>
                <a:moveTo>
                  <a:pt x="10720" y="8500"/>
                </a:moveTo>
                <a:cubicBezTo>
                  <a:pt x="10720" y="8622"/>
                  <a:pt x="10622" y="8720"/>
                  <a:pt x="10500" y="8720"/>
                </a:cubicBezTo>
                <a:cubicBezTo>
                  <a:pt x="10378" y="8720"/>
                  <a:pt x="10280" y="8622"/>
                  <a:pt x="10280" y="8500"/>
                </a:cubicBezTo>
                <a:cubicBezTo>
                  <a:pt x="10280" y="8378"/>
                  <a:pt x="10378" y="8280"/>
                  <a:pt x="10500" y="8280"/>
                </a:cubicBezTo>
                <a:cubicBezTo>
                  <a:pt x="10622" y="8280"/>
                  <a:pt x="10720" y="8378"/>
                  <a:pt x="10720" y="8500"/>
                </a:cubicBezTo>
                <a:close/>
                <a:moveTo>
                  <a:pt x="11720" y="8500"/>
                </a:moveTo>
                <a:cubicBezTo>
                  <a:pt x="11720" y="8622"/>
                  <a:pt x="11622" y="8720"/>
                  <a:pt x="11500" y="8720"/>
                </a:cubicBezTo>
                <a:cubicBezTo>
                  <a:pt x="11378" y="8720"/>
                  <a:pt x="11280" y="8622"/>
                  <a:pt x="11280" y="8500"/>
                </a:cubicBezTo>
                <a:cubicBezTo>
                  <a:pt x="11280" y="8378"/>
                  <a:pt x="11378" y="8280"/>
                  <a:pt x="11500" y="8280"/>
                </a:cubicBezTo>
                <a:cubicBezTo>
                  <a:pt x="11622" y="8280"/>
                  <a:pt x="11720" y="8378"/>
                  <a:pt x="11720" y="8500"/>
                </a:cubicBezTo>
                <a:close/>
                <a:moveTo>
                  <a:pt x="12720" y="8500"/>
                </a:moveTo>
                <a:cubicBezTo>
                  <a:pt x="12720" y="8622"/>
                  <a:pt x="12622" y="8720"/>
                  <a:pt x="12500" y="8720"/>
                </a:cubicBezTo>
                <a:cubicBezTo>
                  <a:pt x="12378" y="8720"/>
                  <a:pt x="12280" y="8622"/>
                  <a:pt x="12280" y="8500"/>
                </a:cubicBezTo>
                <a:cubicBezTo>
                  <a:pt x="12280" y="8378"/>
                  <a:pt x="12378" y="8280"/>
                  <a:pt x="12500" y="8280"/>
                </a:cubicBezTo>
                <a:cubicBezTo>
                  <a:pt x="12622" y="8280"/>
                  <a:pt x="12720" y="8378"/>
                  <a:pt x="12720" y="8500"/>
                </a:cubicBezTo>
                <a:close/>
                <a:moveTo>
                  <a:pt x="13720" y="8500"/>
                </a:moveTo>
                <a:cubicBezTo>
                  <a:pt x="13720" y="8622"/>
                  <a:pt x="13622" y="8720"/>
                  <a:pt x="13500" y="8720"/>
                </a:cubicBezTo>
                <a:cubicBezTo>
                  <a:pt x="13378" y="8720"/>
                  <a:pt x="13280" y="8622"/>
                  <a:pt x="13280" y="8500"/>
                </a:cubicBezTo>
                <a:cubicBezTo>
                  <a:pt x="13280" y="8378"/>
                  <a:pt x="13378" y="8280"/>
                  <a:pt x="13500" y="8280"/>
                </a:cubicBezTo>
                <a:cubicBezTo>
                  <a:pt x="13622" y="8280"/>
                  <a:pt x="13720" y="8378"/>
                  <a:pt x="13720" y="8500"/>
                </a:cubicBezTo>
                <a:close/>
                <a:moveTo>
                  <a:pt x="14720" y="8500"/>
                </a:moveTo>
                <a:cubicBezTo>
                  <a:pt x="14720" y="8622"/>
                  <a:pt x="14622" y="8720"/>
                  <a:pt x="14500" y="8720"/>
                </a:cubicBezTo>
                <a:cubicBezTo>
                  <a:pt x="14378" y="8720"/>
                  <a:pt x="14280" y="8622"/>
                  <a:pt x="14280" y="8500"/>
                </a:cubicBezTo>
                <a:cubicBezTo>
                  <a:pt x="14280" y="8378"/>
                  <a:pt x="14378" y="8280"/>
                  <a:pt x="14500" y="8280"/>
                </a:cubicBezTo>
                <a:cubicBezTo>
                  <a:pt x="14622" y="8280"/>
                  <a:pt x="14720" y="8378"/>
                  <a:pt x="14720" y="8500"/>
                </a:cubicBezTo>
                <a:close/>
                <a:moveTo>
                  <a:pt x="15720" y="8500"/>
                </a:moveTo>
                <a:cubicBezTo>
                  <a:pt x="15720" y="8622"/>
                  <a:pt x="15622" y="8720"/>
                  <a:pt x="15500" y="8720"/>
                </a:cubicBezTo>
                <a:cubicBezTo>
                  <a:pt x="15378" y="8720"/>
                  <a:pt x="15280" y="8622"/>
                  <a:pt x="15280" y="8500"/>
                </a:cubicBezTo>
                <a:cubicBezTo>
                  <a:pt x="15280" y="8378"/>
                  <a:pt x="15378" y="8280"/>
                  <a:pt x="15500" y="8280"/>
                </a:cubicBezTo>
                <a:cubicBezTo>
                  <a:pt x="15622" y="8280"/>
                  <a:pt x="15720" y="8378"/>
                  <a:pt x="15720" y="8500"/>
                </a:cubicBezTo>
                <a:close/>
                <a:moveTo>
                  <a:pt x="16720" y="8500"/>
                </a:moveTo>
                <a:cubicBezTo>
                  <a:pt x="16720" y="8622"/>
                  <a:pt x="16622" y="8720"/>
                  <a:pt x="16500" y="8720"/>
                </a:cubicBezTo>
                <a:cubicBezTo>
                  <a:pt x="16378" y="8720"/>
                  <a:pt x="16280" y="8622"/>
                  <a:pt x="16280" y="8500"/>
                </a:cubicBezTo>
                <a:cubicBezTo>
                  <a:pt x="16280" y="8378"/>
                  <a:pt x="16378" y="8280"/>
                  <a:pt x="16500" y="8280"/>
                </a:cubicBezTo>
                <a:cubicBezTo>
                  <a:pt x="16622" y="8280"/>
                  <a:pt x="16720" y="8378"/>
                  <a:pt x="16720" y="8500"/>
                </a:cubicBezTo>
                <a:close/>
                <a:moveTo>
                  <a:pt x="17720" y="8500"/>
                </a:moveTo>
                <a:cubicBezTo>
                  <a:pt x="17720" y="8622"/>
                  <a:pt x="17622" y="8720"/>
                  <a:pt x="17500" y="8720"/>
                </a:cubicBezTo>
                <a:cubicBezTo>
                  <a:pt x="17378" y="8720"/>
                  <a:pt x="17280" y="8622"/>
                  <a:pt x="17280" y="8500"/>
                </a:cubicBezTo>
                <a:cubicBezTo>
                  <a:pt x="17280" y="8378"/>
                  <a:pt x="17378" y="8280"/>
                  <a:pt x="17500" y="8280"/>
                </a:cubicBezTo>
                <a:cubicBezTo>
                  <a:pt x="17622" y="8280"/>
                  <a:pt x="17720" y="8378"/>
                  <a:pt x="1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8720" y="9500"/>
                </a:moveTo>
                <a:cubicBezTo>
                  <a:pt x="8720" y="9622"/>
                  <a:pt x="8622" y="9720"/>
                  <a:pt x="8500" y="9720"/>
                </a:cubicBezTo>
                <a:cubicBezTo>
                  <a:pt x="8378" y="9720"/>
                  <a:pt x="8280" y="9622"/>
                  <a:pt x="8280" y="9500"/>
                </a:cubicBezTo>
                <a:cubicBezTo>
                  <a:pt x="8280" y="9378"/>
                  <a:pt x="8378" y="9280"/>
                  <a:pt x="8500" y="9280"/>
                </a:cubicBezTo>
                <a:cubicBezTo>
                  <a:pt x="8622" y="9280"/>
                  <a:pt x="8720" y="9378"/>
                  <a:pt x="8720" y="9500"/>
                </a:cubicBezTo>
                <a:close/>
                <a:moveTo>
                  <a:pt x="9720" y="9500"/>
                </a:moveTo>
                <a:cubicBezTo>
                  <a:pt x="9720" y="9622"/>
                  <a:pt x="9622" y="9720"/>
                  <a:pt x="9500" y="9720"/>
                </a:cubicBezTo>
                <a:cubicBezTo>
                  <a:pt x="9378" y="9720"/>
                  <a:pt x="9280" y="9622"/>
                  <a:pt x="9280" y="9500"/>
                </a:cubicBezTo>
                <a:cubicBezTo>
                  <a:pt x="9280" y="9378"/>
                  <a:pt x="9378" y="9280"/>
                  <a:pt x="9500" y="9280"/>
                </a:cubicBezTo>
                <a:cubicBezTo>
                  <a:pt x="9622" y="9280"/>
                  <a:pt x="9720" y="9378"/>
                  <a:pt x="9720" y="9500"/>
                </a:cubicBezTo>
                <a:close/>
                <a:moveTo>
                  <a:pt x="10720" y="9500"/>
                </a:moveTo>
                <a:cubicBezTo>
                  <a:pt x="10720" y="9622"/>
                  <a:pt x="10622" y="9720"/>
                  <a:pt x="10500" y="9720"/>
                </a:cubicBezTo>
                <a:cubicBezTo>
                  <a:pt x="10378" y="9720"/>
                  <a:pt x="10280" y="9622"/>
                  <a:pt x="10280" y="9500"/>
                </a:cubicBezTo>
                <a:cubicBezTo>
                  <a:pt x="10280" y="9378"/>
                  <a:pt x="10378" y="9280"/>
                  <a:pt x="10500" y="9280"/>
                </a:cubicBezTo>
                <a:cubicBezTo>
                  <a:pt x="10622" y="9280"/>
                  <a:pt x="10720" y="9378"/>
                  <a:pt x="10720" y="9500"/>
                </a:cubicBezTo>
                <a:close/>
                <a:moveTo>
                  <a:pt x="11720" y="9500"/>
                </a:moveTo>
                <a:cubicBezTo>
                  <a:pt x="11720" y="9622"/>
                  <a:pt x="11622" y="9720"/>
                  <a:pt x="11500" y="9720"/>
                </a:cubicBezTo>
                <a:cubicBezTo>
                  <a:pt x="11378" y="9720"/>
                  <a:pt x="11280" y="9622"/>
                  <a:pt x="11280" y="9500"/>
                </a:cubicBezTo>
                <a:cubicBezTo>
                  <a:pt x="11280" y="9378"/>
                  <a:pt x="11378" y="9280"/>
                  <a:pt x="11500" y="9280"/>
                </a:cubicBezTo>
                <a:cubicBezTo>
                  <a:pt x="11622" y="9280"/>
                  <a:pt x="11720" y="9378"/>
                  <a:pt x="11720" y="9500"/>
                </a:cubicBezTo>
                <a:close/>
                <a:moveTo>
                  <a:pt x="12720" y="9500"/>
                </a:moveTo>
                <a:cubicBezTo>
                  <a:pt x="12720" y="9622"/>
                  <a:pt x="12622" y="9720"/>
                  <a:pt x="12500" y="9720"/>
                </a:cubicBezTo>
                <a:cubicBezTo>
                  <a:pt x="12378" y="9720"/>
                  <a:pt x="12280" y="9622"/>
                  <a:pt x="12280" y="9500"/>
                </a:cubicBezTo>
                <a:cubicBezTo>
                  <a:pt x="12280" y="9378"/>
                  <a:pt x="12378" y="9280"/>
                  <a:pt x="12500" y="9280"/>
                </a:cubicBezTo>
                <a:cubicBezTo>
                  <a:pt x="12622" y="9280"/>
                  <a:pt x="12720" y="9378"/>
                  <a:pt x="12720" y="9500"/>
                </a:cubicBezTo>
                <a:close/>
                <a:moveTo>
                  <a:pt x="13720" y="9500"/>
                </a:moveTo>
                <a:cubicBezTo>
                  <a:pt x="13720" y="9622"/>
                  <a:pt x="13622" y="9720"/>
                  <a:pt x="13500" y="9720"/>
                </a:cubicBezTo>
                <a:cubicBezTo>
                  <a:pt x="13378" y="9720"/>
                  <a:pt x="13280" y="9622"/>
                  <a:pt x="13280" y="9500"/>
                </a:cubicBezTo>
                <a:cubicBezTo>
                  <a:pt x="13280" y="9378"/>
                  <a:pt x="13378" y="9280"/>
                  <a:pt x="13500" y="9280"/>
                </a:cubicBezTo>
                <a:cubicBezTo>
                  <a:pt x="13622" y="9280"/>
                  <a:pt x="13720" y="9378"/>
                  <a:pt x="13720" y="9500"/>
                </a:cubicBezTo>
                <a:close/>
                <a:moveTo>
                  <a:pt x="14720" y="9500"/>
                </a:moveTo>
                <a:cubicBezTo>
                  <a:pt x="14720" y="9622"/>
                  <a:pt x="14622" y="9720"/>
                  <a:pt x="14500" y="9720"/>
                </a:cubicBezTo>
                <a:cubicBezTo>
                  <a:pt x="14378" y="9720"/>
                  <a:pt x="14280" y="9622"/>
                  <a:pt x="14280" y="9500"/>
                </a:cubicBezTo>
                <a:cubicBezTo>
                  <a:pt x="14280" y="9378"/>
                  <a:pt x="14378" y="9280"/>
                  <a:pt x="14500" y="9280"/>
                </a:cubicBezTo>
                <a:cubicBezTo>
                  <a:pt x="14622" y="9280"/>
                  <a:pt x="14720" y="9378"/>
                  <a:pt x="14720" y="9500"/>
                </a:cubicBezTo>
                <a:close/>
                <a:moveTo>
                  <a:pt x="15720" y="9500"/>
                </a:moveTo>
                <a:cubicBezTo>
                  <a:pt x="15720" y="9622"/>
                  <a:pt x="15622" y="9720"/>
                  <a:pt x="15500" y="9720"/>
                </a:cubicBezTo>
                <a:cubicBezTo>
                  <a:pt x="15378" y="9720"/>
                  <a:pt x="15280" y="9622"/>
                  <a:pt x="15280" y="9500"/>
                </a:cubicBezTo>
                <a:cubicBezTo>
                  <a:pt x="15280" y="9378"/>
                  <a:pt x="15378" y="9280"/>
                  <a:pt x="15500" y="9280"/>
                </a:cubicBezTo>
                <a:cubicBezTo>
                  <a:pt x="15622" y="9280"/>
                  <a:pt x="15720" y="9378"/>
                  <a:pt x="15720" y="9500"/>
                </a:cubicBezTo>
                <a:close/>
                <a:moveTo>
                  <a:pt x="16720" y="9500"/>
                </a:moveTo>
                <a:cubicBezTo>
                  <a:pt x="16720" y="9622"/>
                  <a:pt x="16622" y="9720"/>
                  <a:pt x="16500" y="9720"/>
                </a:cubicBezTo>
                <a:cubicBezTo>
                  <a:pt x="16378" y="9720"/>
                  <a:pt x="16280" y="9622"/>
                  <a:pt x="16280" y="9500"/>
                </a:cubicBezTo>
                <a:cubicBezTo>
                  <a:pt x="16280" y="9378"/>
                  <a:pt x="16378" y="9280"/>
                  <a:pt x="16500" y="9280"/>
                </a:cubicBezTo>
                <a:cubicBezTo>
                  <a:pt x="16622" y="9280"/>
                  <a:pt x="16720" y="9378"/>
                  <a:pt x="16720" y="9500"/>
                </a:cubicBezTo>
                <a:close/>
                <a:moveTo>
                  <a:pt x="17720" y="9500"/>
                </a:moveTo>
                <a:cubicBezTo>
                  <a:pt x="17720" y="9622"/>
                  <a:pt x="17622" y="9720"/>
                  <a:pt x="17500" y="9720"/>
                </a:cubicBezTo>
                <a:cubicBezTo>
                  <a:pt x="17378" y="9720"/>
                  <a:pt x="17280" y="9622"/>
                  <a:pt x="17280" y="9500"/>
                </a:cubicBezTo>
                <a:cubicBezTo>
                  <a:pt x="17280" y="9378"/>
                  <a:pt x="17378" y="9280"/>
                  <a:pt x="17500" y="9280"/>
                </a:cubicBezTo>
                <a:cubicBezTo>
                  <a:pt x="17622" y="9280"/>
                  <a:pt x="17720" y="9378"/>
                  <a:pt x="1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8720" y="10500"/>
                </a:moveTo>
                <a:cubicBezTo>
                  <a:pt x="8720" y="10622"/>
                  <a:pt x="8622" y="10720"/>
                  <a:pt x="8500" y="10720"/>
                </a:cubicBezTo>
                <a:cubicBezTo>
                  <a:pt x="8378" y="10720"/>
                  <a:pt x="8280" y="10622"/>
                  <a:pt x="8280" y="10500"/>
                </a:cubicBezTo>
                <a:cubicBezTo>
                  <a:pt x="8280" y="10378"/>
                  <a:pt x="8378" y="10280"/>
                  <a:pt x="8500" y="10280"/>
                </a:cubicBezTo>
                <a:cubicBezTo>
                  <a:pt x="8622" y="10280"/>
                  <a:pt x="8720" y="10378"/>
                  <a:pt x="8720" y="10500"/>
                </a:cubicBezTo>
                <a:close/>
                <a:moveTo>
                  <a:pt x="9720" y="10500"/>
                </a:moveTo>
                <a:cubicBezTo>
                  <a:pt x="9720" y="10622"/>
                  <a:pt x="9622" y="10720"/>
                  <a:pt x="9500" y="10720"/>
                </a:cubicBezTo>
                <a:cubicBezTo>
                  <a:pt x="9378" y="10720"/>
                  <a:pt x="9280" y="10622"/>
                  <a:pt x="9280" y="10500"/>
                </a:cubicBezTo>
                <a:cubicBezTo>
                  <a:pt x="9280" y="10378"/>
                  <a:pt x="9378" y="10280"/>
                  <a:pt x="9500" y="10280"/>
                </a:cubicBezTo>
                <a:cubicBezTo>
                  <a:pt x="9622" y="10280"/>
                  <a:pt x="9720" y="10378"/>
                  <a:pt x="9720" y="10500"/>
                </a:cubicBezTo>
                <a:close/>
                <a:moveTo>
                  <a:pt x="10720" y="10500"/>
                </a:moveTo>
                <a:cubicBezTo>
                  <a:pt x="10720" y="10622"/>
                  <a:pt x="10622" y="10720"/>
                  <a:pt x="10500" y="10720"/>
                </a:cubicBezTo>
                <a:cubicBezTo>
                  <a:pt x="10378" y="10720"/>
                  <a:pt x="10280" y="10622"/>
                  <a:pt x="10280" y="10500"/>
                </a:cubicBezTo>
                <a:cubicBezTo>
                  <a:pt x="10280" y="10378"/>
                  <a:pt x="10378" y="10280"/>
                  <a:pt x="10500" y="10280"/>
                </a:cubicBezTo>
                <a:cubicBezTo>
                  <a:pt x="10622" y="10280"/>
                  <a:pt x="10720" y="10378"/>
                  <a:pt x="10720" y="10500"/>
                </a:cubicBezTo>
                <a:close/>
                <a:moveTo>
                  <a:pt x="11720" y="10500"/>
                </a:moveTo>
                <a:cubicBezTo>
                  <a:pt x="11720" y="10622"/>
                  <a:pt x="11622" y="10720"/>
                  <a:pt x="11500" y="10720"/>
                </a:cubicBezTo>
                <a:cubicBezTo>
                  <a:pt x="11378" y="10720"/>
                  <a:pt x="11280" y="10622"/>
                  <a:pt x="11280" y="10500"/>
                </a:cubicBezTo>
                <a:cubicBezTo>
                  <a:pt x="11280" y="10378"/>
                  <a:pt x="11378" y="10280"/>
                  <a:pt x="11500" y="10280"/>
                </a:cubicBezTo>
                <a:cubicBezTo>
                  <a:pt x="11622" y="10280"/>
                  <a:pt x="11720" y="10378"/>
                  <a:pt x="11720" y="10500"/>
                </a:cubicBezTo>
                <a:close/>
                <a:moveTo>
                  <a:pt x="12720" y="10500"/>
                </a:moveTo>
                <a:cubicBezTo>
                  <a:pt x="12720" y="10622"/>
                  <a:pt x="12622" y="10720"/>
                  <a:pt x="12500" y="10720"/>
                </a:cubicBezTo>
                <a:cubicBezTo>
                  <a:pt x="12378" y="10720"/>
                  <a:pt x="12280" y="10622"/>
                  <a:pt x="12280" y="10500"/>
                </a:cubicBezTo>
                <a:cubicBezTo>
                  <a:pt x="12280" y="10378"/>
                  <a:pt x="12378" y="10280"/>
                  <a:pt x="12500" y="10280"/>
                </a:cubicBezTo>
                <a:cubicBezTo>
                  <a:pt x="12622" y="10280"/>
                  <a:pt x="12720" y="10378"/>
                  <a:pt x="12720" y="10500"/>
                </a:cubicBezTo>
                <a:close/>
                <a:moveTo>
                  <a:pt x="13720" y="10500"/>
                </a:moveTo>
                <a:cubicBezTo>
                  <a:pt x="13720" y="10622"/>
                  <a:pt x="13622" y="10720"/>
                  <a:pt x="13500" y="10720"/>
                </a:cubicBezTo>
                <a:cubicBezTo>
                  <a:pt x="13378" y="10720"/>
                  <a:pt x="13280" y="10622"/>
                  <a:pt x="13280" y="10500"/>
                </a:cubicBezTo>
                <a:cubicBezTo>
                  <a:pt x="13280" y="10378"/>
                  <a:pt x="13378" y="10280"/>
                  <a:pt x="13500" y="10280"/>
                </a:cubicBezTo>
                <a:cubicBezTo>
                  <a:pt x="13622" y="10280"/>
                  <a:pt x="13720" y="10378"/>
                  <a:pt x="13720" y="10500"/>
                </a:cubicBezTo>
                <a:close/>
                <a:moveTo>
                  <a:pt x="14720" y="10500"/>
                </a:moveTo>
                <a:cubicBezTo>
                  <a:pt x="14720" y="10622"/>
                  <a:pt x="14622" y="10720"/>
                  <a:pt x="14500" y="10720"/>
                </a:cubicBezTo>
                <a:cubicBezTo>
                  <a:pt x="14378" y="10720"/>
                  <a:pt x="14280" y="10622"/>
                  <a:pt x="14280" y="10500"/>
                </a:cubicBezTo>
                <a:cubicBezTo>
                  <a:pt x="14280" y="10378"/>
                  <a:pt x="14378" y="10280"/>
                  <a:pt x="14500" y="10280"/>
                </a:cubicBezTo>
                <a:cubicBezTo>
                  <a:pt x="14622" y="10280"/>
                  <a:pt x="14720" y="10378"/>
                  <a:pt x="14720" y="10500"/>
                </a:cubicBezTo>
                <a:close/>
                <a:moveTo>
                  <a:pt x="15720" y="10500"/>
                </a:moveTo>
                <a:cubicBezTo>
                  <a:pt x="15720" y="10622"/>
                  <a:pt x="15622" y="10720"/>
                  <a:pt x="15500" y="10720"/>
                </a:cubicBezTo>
                <a:cubicBezTo>
                  <a:pt x="15378" y="10720"/>
                  <a:pt x="15280" y="10622"/>
                  <a:pt x="15280" y="10500"/>
                </a:cubicBezTo>
                <a:cubicBezTo>
                  <a:pt x="15280" y="10378"/>
                  <a:pt x="15378" y="10280"/>
                  <a:pt x="15500" y="10280"/>
                </a:cubicBezTo>
                <a:cubicBezTo>
                  <a:pt x="15622" y="10280"/>
                  <a:pt x="15720" y="10378"/>
                  <a:pt x="15720" y="10500"/>
                </a:cubicBezTo>
                <a:close/>
                <a:moveTo>
                  <a:pt x="16720" y="10500"/>
                </a:moveTo>
                <a:cubicBezTo>
                  <a:pt x="16720" y="10622"/>
                  <a:pt x="16622" y="10720"/>
                  <a:pt x="16500" y="10720"/>
                </a:cubicBezTo>
                <a:cubicBezTo>
                  <a:pt x="16378" y="10720"/>
                  <a:pt x="16280" y="10622"/>
                  <a:pt x="16280" y="10500"/>
                </a:cubicBezTo>
                <a:cubicBezTo>
                  <a:pt x="16280" y="10378"/>
                  <a:pt x="16378" y="10280"/>
                  <a:pt x="16500" y="10280"/>
                </a:cubicBezTo>
                <a:cubicBezTo>
                  <a:pt x="16622" y="10280"/>
                  <a:pt x="16720" y="10378"/>
                  <a:pt x="16720" y="10500"/>
                </a:cubicBezTo>
                <a:close/>
                <a:moveTo>
                  <a:pt x="17720" y="10500"/>
                </a:moveTo>
                <a:cubicBezTo>
                  <a:pt x="17720" y="10622"/>
                  <a:pt x="17622" y="10720"/>
                  <a:pt x="17500" y="10720"/>
                </a:cubicBezTo>
                <a:cubicBezTo>
                  <a:pt x="17378" y="10720"/>
                  <a:pt x="17280" y="10622"/>
                  <a:pt x="17280" y="10500"/>
                </a:cubicBezTo>
                <a:cubicBezTo>
                  <a:pt x="17280" y="10378"/>
                  <a:pt x="17378" y="10280"/>
                  <a:pt x="17500" y="10280"/>
                </a:cubicBezTo>
                <a:cubicBezTo>
                  <a:pt x="17622" y="10280"/>
                  <a:pt x="17720" y="10378"/>
                  <a:pt x="1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8720" y="11500"/>
                </a:moveTo>
                <a:cubicBezTo>
                  <a:pt x="8720" y="11622"/>
                  <a:pt x="8622" y="11720"/>
                  <a:pt x="8500" y="11720"/>
                </a:cubicBezTo>
                <a:cubicBezTo>
                  <a:pt x="8378" y="11720"/>
                  <a:pt x="8280" y="11622"/>
                  <a:pt x="8280" y="11500"/>
                </a:cubicBezTo>
                <a:cubicBezTo>
                  <a:pt x="8280" y="11378"/>
                  <a:pt x="8378" y="11280"/>
                  <a:pt x="8500" y="11280"/>
                </a:cubicBezTo>
                <a:cubicBezTo>
                  <a:pt x="8622" y="11280"/>
                  <a:pt x="8720" y="11378"/>
                  <a:pt x="8720" y="11500"/>
                </a:cubicBezTo>
                <a:close/>
                <a:moveTo>
                  <a:pt x="9720" y="11500"/>
                </a:moveTo>
                <a:cubicBezTo>
                  <a:pt x="9720" y="11622"/>
                  <a:pt x="9622" y="11720"/>
                  <a:pt x="9500" y="11720"/>
                </a:cubicBezTo>
                <a:cubicBezTo>
                  <a:pt x="9378" y="11720"/>
                  <a:pt x="9280" y="11622"/>
                  <a:pt x="9280" y="11500"/>
                </a:cubicBezTo>
                <a:cubicBezTo>
                  <a:pt x="9280" y="11378"/>
                  <a:pt x="9378" y="11280"/>
                  <a:pt x="9500" y="11280"/>
                </a:cubicBezTo>
                <a:cubicBezTo>
                  <a:pt x="9622" y="11280"/>
                  <a:pt x="9720" y="11378"/>
                  <a:pt x="9720" y="11500"/>
                </a:cubicBezTo>
                <a:close/>
                <a:moveTo>
                  <a:pt x="10720" y="11500"/>
                </a:moveTo>
                <a:cubicBezTo>
                  <a:pt x="10720" y="11622"/>
                  <a:pt x="10622" y="11720"/>
                  <a:pt x="10500" y="11720"/>
                </a:cubicBezTo>
                <a:cubicBezTo>
                  <a:pt x="10378" y="11720"/>
                  <a:pt x="10280" y="11622"/>
                  <a:pt x="10280" y="11500"/>
                </a:cubicBezTo>
                <a:cubicBezTo>
                  <a:pt x="10280" y="11378"/>
                  <a:pt x="10378" y="11280"/>
                  <a:pt x="10500" y="11280"/>
                </a:cubicBezTo>
                <a:cubicBezTo>
                  <a:pt x="10622" y="11280"/>
                  <a:pt x="10720" y="11378"/>
                  <a:pt x="10720" y="11500"/>
                </a:cubicBezTo>
                <a:close/>
                <a:moveTo>
                  <a:pt x="11720" y="11500"/>
                </a:moveTo>
                <a:cubicBezTo>
                  <a:pt x="11720" y="11622"/>
                  <a:pt x="11622" y="11720"/>
                  <a:pt x="11500" y="11720"/>
                </a:cubicBezTo>
                <a:cubicBezTo>
                  <a:pt x="11378" y="11720"/>
                  <a:pt x="11280" y="11622"/>
                  <a:pt x="11280" y="11500"/>
                </a:cubicBezTo>
                <a:cubicBezTo>
                  <a:pt x="11280" y="11378"/>
                  <a:pt x="11378" y="11280"/>
                  <a:pt x="11500" y="11280"/>
                </a:cubicBezTo>
                <a:cubicBezTo>
                  <a:pt x="11622" y="11280"/>
                  <a:pt x="11720" y="11378"/>
                  <a:pt x="11720" y="11500"/>
                </a:cubicBezTo>
                <a:close/>
                <a:moveTo>
                  <a:pt x="12720" y="11500"/>
                </a:moveTo>
                <a:cubicBezTo>
                  <a:pt x="12720" y="11622"/>
                  <a:pt x="12622" y="11720"/>
                  <a:pt x="12500" y="11720"/>
                </a:cubicBezTo>
                <a:cubicBezTo>
                  <a:pt x="12378" y="11720"/>
                  <a:pt x="12280" y="11622"/>
                  <a:pt x="12280" y="11500"/>
                </a:cubicBezTo>
                <a:cubicBezTo>
                  <a:pt x="12280" y="11378"/>
                  <a:pt x="12378" y="11280"/>
                  <a:pt x="12500" y="11280"/>
                </a:cubicBezTo>
                <a:cubicBezTo>
                  <a:pt x="12622" y="11280"/>
                  <a:pt x="12720" y="11378"/>
                  <a:pt x="12720" y="11500"/>
                </a:cubicBezTo>
                <a:close/>
                <a:moveTo>
                  <a:pt x="13720" y="11500"/>
                </a:moveTo>
                <a:cubicBezTo>
                  <a:pt x="13720" y="11622"/>
                  <a:pt x="13622" y="11720"/>
                  <a:pt x="13500" y="11720"/>
                </a:cubicBezTo>
                <a:cubicBezTo>
                  <a:pt x="13378" y="11720"/>
                  <a:pt x="13280" y="11622"/>
                  <a:pt x="13280" y="11500"/>
                </a:cubicBezTo>
                <a:cubicBezTo>
                  <a:pt x="13280" y="11378"/>
                  <a:pt x="13378" y="11280"/>
                  <a:pt x="13500" y="11280"/>
                </a:cubicBezTo>
                <a:cubicBezTo>
                  <a:pt x="13622" y="11280"/>
                  <a:pt x="13720" y="11378"/>
                  <a:pt x="13720" y="11500"/>
                </a:cubicBezTo>
                <a:close/>
                <a:moveTo>
                  <a:pt x="14720" y="11500"/>
                </a:moveTo>
                <a:cubicBezTo>
                  <a:pt x="14720" y="11622"/>
                  <a:pt x="14622" y="11720"/>
                  <a:pt x="14500" y="11720"/>
                </a:cubicBezTo>
                <a:cubicBezTo>
                  <a:pt x="14378" y="11720"/>
                  <a:pt x="14280" y="11622"/>
                  <a:pt x="14280" y="11500"/>
                </a:cubicBezTo>
                <a:cubicBezTo>
                  <a:pt x="14280" y="11378"/>
                  <a:pt x="14378" y="11280"/>
                  <a:pt x="14500" y="11280"/>
                </a:cubicBezTo>
                <a:cubicBezTo>
                  <a:pt x="14622" y="11280"/>
                  <a:pt x="14720" y="11378"/>
                  <a:pt x="14720" y="11500"/>
                </a:cubicBezTo>
                <a:close/>
                <a:moveTo>
                  <a:pt x="15720" y="11500"/>
                </a:moveTo>
                <a:cubicBezTo>
                  <a:pt x="15720" y="11622"/>
                  <a:pt x="15622" y="11720"/>
                  <a:pt x="15500" y="11720"/>
                </a:cubicBezTo>
                <a:cubicBezTo>
                  <a:pt x="15378" y="11720"/>
                  <a:pt x="15280" y="11622"/>
                  <a:pt x="15280" y="11500"/>
                </a:cubicBezTo>
                <a:cubicBezTo>
                  <a:pt x="15280" y="11378"/>
                  <a:pt x="15378" y="11280"/>
                  <a:pt x="15500" y="11280"/>
                </a:cubicBezTo>
                <a:cubicBezTo>
                  <a:pt x="15622" y="11280"/>
                  <a:pt x="15720" y="11378"/>
                  <a:pt x="15720" y="11500"/>
                </a:cubicBezTo>
                <a:close/>
                <a:moveTo>
                  <a:pt x="16720" y="11500"/>
                </a:moveTo>
                <a:cubicBezTo>
                  <a:pt x="16720" y="11622"/>
                  <a:pt x="16622" y="11720"/>
                  <a:pt x="16500" y="11720"/>
                </a:cubicBezTo>
                <a:cubicBezTo>
                  <a:pt x="16378" y="11720"/>
                  <a:pt x="16280" y="11622"/>
                  <a:pt x="16280" y="11500"/>
                </a:cubicBezTo>
                <a:cubicBezTo>
                  <a:pt x="16280" y="11378"/>
                  <a:pt x="16378" y="11280"/>
                  <a:pt x="16500" y="11280"/>
                </a:cubicBezTo>
                <a:cubicBezTo>
                  <a:pt x="16622" y="11280"/>
                  <a:pt x="16720" y="11378"/>
                  <a:pt x="16720" y="11500"/>
                </a:cubicBezTo>
                <a:close/>
                <a:moveTo>
                  <a:pt x="17720" y="11500"/>
                </a:moveTo>
                <a:cubicBezTo>
                  <a:pt x="17720" y="11622"/>
                  <a:pt x="17622" y="11720"/>
                  <a:pt x="17500" y="11720"/>
                </a:cubicBezTo>
                <a:cubicBezTo>
                  <a:pt x="17378" y="11720"/>
                  <a:pt x="17280" y="11622"/>
                  <a:pt x="17280" y="11500"/>
                </a:cubicBezTo>
                <a:cubicBezTo>
                  <a:pt x="17280" y="11378"/>
                  <a:pt x="17378" y="11280"/>
                  <a:pt x="17500" y="11280"/>
                </a:cubicBezTo>
                <a:cubicBezTo>
                  <a:pt x="17622" y="11280"/>
                  <a:pt x="17720" y="11378"/>
                  <a:pt x="1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8720" y="12500"/>
                </a:moveTo>
                <a:cubicBezTo>
                  <a:pt x="8720" y="12622"/>
                  <a:pt x="8622" y="12720"/>
                  <a:pt x="8500" y="12720"/>
                </a:cubicBezTo>
                <a:cubicBezTo>
                  <a:pt x="8378" y="12720"/>
                  <a:pt x="8280" y="12622"/>
                  <a:pt x="8280" y="12500"/>
                </a:cubicBezTo>
                <a:cubicBezTo>
                  <a:pt x="8280" y="12378"/>
                  <a:pt x="8378" y="12280"/>
                  <a:pt x="8500" y="12280"/>
                </a:cubicBezTo>
                <a:cubicBezTo>
                  <a:pt x="8622" y="12280"/>
                  <a:pt x="8720" y="12378"/>
                  <a:pt x="8720" y="12500"/>
                </a:cubicBezTo>
                <a:close/>
                <a:moveTo>
                  <a:pt x="9720" y="12500"/>
                </a:moveTo>
                <a:cubicBezTo>
                  <a:pt x="9720" y="12622"/>
                  <a:pt x="9622" y="12720"/>
                  <a:pt x="9500" y="12720"/>
                </a:cubicBezTo>
                <a:cubicBezTo>
                  <a:pt x="9378" y="12720"/>
                  <a:pt x="9280" y="12622"/>
                  <a:pt x="9280" y="12500"/>
                </a:cubicBezTo>
                <a:cubicBezTo>
                  <a:pt x="9280" y="12378"/>
                  <a:pt x="9378" y="12280"/>
                  <a:pt x="9500" y="12280"/>
                </a:cubicBezTo>
                <a:cubicBezTo>
                  <a:pt x="9622" y="12280"/>
                  <a:pt x="9720" y="12378"/>
                  <a:pt x="9720" y="12500"/>
                </a:cubicBezTo>
                <a:close/>
                <a:moveTo>
                  <a:pt x="10720" y="12500"/>
                </a:moveTo>
                <a:cubicBezTo>
                  <a:pt x="10720" y="12622"/>
                  <a:pt x="10622" y="12720"/>
                  <a:pt x="10500" y="12720"/>
                </a:cubicBezTo>
                <a:cubicBezTo>
                  <a:pt x="10378" y="12720"/>
                  <a:pt x="10280" y="12622"/>
                  <a:pt x="10280" y="12500"/>
                </a:cubicBezTo>
                <a:cubicBezTo>
                  <a:pt x="10280" y="12378"/>
                  <a:pt x="10378" y="12280"/>
                  <a:pt x="10500" y="12280"/>
                </a:cubicBezTo>
                <a:cubicBezTo>
                  <a:pt x="10622" y="12280"/>
                  <a:pt x="10720" y="12378"/>
                  <a:pt x="10720" y="12500"/>
                </a:cubicBezTo>
                <a:close/>
                <a:moveTo>
                  <a:pt x="11720" y="12500"/>
                </a:moveTo>
                <a:cubicBezTo>
                  <a:pt x="11720" y="12622"/>
                  <a:pt x="11622" y="12720"/>
                  <a:pt x="11500" y="12720"/>
                </a:cubicBezTo>
                <a:cubicBezTo>
                  <a:pt x="11378" y="12720"/>
                  <a:pt x="11280" y="12622"/>
                  <a:pt x="11280" y="12500"/>
                </a:cubicBezTo>
                <a:cubicBezTo>
                  <a:pt x="11280" y="12378"/>
                  <a:pt x="11378" y="12280"/>
                  <a:pt x="11500" y="12280"/>
                </a:cubicBezTo>
                <a:cubicBezTo>
                  <a:pt x="11622" y="12280"/>
                  <a:pt x="11720" y="12378"/>
                  <a:pt x="11720" y="12500"/>
                </a:cubicBezTo>
                <a:close/>
                <a:moveTo>
                  <a:pt x="12720" y="12500"/>
                </a:moveTo>
                <a:cubicBezTo>
                  <a:pt x="12720" y="12622"/>
                  <a:pt x="12622" y="12720"/>
                  <a:pt x="12500" y="12720"/>
                </a:cubicBezTo>
                <a:cubicBezTo>
                  <a:pt x="12378" y="12720"/>
                  <a:pt x="12280" y="12622"/>
                  <a:pt x="12280" y="12500"/>
                </a:cubicBezTo>
                <a:cubicBezTo>
                  <a:pt x="12280" y="12378"/>
                  <a:pt x="12378" y="12280"/>
                  <a:pt x="12500" y="12280"/>
                </a:cubicBezTo>
                <a:cubicBezTo>
                  <a:pt x="12622" y="12280"/>
                  <a:pt x="12720" y="12378"/>
                  <a:pt x="12720" y="12500"/>
                </a:cubicBezTo>
                <a:close/>
                <a:moveTo>
                  <a:pt x="13720" y="12500"/>
                </a:moveTo>
                <a:cubicBezTo>
                  <a:pt x="13720" y="12622"/>
                  <a:pt x="13622" y="12720"/>
                  <a:pt x="13500" y="12720"/>
                </a:cubicBezTo>
                <a:cubicBezTo>
                  <a:pt x="13378" y="12720"/>
                  <a:pt x="13280" y="12622"/>
                  <a:pt x="13280" y="12500"/>
                </a:cubicBezTo>
                <a:cubicBezTo>
                  <a:pt x="13280" y="12378"/>
                  <a:pt x="13378" y="12280"/>
                  <a:pt x="13500" y="12280"/>
                </a:cubicBezTo>
                <a:cubicBezTo>
                  <a:pt x="13622" y="12280"/>
                  <a:pt x="13720" y="12378"/>
                  <a:pt x="13720" y="12500"/>
                </a:cubicBezTo>
                <a:close/>
                <a:moveTo>
                  <a:pt x="14720" y="12500"/>
                </a:moveTo>
                <a:cubicBezTo>
                  <a:pt x="14720" y="12622"/>
                  <a:pt x="14622" y="12720"/>
                  <a:pt x="14500" y="12720"/>
                </a:cubicBezTo>
                <a:cubicBezTo>
                  <a:pt x="14378" y="12720"/>
                  <a:pt x="14280" y="12622"/>
                  <a:pt x="14280" y="12500"/>
                </a:cubicBezTo>
                <a:cubicBezTo>
                  <a:pt x="14280" y="12378"/>
                  <a:pt x="14378" y="12280"/>
                  <a:pt x="14500" y="12280"/>
                </a:cubicBezTo>
                <a:cubicBezTo>
                  <a:pt x="14622" y="12280"/>
                  <a:pt x="14720" y="12378"/>
                  <a:pt x="14720" y="12500"/>
                </a:cubicBezTo>
                <a:close/>
                <a:moveTo>
                  <a:pt x="15720" y="12500"/>
                </a:moveTo>
                <a:cubicBezTo>
                  <a:pt x="15720" y="12622"/>
                  <a:pt x="15622" y="12720"/>
                  <a:pt x="15500" y="12720"/>
                </a:cubicBezTo>
                <a:cubicBezTo>
                  <a:pt x="15378" y="12720"/>
                  <a:pt x="15280" y="12622"/>
                  <a:pt x="15280" y="12500"/>
                </a:cubicBezTo>
                <a:cubicBezTo>
                  <a:pt x="15280" y="12378"/>
                  <a:pt x="15378" y="12280"/>
                  <a:pt x="15500" y="12280"/>
                </a:cubicBezTo>
                <a:cubicBezTo>
                  <a:pt x="15622" y="12280"/>
                  <a:pt x="15720" y="12378"/>
                  <a:pt x="15720" y="12500"/>
                </a:cubicBezTo>
                <a:close/>
                <a:moveTo>
                  <a:pt x="16720" y="12500"/>
                </a:moveTo>
                <a:cubicBezTo>
                  <a:pt x="16720" y="12622"/>
                  <a:pt x="16622" y="12720"/>
                  <a:pt x="16500" y="12720"/>
                </a:cubicBezTo>
                <a:cubicBezTo>
                  <a:pt x="16378" y="12720"/>
                  <a:pt x="16280" y="12622"/>
                  <a:pt x="16280" y="12500"/>
                </a:cubicBezTo>
                <a:cubicBezTo>
                  <a:pt x="16280" y="12378"/>
                  <a:pt x="16378" y="12280"/>
                  <a:pt x="16500" y="12280"/>
                </a:cubicBezTo>
                <a:cubicBezTo>
                  <a:pt x="16622" y="12280"/>
                  <a:pt x="16720" y="12378"/>
                  <a:pt x="16720" y="12500"/>
                </a:cubicBezTo>
                <a:close/>
                <a:moveTo>
                  <a:pt x="17720" y="12500"/>
                </a:moveTo>
                <a:cubicBezTo>
                  <a:pt x="17720" y="12622"/>
                  <a:pt x="17622" y="12720"/>
                  <a:pt x="17500" y="12720"/>
                </a:cubicBezTo>
                <a:cubicBezTo>
                  <a:pt x="17378" y="12720"/>
                  <a:pt x="17280" y="12622"/>
                  <a:pt x="17280" y="12500"/>
                </a:cubicBezTo>
                <a:cubicBezTo>
                  <a:pt x="17280" y="12378"/>
                  <a:pt x="17378" y="12280"/>
                  <a:pt x="17500" y="12280"/>
                </a:cubicBezTo>
                <a:cubicBezTo>
                  <a:pt x="17622" y="12280"/>
                  <a:pt x="17720" y="12378"/>
                  <a:pt x="1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8720" y="13500"/>
                </a:moveTo>
                <a:cubicBezTo>
                  <a:pt x="8720" y="13622"/>
                  <a:pt x="8622" y="13720"/>
                  <a:pt x="8500" y="13720"/>
                </a:cubicBezTo>
                <a:cubicBezTo>
                  <a:pt x="8378" y="13720"/>
                  <a:pt x="8280" y="13622"/>
                  <a:pt x="8280" y="13500"/>
                </a:cubicBezTo>
                <a:cubicBezTo>
                  <a:pt x="8280" y="13378"/>
                  <a:pt x="8378" y="13280"/>
                  <a:pt x="8500" y="13280"/>
                </a:cubicBezTo>
                <a:cubicBezTo>
                  <a:pt x="8622" y="13280"/>
                  <a:pt x="8720" y="13378"/>
                  <a:pt x="8720" y="13500"/>
                </a:cubicBezTo>
                <a:close/>
                <a:moveTo>
                  <a:pt x="9720" y="13500"/>
                </a:moveTo>
                <a:cubicBezTo>
                  <a:pt x="9720" y="13622"/>
                  <a:pt x="9622" y="13720"/>
                  <a:pt x="9500" y="13720"/>
                </a:cubicBezTo>
                <a:cubicBezTo>
                  <a:pt x="9378" y="13720"/>
                  <a:pt x="9280" y="13622"/>
                  <a:pt x="9280" y="13500"/>
                </a:cubicBezTo>
                <a:cubicBezTo>
                  <a:pt x="9280" y="13378"/>
                  <a:pt x="9378" y="13280"/>
                  <a:pt x="9500" y="13280"/>
                </a:cubicBezTo>
                <a:cubicBezTo>
                  <a:pt x="9622" y="13280"/>
                  <a:pt x="9720" y="13378"/>
                  <a:pt x="9720" y="13500"/>
                </a:cubicBezTo>
                <a:close/>
                <a:moveTo>
                  <a:pt x="10720" y="13500"/>
                </a:moveTo>
                <a:cubicBezTo>
                  <a:pt x="10720" y="13622"/>
                  <a:pt x="10622" y="13720"/>
                  <a:pt x="10500" y="13720"/>
                </a:cubicBezTo>
                <a:cubicBezTo>
                  <a:pt x="10378" y="13720"/>
                  <a:pt x="10280" y="13622"/>
                  <a:pt x="10280" y="13500"/>
                </a:cubicBezTo>
                <a:cubicBezTo>
                  <a:pt x="10280" y="13378"/>
                  <a:pt x="10378" y="13280"/>
                  <a:pt x="10500" y="13280"/>
                </a:cubicBezTo>
                <a:cubicBezTo>
                  <a:pt x="10622" y="13280"/>
                  <a:pt x="10720" y="13378"/>
                  <a:pt x="10720" y="13500"/>
                </a:cubicBezTo>
                <a:close/>
                <a:moveTo>
                  <a:pt x="11720" y="13500"/>
                </a:moveTo>
                <a:cubicBezTo>
                  <a:pt x="11720" y="13622"/>
                  <a:pt x="11622" y="13720"/>
                  <a:pt x="11500" y="13720"/>
                </a:cubicBezTo>
                <a:cubicBezTo>
                  <a:pt x="11378" y="13720"/>
                  <a:pt x="11280" y="13622"/>
                  <a:pt x="11280" y="13500"/>
                </a:cubicBezTo>
                <a:cubicBezTo>
                  <a:pt x="11280" y="13378"/>
                  <a:pt x="11378" y="13280"/>
                  <a:pt x="11500" y="13280"/>
                </a:cubicBezTo>
                <a:cubicBezTo>
                  <a:pt x="11622" y="13280"/>
                  <a:pt x="11720" y="13378"/>
                  <a:pt x="11720" y="13500"/>
                </a:cubicBezTo>
                <a:close/>
                <a:moveTo>
                  <a:pt x="12720" y="13500"/>
                </a:moveTo>
                <a:cubicBezTo>
                  <a:pt x="12720" y="13622"/>
                  <a:pt x="12622" y="13720"/>
                  <a:pt x="12500" y="13720"/>
                </a:cubicBezTo>
                <a:cubicBezTo>
                  <a:pt x="12378" y="13720"/>
                  <a:pt x="12280" y="13622"/>
                  <a:pt x="12280" y="13500"/>
                </a:cubicBezTo>
                <a:cubicBezTo>
                  <a:pt x="12280" y="13378"/>
                  <a:pt x="12378" y="13280"/>
                  <a:pt x="12500" y="13280"/>
                </a:cubicBezTo>
                <a:cubicBezTo>
                  <a:pt x="12622" y="13280"/>
                  <a:pt x="12720" y="13378"/>
                  <a:pt x="12720" y="13500"/>
                </a:cubicBezTo>
                <a:close/>
                <a:moveTo>
                  <a:pt x="13720" y="13500"/>
                </a:moveTo>
                <a:cubicBezTo>
                  <a:pt x="13720" y="13622"/>
                  <a:pt x="13622" y="13720"/>
                  <a:pt x="13500" y="13720"/>
                </a:cubicBezTo>
                <a:cubicBezTo>
                  <a:pt x="13378" y="13720"/>
                  <a:pt x="13280" y="13622"/>
                  <a:pt x="13280" y="13500"/>
                </a:cubicBezTo>
                <a:cubicBezTo>
                  <a:pt x="13280" y="13378"/>
                  <a:pt x="13378" y="13280"/>
                  <a:pt x="13500" y="13280"/>
                </a:cubicBezTo>
                <a:cubicBezTo>
                  <a:pt x="13622" y="13280"/>
                  <a:pt x="13720" y="13378"/>
                  <a:pt x="13720" y="13500"/>
                </a:cubicBezTo>
                <a:close/>
                <a:moveTo>
                  <a:pt x="14720" y="13500"/>
                </a:moveTo>
                <a:cubicBezTo>
                  <a:pt x="14720" y="13622"/>
                  <a:pt x="14622" y="13720"/>
                  <a:pt x="14500" y="13720"/>
                </a:cubicBezTo>
                <a:cubicBezTo>
                  <a:pt x="14378" y="13720"/>
                  <a:pt x="14280" y="13622"/>
                  <a:pt x="14280" y="13500"/>
                </a:cubicBezTo>
                <a:cubicBezTo>
                  <a:pt x="14280" y="13378"/>
                  <a:pt x="14378" y="13280"/>
                  <a:pt x="14500" y="13280"/>
                </a:cubicBezTo>
                <a:cubicBezTo>
                  <a:pt x="14622" y="13280"/>
                  <a:pt x="14720" y="13378"/>
                  <a:pt x="14720" y="13500"/>
                </a:cubicBezTo>
                <a:close/>
                <a:moveTo>
                  <a:pt x="15720" y="13500"/>
                </a:moveTo>
                <a:cubicBezTo>
                  <a:pt x="15720" y="13622"/>
                  <a:pt x="15622" y="13720"/>
                  <a:pt x="15500" y="13720"/>
                </a:cubicBezTo>
                <a:cubicBezTo>
                  <a:pt x="15378" y="13720"/>
                  <a:pt x="15280" y="13622"/>
                  <a:pt x="15280" y="13500"/>
                </a:cubicBezTo>
                <a:cubicBezTo>
                  <a:pt x="15280" y="13378"/>
                  <a:pt x="15378" y="13280"/>
                  <a:pt x="15500" y="13280"/>
                </a:cubicBezTo>
                <a:cubicBezTo>
                  <a:pt x="15622" y="13280"/>
                  <a:pt x="15720" y="13378"/>
                  <a:pt x="15720" y="13500"/>
                </a:cubicBezTo>
                <a:close/>
                <a:moveTo>
                  <a:pt x="16720" y="13500"/>
                </a:moveTo>
                <a:cubicBezTo>
                  <a:pt x="16720" y="13622"/>
                  <a:pt x="16622" y="13720"/>
                  <a:pt x="16500" y="13720"/>
                </a:cubicBezTo>
                <a:cubicBezTo>
                  <a:pt x="16378" y="13720"/>
                  <a:pt x="16280" y="13622"/>
                  <a:pt x="16280" y="13500"/>
                </a:cubicBezTo>
                <a:cubicBezTo>
                  <a:pt x="16280" y="13378"/>
                  <a:pt x="16378" y="13280"/>
                  <a:pt x="16500" y="13280"/>
                </a:cubicBezTo>
                <a:cubicBezTo>
                  <a:pt x="16622" y="13280"/>
                  <a:pt x="16720" y="13378"/>
                  <a:pt x="16720" y="13500"/>
                </a:cubicBezTo>
                <a:close/>
                <a:moveTo>
                  <a:pt x="17720" y="13500"/>
                </a:moveTo>
                <a:cubicBezTo>
                  <a:pt x="17720" y="13622"/>
                  <a:pt x="17622" y="13720"/>
                  <a:pt x="17500" y="13720"/>
                </a:cubicBezTo>
                <a:cubicBezTo>
                  <a:pt x="17378" y="13720"/>
                  <a:pt x="17280" y="13622"/>
                  <a:pt x="17280" y="13500"/>
                </a:cubicBezTo>
                <a:cubicBezTo>
                  <a:pt x="17280" y="13378"/>
                  <a:pt x="17378" y="13280"/>
                  <a:pt x="17500" y="13280"/>
                </a:cubicBezTo>
                <a:cubicBezTo>
                  <a:pt x="17622" y="13280"/>
                  <a:pt x="17720" y="13378"/>
                  <a:pt x="17720" y="1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dots 3"/>
          <p:cNvSpPr/>
          <p:nvPr/>
        </p:nvSpPr>
        <p:spPr>
          <a:xfrm>
            <a:off x="11176000" y="3810000"/>
            <a:ext cx="1016000" cy="3048000"/>
          </a:xfrm>
          <a:custGeom>
            <a:avLst/>
            <a:gdLst/>
            <a:ahLst/>
            <a:cxnLst/>
            <a:rect l="0" t="0" r="r" b="b"/>
            <a:pathLst>
              <a:path w="8000" h="2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720" y="14500"/>
                </a:moveTo>
                <a:cubicBezTo>
                  <a:pt x="720" y="14622"/>
                  <a:pt x="622" y="14720"/>
                  <a:pt x="500" y="14720"/>
                </a:cubicBezTo>
                <a:cubicBezTo>
                  <a:pt x="378" y="14720"/>
                  <a:pt x="280" y="14622"/>
                  <a:pt x="280" y="14500"/>
                </a:cubicBezTo>
                <a:cubicBezTo>
                  <a:pt x="280" y="14378"/>
                  <a:pt x="378" y="14280"/>
                  <a:pt x="500" y="14280"/>
                </a:cubicBezTo>
                <a:cubicBezTo>
                  <a:pt x="622" y="14280"/>
                  <a:pt x="720" y="14378"/>
                  <a:pt x="720" y="14500"/>
                </a:cubicBezTo>
                <a:close/>
                <a:moveTo>
                  <a:pt x="1720" y="14500"/>
                </a:moveTo>
                <a:cubicBezTo>
                  <a:pt x="1720" y="14622"/>
                  <a:pt x="1622" y="14720"/>
                  <a:pt x="1500" y="14720"/>
                </a:cubicBezTo>
                <a:cubicBezTo>
                  <a:pt x="1378" y="14720"/>
                  <a:pt x="1280" y="14622"/>
                  <a:pt x="1280" y="14500"/>
                </a:cubicBezTo>
                <a:cubicBezTo>
                  <a:pt x="1280" y="14378"/>
                  <a:pt x="1378" y="14280"/>
                  <a:pt x="1500" y="14280"/>
                </a:cubicBezTo>
                <a:cubicBezTo>
                  <a:pt x="1622" y="14280"/>
                  <a:pt x="1720" y="14378"/>
                  <a:pt x="1720" y="14500"/>
                </a:cubicBezTo>
                <a:close/>
                <a:moveTo>
                  <a:pt x="2720" y="14500"/>
                </a:moveTo>
                <a:cubicBezTo>
                  <a:pt x="2720" y="14622"/>
                  <a:pt x="2622" y="14720"/>
                  <a:pt x="2500" y="14720"/>
                </a:cubicBezTo>
                <a:cubicBezTo>
                  <a:pt x="2378" y="14720"/>
                  <a:pt x="2280" y="14622"/>
                  <a:pt x="2280" y="14500"/>
                </a:cubicBezTo>
                <a:cubicBezTo>
                  <a:pt x="2280" y="14378"/>
                  <a:pt x="2378" y="14280"/>
                  <a:pt x="2500" y="14280"/>
                </a:cubicBezTo>
                <a:cubicBezTo>
                  <a:pt x="2622" y="14280"/>
                  <a:pt x="2720" y="14378"/>
                  <a:pt x="2720" y="14500"/>
                </a:cubicBezTo>
                <a:close/>
                <a:moveTo>
                  <a:pt x="3720" y="14500"/>
                </a:moveTo>
                <a:cubicBezTo>
                  <a:pt x="3720" y="14622"/>
                  <a:pt x="3622" y="14720"/>
                  <a:pt x="3500" y="14720"/>
                </a:cubicBezTo>
                <a:cubicBezTo>
                  <a:pt x="3378" y="14720"/>
                  <a:pt x="3280" y="14622"/>
                  <a:pt x="3280" y="14500"/>
                </a:cubicBezTo>
                <a:cubicBezTo>
                  <a:pt x="3280" y="14378"/>
                  <a:pt x="3378" y="14280"/>
                  <a:pt x="3500" y="14280"/>
                </a:cubicBezTo>
                <a:cubicBezTo>
                  <a:pt x="3622" y="14280"/>
                  <a:pt x="3720" y="14378"/>
                  <a:pt x="3720" y="14500"/>
                </a:cubicBezTo>
                <a:close/>
                <a:moveTo>
                  <a:pt x="4720" y="14500"/>
                </a:moveTo>
                <a:cubicBezTo>
                  <a:pt x="4720" y="14622"/>
                  <a:pt x="4622" y="14720"/>
                  <a:pt x="4500" y="14720"/>
                </a:cubicBezTo>
                <a:cubicBezTo>
                  <a:pt x="4378" y="14720"/>
                  <a:pt x="4280" y="14622"/>
                  <a:pt x="4280" y="14500"/>
                </a:cubicBezTo>
                <a:cubicBezTo>
                  <a:pt x="4280" y="14378"/>
                  <a:pt x="4378" y="14280"/>
                  <a:pt x="4500" y="14280"/>
                </a:cubicBezTo>
                <a:cubicBezTo>
                  <a:pt x="4622" y="14280"/>
                  <a:pt x="4720" y="14378"/>
                  <a:pt x="4720" y="14500"/>
                </a:cubicBezTo>
                <a:close/>
                <a:moveTo>
                  <a:pt x="5720" y="14500"/>
                </a:moveTo>
                <a:cubicBezTo>
                  <a:pt x="5720" y="14622"/>
                  <a:pt x="5622" y="14720"/>
                  <a:pt x="5500" y="14720"/>
                </a:cubicBezTo>
                <a:cubicBezTo>
                  <a:pt x="5378" y="14720"/>
                  <a:pt x="5280" y="14622"/>
                  <a:pt x="5280" y="14500"/>
                </a:cubicBezTo>
                <a:cubicBezTo>
                  <a:pt x="5280" y="14378"/>
                  <a:pt x="5378" y="14280"/>
                  <a:pt x="5500" y="14280"/>
                </a:cubicBezTo>
                <a:cubicBezTo>
                  <a:pt x="5622" y="14280"/>
                  <a:pt x="5720" y="14378"/>
                  <a:pt x="5720" y="14500"/>
                </a:cubicBezTo>
                <a:close/>
                <a:moveTo>
                  <a:pt x="6720" y="14500"/>
                </a:moveTo>
                <a:cubicBezTo>
                  <a:pt x="6720" y="14622"/>
                  <a:pt x="6622" y="14720"/>
                  <a:pt x="6500" y="14720"/>
                </a:cubicBezTo>
                <a:cubicBezTo>
                  <a:pt x="6378" y="14720"/>
                  <a:pt x="6280" y="14622"/>
                  <a:pt x="6280" y="14500"/>
                </a:cubicBezTo>
                <a:cubicBezTo>
                  <a:pt x="6280" y="14378"/>
                  <a:pt x="6378" y="14280"/>
                  <a:pt x="6500" y="14280"/>
                </a:cubicBezTo>
                <a:cubicBezTo>
                  <a:pt x="6622" y="14280"/>
                  <a:pt x="6720" y="14378"/>
                  <a:pt x="6720" y="14500"/>
                </a:cubicBezTo>
                <a:close/>
                <a:moveTo>
                  <a:pt x="7720" y="14500"/>
                </a:moveTo>
                <a:cubicBezTo>
                  <a:pt x="7720" y="14622"/>
                  <a:pt x="7622" y="14720"/>
                  <a:pt x="7500" y="14720"/>
                </a:cubicBezTo>
                <a:cubicBezTo>
                  <a:pt x="7378" y="14720"/>
                  <a:pt x="7280" y="14622"/>
                  <a:pt x="7280" y="14500"/>
                </a:cubicBezTo>
                <a:cubicBezTo>
                  <a:pt x="7280" y="14378"/>
                  <a:pt x="7378" y="14280"/>
                  <a:pt x="7500" y="14280"/>
                </a:cubicBezTo>
                <a:cubicBezTo>
                  <a:pt x="7622" y="14280"/>
                  <a:pt x="7720" y="14378"/>
                  <a:pt x="7720" y="14500"/>
                </a:cubicBezTo>
                <a:close/>
                <a:moveTo>
                  <a:pt x="720" y="15500"/>
                </a:moveTo>
                <a:cubicBezTo>
                  <a:pt x="720" y="15622"/>
                  <a:pt x="622" y="15720"/>
                  <a:pt x="500" y="15720"/>
                </a:cubicBezTo>
                <a:cubicBezTo>
                  <a:pt x="378" y="15720"/>
                  <a:pt x="280" y="15622"/>
                  <a:pt x="280" y="15500"/>
                </a:cubicBezTo>
                <a:cubicBezTo>
                  <a:pt x="280" y="15378"/>
                  <a:pt x="378" y="15280"/>
                  <a:pt x="500" y="15280"/>
                </a:cubicBezTo>
                <a:cubicBezTo>
                  <a:pt x="622" y="15280"/>
                  <a:pt x="720" y="15378"/>
                  <a:pt x="720" y="15500"/>
                </a:cubicBezTo>
                <a:close/>
                <a:moveTo>
                  <a:pt x="1720" y="15500"/>
                </a:moveTo>
                <a:cubicBezTo>
                  <a:pt x="1720" y="15622"/>
                  <a:pt x="1622" y="15720"/>
                  <a:pt x="1500" y="15720"/>
                </a:cubicBezTo>
                <a:cubicBezTo>
                  <a:pt x="1378" y="15720"/>
                  <a:pt x="1280" y="15622"/>
                  <a:pt x="1280" y="15500"/>
                </a:cubicBezTo>
                <a:cubicBezTo>
                  <a:pt x="1280" y="15378"/>
                  <a:pt x="1378" y="15280"/>
                  <a:pt x="1500" y="15280"/>
                </a:cubicBezTo>
                <a:cubicBezTo>
                  <a:pt x="1622" y="15280"/>
                  <a:pt x="1720" y="15378"/>
                  <a:pt x="1720" y="15500"/>
                </a:cubicBezTo>
                <a:close/>
                <a:moveTo>
                  <a:pt x="2720" y="15500"/>
                </a:moveTo>
                <a:cubicBezTo>
                  <a:pt x="2720" y="15622"/>
                  <a:pt x="2622" y="15720"/>
                  <a:pt x="2500" y="15720"/>
                </a:cubicBezTo>
                <a:cubicBezTo>
                  <a:pt x="2378" y="15720"/>
                  <a:pt x="2280" y="15622"/>
                  <a:pt x="2280" y="15500"/>
                </a:cubicBezTo>
                <a:cubicBezTo>
                  <a:pt x="2280" y="15378"/>
                  <a:pt x="2378" y="15280"/>
                  <a:pt x="2500" y="15280"/>
                </a:cubicBezTo>
                <a:cubicBezTo>
                  <a:pt x="2622" y="15280"/>
                  <a:pt x="2720" y="15378"/>
                  <a:pt x="2720" y="15500"/>
                </a:cubicBezTo>
                <a:close/>
                <a:moveTo>
                  <a:pt x="3720" y="15500"/>
                </a:moveTo>
                <a:cubicBezTo>
                  <a:pt x="3720" y="15622"/>
                  <a:pt x="3622" y="15720"/>
                  <a:pt x="3500" y="15720"/>
                </a:cubicBezTo>
                <a:cubicBezTo>
                  <a:pt x="3378" y="15720"/>
                  <a:pt x="3280" y="15622"/>
                  <a:pt x="3280" y="15500"/>
                </a:cubicBezTo>
                <a:cubicBezTo>
                  <a:pt x="3280" y="15378"/>
                  <a:pt x="3378" y="15280"/>
                  <a:pt x="3500" y="15280"/>
                </a:cubicBezTo>
                <a:cubicBezTo>
                  <a:pt x="3622" y="15280"/>
                  <a:pt x="3720" y="15378"/>
                  <a:pt x="3720" y="15500"/>
                </a:cubicBezTo>
                <a:close/>
                <a:moveTo>
                  <a:pt x="4720" y="15500"/>
                </a:moveTo>
                <a:cubicBezTo>
                  <a:pt x="4720" y="15622"/>
                  <a:pt x="4622" y="15720"/>
                  <a:pt x="4500" y="15720"/>
                </a:cubicBezTo>
                <a:cubicBezTo>
                  <a:pt x="4378" y="15720"/>
                  <a:pt x="4280" y="15622"/>
                  <a:pt x="4280" y="15500"/>
                </a:cubicBezTo>
                <a:cubicBezTo>
                  <a:pt x="4280" y="15378"/>
                  <a:pt x="4378" y="15280"/>
                  <a:pt x="4500" y="15280"/>
                </a:cubicBezTo>
                <a:cubicBezTo>
                  <a:pt x="4622" y="15280"/>
                  <a:pt x="4720" y="15378"/>
                  <a:pt x="4720" y="15500"/>
                </a:cubicBezTo>
                <a:close/>
                <a:moveTo>
                  <a:pt x="5720" y="15500"/>
                </a:moveTo>
                <a:cubicBezTo>
                  <a:pt x="5720" y="15622"/>
                  <a:pt x="5622" y="15720"/>
                  <a:pt x="5500" y="15720"/>
                </a:cubicBezTo>
                <a:cubicBezTo>
                  <a:pt x="5378" y="15720"/>
                  <a:pt x="5280" y="15622"/>
                  <a:pt x="5280" y="15500"/>
                </a:cubicBezTo>
                <a:cubicBezTo>
                  <a:pt x="5280" y="15378"/>
                  <a:pt x="5378" y="15280"/>
                  <a:pt x="5500" y="15280"/>
                </a:cubicBezTo>
                <a:cubicBezTo>
                  <a:pt x="5622" y="15280"/>
                  <a:pt x="5720" y="15378"/>
                  <a:pt x="5720" y="15500"/>
                </a:cubicBezTo>
                <a:close/>
                <a:moveTo>
                  <a:pt x="6720" y="15500"/>
                </a:moveTo>
                <a:cubicBezTo>
                  <a:pt x="6720" y="15622"/>
                  <a:pt x="6622" y="15720"/>
                  <a:pt x="6500" y="15720"/>
                </a:cubicBezTo>
                <a:cubicBezTo>
                  <a:pt x="6378" y="15720"/>
                  <a:pt x="6280" y="15622"/>
                  <a:pt x="6280" y="15500"/>
                </a:cubicBezTo>
                <a:cubicBezTo>
                  <a:pt x="6280" y="15378"/>
                  <a:pt x="6378" y="15280"/>
                  <a:pt x="6500" y="15280"/>
                </a:cubicBezTo>
                <a:cubicBezTo>
                  <a:pt x="6622" y="15280"/>
                  <a:pt x="6720" y="15378"/>
                  <a:pt x="6720" y="15500"/>
                </a:cubicBezTo>
                <a:close/>
                <a:moveTo>
                  <a:pt x="7720" y="15500"/>
                </a:moveTo>
                <a:cubicBezTo>
                  <a:pt x="7720" y="15622"/>
                  <a:pt x="7622" y="15720"/>
                  <a:pt x="7500" y="15720"/>
                </a:cubicBezTo>
                <a:cubicBezTo>
                  <a:pt x="7378" y="15720"/>
                  <a:pt x="7280" y="15622"/>
                  <a:pt x="7280" y="15500"/>
                </a:cubicBezTo>
                <a:cubicBezTo>
                  <a:pt x="7280" y="15378"/>
                  <a:pt x="7378" y="15280"/>
                  <a:pt x="7500" y="15280"/>
                </a:cubicBezTo>
                <a:cubicBezTo>
                  <a:pt x="7622" y="15280"/>
                  <a:pt x="7720" y="15378"/>
                  <a:pt x="7720" y="15500"/>
                </a:cubicBezTo>
                <a:close/>
                <a:moveTo>
                  <a:pt x="720" y="16500"/>
                </a:moveTo>
                <a:cubicBezTo>
                  <a:pt x="720" y="16622"/>
                  <a:pt x="622" y="16720"/>
                  <a:pt x="500" y="16720"/>
                </a:cubicBezTo>
                <a:cubicBezTo>
                  <a:pt x="378" y="16720"/>
                  <a:pt x="280" y="16622"/>
                  <a:pt x="280" y="16500"/>
                </a:cubicBezTo>
                <a:cubicBezTo>
                  <a:pt x="280" y="16378"/>
                  <a:pt x="378" y="16280"/>
                  <a:pt x="500" y="16280"/>
                </a:cubicBezTo>
                <a:cubicBezTo>
                  <a:pt x="622" y="16280"/>
                  <a:pt x="720" y="16378"/>
                  <a:pt x="720" y="16500"/>
                </a:cubicBezTo>
                <a:close/>
                <a:moveTo>
                  <a:pt x="1720" y="16500"/>
                </a:moveTo>
                <a:cubicBezTo>
                  <a:pt x="1720" y="16622"/>
                  <a:pt x="1622" y="16720"/>
                  <a:pt x="1500" y="16720"/>
                </a:cubicBezTo>
                <a:cubicBezTo>
                  <a:pt x="1378" y="16720"/>
                  <a:pt x="1280" y="16622"/>
                  <a:pt x="1280" y="16500"/>
                </a:cubicBezTo>
                <a:cubicBezTo>
                  <a:pt x="1280" y="16378"/>
                  <a:pt x="1378" y="16280"/>
                  <a:pt x="1500" y="16280"/>
                </a:cubicBezTo>
                <a:cubicBezTo>
                  <a:pt x="1622" y="16280"/>
                  <a:pt x="1720" y="16378"/>
                  <a:pt x="1720" y="16500"/>
                </a:cubicBezTo>
                <a:close/>
                <a:moveTo>
                  <a:pt x="2720" y="16500"/>
                </a:moveTo>
                <a:cubicBezTo>
                  <a:pt x="2720" y="16622"/>
                  <a:pt x="2622" y="16720"/>
                  <a:pt x="2500" y="16720"/>
                </a:cubicBezTo>
                <a:cubicBezTo>
                  <a:pt x="2378" y="16720"/>
                  <a:pt x="2280" y="16622"/>
                  <a:pt x="2280" y="16500"/>
                </a:cubicBezTo>
                <a:cubicBezTo>
                  <a:pt x="2280" y="16378"/>
                  <a:pt x="2378" y="16280"/>
                  <a:pt x="2500" y="16280"/>
                </a:cubicBezTo>
                <a:cubicBezTo>
                  <a:pt x="2622" y="16280"/>
                  <a:pt x="2720" y="16378"/>
                  <a:pt x="2720" y="16500"/>
                </a:cubicBezTo>
                <a:close/>
                <a:moveTo>
                  <a:pt x="3720" y="16500"/>
                </a:moveTo>
                <a:cubicBezTo>
                  <a:pt x="3720" y="16622"/>
                  <a:pt x="3622" y="16720"/>
                  <a:pt x="3500" y="16720"/>
                </a:cubicBezTo>
                <a:cubicBezTo>
                  <a:pt x="3378" y="16720"/>
                  <a:pt x="3280" y="16622"/>
                  <a:pt x="3280" y="16500"/>
                </a:cubicBezTo>
                <a:cubicBezTo>
                  <a:pt x="3280" y="16378"/>
                  <a:pt x="3378" y="16280"/>
                  <a:pt x="3500" y="16280"/>
                </a:cubicBezTo>
                <a:cubicBezTo>
                  <a:pt x="3622" y="16280"/>
                  <a:pt x="3720" y="16378"/>
                  <a:pt x="3720" y="16500"/>
                </a:cubicBezTo>
                <a:close/>
                <a:moveTo>
                  <a:pt x="4720" y="16500"/>
                </a:moveTo>
                <a:cubicBezTo>
                  <a:pt x="4720" y="16622"/>
                  <a:pt x="4622" y="16720"/>
                  <a:pt x="4500" y="16720"/>
                </a:cubicBezTo>
                <a:cubicBezTo>
                  <a:pt x="4378" y="16720"/>
                  <a:pt x="4280" y="16622"/>
                  <a:pt x="4280" y="16500"/>
                </a:cubicBezTo>
                <a:cubicBezTo>
                  <a:pt x="4280" y="16378"/>
                  <a:pt x="4378" y="16280"/>
                  <a:pt x="4500" y="16280"/>
                </a:cubicBezTo>
                <a:cubicBezTo>
                  <a:pt x="4622" y="16280"/>
                  <a:pt x="4720" y="16378"/>
                  <a:pt x="4720" y="16500"/>
                </a:cubicBezTo>
                <a:close/>
                <a:moveTo>
                  <a:pt x="5720" y="16500"/>
                </a:moveTo>
                <a:cubicBezTo>
                  <a:pt x="5720" y="16622"/>
                  <a:pt x="5622" y="16720"/>
                  <a:pt x="5500" y="16720"/>
                </a:cubicBezTo>
                <a:cubicBezTo>
                  <a:pt x="5378" y="16720"/>
                  <a:pt x="5280" y="16622"/>
                  <a:pt x="5280" y="16500"/>
                </a:cubicBezTo>
                <a:cubicBezTo>
                  <a:pt x="5280" y="16378"/>
                  <a:pt x="5378" y="16280"/>
                  <a:pt x="5500" y="16280"/>
                </a:cubicBezTo>
                <a:cubicBezTo>
                  <a:pt x="5622" y="16280"/>
                  <a:pt x="5720" y="16378"/>
                  <a:pt x="5720" y="16500"/>
                </a:cubicBezTo>
                <a:close/>
                <a:moveTo>
                  <a:pt x="6720" y="16500"/>
                </a:moveTo>
                <a:cubicBezTo>
                  <a:pt x="6720" y="16622"/>
                  <a:pt x="6622" y="16720"/>
                  <a:pt x="6500" y="16720"/>
                </a:cubicBezTo>
                <a:cubicBezTo>
                  <a:pt x="6378" y="16720"/>
                  <a:pt x="6280" y="16622"/>
                  <a:pt x="6280" y="16500"/>
                </a:cubicBezTo>
                <a:cubicBezTo>
                  <a:pt x="6280" y="16378"/>
                  <a:pt x="6378" y="16280"/>
                  <a:pt x="6500" y="16280"/>
                </a:cubicBezTo>
                <a:cubicBezTo>
                  <a:pt x="6622" y="16280"/>
                  <a:pt x="6720" y="16378"/>
                  <a:pt x="6720" y="16500"/>
                </a:cubicBezTo>
                <a:close/>
                <a:moveTo>
                  <a:pt x="7720" y="16500"/>
                </a:moveTo>
                <a:cubicBezTo>
                  <a:pt x="7720" y="16622"/>
                  <a:pt x="7622" y="16720"/>
                  <a:pt x="7500" y="16720"/>
                </a:cubicBezTo>
                <a:cubicBezTo>
                  <a:pt x="7378" y="16720"/>
                  <a:pt x="7280" y="16622"/>
                  <a:pt x="7280" y="16500"/>
                </a:cubicBezTo>
                <a:cubicBezTo>
                  <a:pt x="7280" y="16378"/>
                  <a:pt x="7378" y="16280"/>
                  <a:pt x="7500" y="16280"/>
                </a:cubicBezTo>
                <a:cubicBezTo>
                  <a:pt x="7622" y="16280"/>
                  <a:pt x="7720" y="16378"/>
                  <a:pt x="7720" y="16500"/>
                </a:cubicBezTo>
                <a:close/>
                <a:moveTo>
                  <a:pt x="720" y="17500"/>
                </a:moveTo>
                <a:cubicBezTo>
                  <a:pt x="720" y="17622"/>
                  <a:pt x="622" y="17720"/>
                  <a:pt x="500" y="17720"/>
                </a:cubicBezTo>
                <a:cubicBezTo>
                  <a:pt x="378" y="17720"/>
                  <a:pt x="280" y="17622"/>
                  <a:pt x="280" y="17500"/>
                </a:cubicBezTo>
                <a:cubicBezTo>
                  <a:pt x="280" y="17378"/>
                  <a:pt x="378" y="17280"/>
                  <a:pt x="500" y="17280"/>
                </a:cubicBezTo>
                <a:cubicBezTo>
                  <a:pt x="622" y="17280"/>
                  <a:pt x="720" y="17378"/>
                  <a:pt x="720" y="17500"/>
                </a:cubicBezTo>
                <a:close/>
                <a:moveTo>
                  <a:pt x="1720" y="17500"/>
                </a:moveTo>
                <a:cubicBezTo>
                  <a:pt x="1720" y="17622"/>
                  <a:pt x="1622" y="17720"/>
                  <a:pt x="1500" y="17720"/>
                </a:cubicBezTo>
                <a:cubicBezTo>
                  <a:pt x="1378" y="17720"/>
                  <a:pt x="1280" y="17622"/>
                  <a:pt x="1280" y="17500"/>
                </a:cubicBezTo>
                <a:cubicBezTo>
                  <a:pt x="1280" y="17378"/>
                  <a:pt x="1378" y="17280"/>
                  <a:pt x="1500" y="17280"/>
                </a:cubicBezTo>
                <a:cubicBezTo>
                  <a:pt x="1622" y="17280"/>
                  <a:pt x="1720" y="17378"/>
                  <a:pt x="1720" y="17500"/>
                </a:cubicBezTo>
                <a:close/>
                <a:moveTo>
                  <a:pt x="2720" y="17500"/>
                </a:moveTo>
                <a:cubicBezTo>
                  <a:pt x="2720" y="17622"/>
                  <a:pt x="2622" y="17720"/>
                  <a:pt x="2500" y="17720"/>
                </a:cubicBezTo>
                <a:cubicBezTo>
                  <a:pt x="2378" y="17720"/>
                  <a:pt x="2280" y="17622"/>
                  <a:pt x="2280" y="17500"/>
                </a:cubicBezTo>
                <a:cubicBezTo>
                  <a:pt x="2280" y="17378"/>
                  <a:pt x="2378" y="17280"/>
                  <a:pt x="2500" y="17280"/>
                </a:cubicBezTo>
                <a:cubicBezTo>
                  <a:pt x="2622" y="17280"/>
                  <a:pt x="2720" y="17378"/>
                  <a:pt x="2720" y="17500"/>
                </a:cubicBezTo>
                <a:close/>
                <a:moveTo>
                  <a:pt x="3720" y="17500"/>
                </a:moveTo>
                <a:cubicBezTo>
                  <a:pt x="3720" y="17622"/>
                  <a:pt x="3622" y="17720"/>
                  <a:pt x="3500" y="17720"/>
                </a:cubicBezTo>
                <a:cubicBezTo>
                  <a:pt x="3378" y="17720"/>
                  <a:pt x="3280" y="17622"/>
                  <a:pt x="3280" y="17500"/>
                </a:cubicBezTo>
                <a:cubicBezTo>
                  <a:pt x="3280" y="17378"/>
                  <a:pt x="3378" y="17280"/>
                  <a:pt x="3500" y="17280"/>
                </a:cubicBezTo>
                <a:cubicBezTo>
                  <a:pt x="3622" y="17280"/>
                  <a:pt x="3720" y="17378"/>
                  <a:pt x="3720" y="17500"/>
                </a:cubicBezTo>
                <a:close/>
                <a:moveTo>
                  <a:pt x="4720" y="17500"/>
                </a:moveTo>
                <a:cubicBezTo>
                  <a:pt x="4720" y="17622"/>
                  <a:pt x="4622" y="17720"/>
                  <a:pt x="4500" y="17720"/>
                </a:cubicBezTo>
                <a:cubicBezTo>
                  <a:pt x="4378" y="17720"/>
                  <a:pt x="4280" y="17622"/>
                  <a:pt x="4280" y="17500"/>
                </a:cubicBezTo>
                <a:cubicBezTo>
                  <a:pt x="4280" y="17378"/>
                  <a:pt x="4378" y="17280"/>
                  <a:pt x="4500" y="17280"/>
                </a:cubicBezTo>
                <a:cubicBezTo>
                  <a:pt x="4622" y="17280"/>
                  <a:pt x="4720" y="17378"/>
                  <a:pt x="4720" y="17500"/>
                </a:cubicBezTo>
                <a:close/>
                <a:moveTo>
                  <a:pt x="5720" y="17500"/>
                </a:moveTo>
                <a:cubicBezTo>
                  <a:pt x="5720" y="17622"/>
                  <a:pt x="5622" y="17720"/>
                  <a:pt x="5500" y="17720"/>
                </a:cubicBezTo>
                <a:cubicBezTo>
                  <a:pt x="5378" y="17720"/>
                  <a:pt x="5280" y="17622"/>
                  <a:pt x="5280" y="17500"/>
                </a:cubicBezTo>
                <a:cubicBezTo>
                  <a:pt x="5280" y="17378"/>
                  <a:pt x="5378" y="17280"/>
                  <a:pt x="5500" y="17280"/>
                </a:cubicBezTo>
                <a:cubicBezTo>
                  <a:pt x="5622" y="17280"/>
                  <a:pt x="5720" y="17378"/>
                  <a:pt x="5720" y="17500"/>
                </a:cubicBezTo>
                <a:close/>
                <a:moveTo>
                  <a:pt x="6720" y="17500"/>
                </a:moveTo>
                <a:cubicBezTo>
                  <a:pt x="6720" y="17622"/>
                  <a:pt x="6622" y="17720"/>
                  <a:pt x="6500" y="17720"/>
                </a:cubicBezTo>
                <a:cubicBezTo>
                  <a:pt x="6378" y="17720"/>
                  <a:pt x="6280" y="17622"/>
                  <a:pt x="6280" y="17500"/>
                </a:cubicBezTo>
                <a:cubicBezTo>
                  <a:pt x="6280" y="17378"/>
                  <a:pt x="6378" y="17280"/>
                  <a:pt x="6500" y="17280"/>
                </a:cubicBezTo>
                <a:cubicBezTo>
                  <a:pt x="6622" y="17280"/>
                  <a:pt x="6720" y="17378"/>
                  <a:pt x="6720" y="17500"/>
                </a:cubicBezTo>
                <a:close/>
                <a:moveTo>
                  <a:pt x="7720" y="17500"/>
                </a:moveTo>
                <a:cubicBezTo>
                  <a:pt x="7720" y="17622"/>
                  <a:pt x="7622" y="17720"/>
                  <a:pt x="7500" y="17720"/>
                </a:cubicBezTo>
                <a:cubicBezTo>
                  <a:pt x="7378" y="17720"/>
                  <a:pt x="7280" y="17622"/>
                  <a:pt x="7280" y="17500"/>
                </a:cubicBezTo>
                <a:cubicBezTo>
                  <a:pt x="7280" y="17378"/>
                  <a:pt x="7378" y="17280"/>
                  <a:pt x="7500" y="17280"/>
                </a:cubicBezTo>
                <a:cubicBezTo>
                  <a:pt x="7622" y="17280"/>
                  <a:pt x="7720" y="17378"/>
                  <a:pt x="7720" y="17500"/>
                </a:cubicBezTo>
                <a:close/>
                <a:moveTo>
                  <a:pt x="720" y="18500"/>
                </a:moveTo>
                <a:cubicBezTo>
                  <a:pt x="720" y="18622"/>
                  <a:pt x="622" y="18720"/>
                  <a:pt x="500" y="18720"/>
                </a:cubicBezTo>
                <a:cubicBezTo>
                  <a:pt x="378" y="18720"/>
                  <a:pt x="280" y="18622"/>
                  <a:pt x="280" y="18500"/>
                </a:cubicBezTo>
                <a:cubicBezTo>
                  <a:pt x="280" y="18378"/>
                  <a:pt x="378" y="18280"/>
                  <a:pt x="500" y="18280"/>
                </a:cubicBezTo>
                <a:cubicBezTo>
                  <a:pt x="622" y="18280"/>
                  <a:pt x="720" y="18378"/>
                  <a:pt x="720" y="18500"/>
                </a:cubicBezTo>
                <a:close/>
                <a:moveTo>
                  <a:pt x="1720" y="18500"/>
                </a:moveTo>
                <a:cubicBezTo>
                  <a:pt x="1720" y="18622"/>
                  <a:pt x="1622" y="18720"/>
                  <a:pt x="1500" y="18720"/>
                </a:cubicBezTo>
                <a:cubicBezTo>
                  <a:pt x="1378" y="18720"/>
                  <a:pt x="1280" y="18622"/>
                  <a:pt x="1280" y="18500"/>
                </a:cubicBezTo>
                <a:cubicBezTo>
                  <a:pt x="1280" y="18378"/>
                  <a:pt x="1378" y="18280"/>
                  <a:pt x="1500" y="18280"/>
                </a:cubicBezTo>
                <a:cubicBezTo>
                  <a:pt x="1622" y="18280"/>
                  <a:pt x="1720" y="18378"/>
                  <a:pt x="1720" y="18500"/>
                </a:cubicBezTo>
                <a:close/>
                <a:moveTo>
                  <a:pt x="2720" y="18500"/>
                </a:moveTo>
                <a:cubicBezTo>
                  <a:pt x="2720" y="18622"/>
                  <a:pt x="2622" y="18720"/>
                  <a:pt x="2500" y="18720"/>
                </a:cubicBezTo>
                <a:cubicBezTo>
                  <a:pt x="2378" y="18720"/>
                  <a:pt x="2280" y="18622"/>
                  <a:pt x="2280" y="18500"/>
                </a:cubicBezTo>
                <a:cubicBezTo>
                  <a:pt x="2280" y="18378"/>
                  <a:pt x="2378" y="18280"/>
                  <a:pt x="2500" y="18280"/>
                </a:cubicBezTo>
                <a:cubicBezTo>
                  <a:pt x="2622" y="18280"/>
                  <a:pt x="2720" y="18378"/>
                  <a:pt x="2720" y="18500"/>
                </a:cubicBezTo>
                <a:close/>
                <a:moveTo>
                  <a:pt x="3720" y="18500"/>
                </a:moveTo>
                <a:cubicBezTo>
                  <a:pt x="3720" y="18622"/>
                  <a:pt x="3622" y="18720"/>
                  <a:pt x="3500" y="18720"/>
                </a:cubicBezTo>
                <a:cubicBezTo>
                  <a:pt x="3378" y="18720"/>
                  <a:pt x="3280" y="18622"/>
                  <a:pt x="3280" y="18500"/>
                </a:cubicBezTo>
                <a:cubicBezTo>
                  <a:pt x="3280" y="18378"/>
                  <a:pt x="3378" y="18280"/>
                  <a:pt x="3500" y="18280"/>
                </a:cubicBezTo>
                <a:cubicBezTo>
                  <a:pt x="3622" y="18280"/>
                  <a:pt x="3720" y="18378"/>
                  <a:pt x="3720" y="18500"/>
                </a:cubicBezTo>
                <a:close/>
                <a:moveTo>
                  <a:pt x="4720" y="18500"/>
                </a:moveTo>
                <a:cubicBezTo>
                  <a:pt x="4720" y="18622"/>
                  <a:pt x="4622" y="18720"/>
                  <a:pt x="4500" y="18720"/>
                </a:cubicBezTo>
                <a:cubicBezTo>
                  <a:pt x="4378" y="18720"/>
                  <a:pt x="4280" y="18622"/>
                  <a:pt x="4280" y="18500"/>
                </a:cubicBezTo>
                <a:cubicBezTo>
                  <a:pt x="4280" y="18378"/>
                  <a:pt x="4378" y="18280"/>
                  <a:pt x="4500" y="18280"/>
                </a:cubicBezTo>
                <a:cubicBezTo>
                  <a:pt x="4622" y="18280"/>
                  <a:pt x="4720" y="18378"/>
                  <a:pt x="4720" y="18500"/>
                </a:cubicBezTo>
                <a:close/>
                <a:moveTo>
                  <a:pt x="5720" y="18500"/>
                </a:moveTo>
                <a:cubicBezTo>
                  <a:pt x="5720" y="18622"/>
                  <a:pt x="5622" y="18720"/>
                  <a:pt x="5500" y="18720"/>
                </a:cubicBezTo>
                <a:cubicBezTo>
                  <a:pt x="5378" y="18720"/>
                  <a:pt x="5280" y="18622"/>
                  <a:pt x="5280" y="18500"/>
                </a:cubicBezTo>
                <a:cubicBezTo>
                  <a:pt x="5280" y="18378"/>
                  <a:pt x="5378" y="18280"/>
                  <a:pt x="5500" y="18280"/>
                </a:cubicBezTo>
                <a:cubicBezTo>
                  <a:pt x="5622" y="18280"/>
                  <a:pt x="5720" y="18378"/>
                  <a:pt x="5720" y="18500"/>
                </a:cubicBezTo>
                <a:close/>
                <a:moveTo>
                  <a:pt x="6720" y="18500"/>
                </a:moveTo>
                <a:cubicBezTo>
                  <a:pt x="6720" y="18622"/>
                  <a:pt x="6622" y="18720"/>
                  <a:pt x="6500" y="18720"/>
                </a:cubicBezTo>
                <a:cubicBezTo>
                  <a:pt x="6378" y="18720"/>
                  <a:pt x="6280" y="18622"/>
                  <a:pt x="6280" y="18500"/>
                </a:cubicBezTo>
                <a:cubicBezTo>
                  <a:pt x="6280" y="18378"/>
                  <a:pt x="6378" y="18280"/>
                  <a:pt x="6500" y="18280"/>
                </a:cubicBezTo>
                <a:cubicBezTo>
                  <a:pt x="6622" y="18280"/>
                  <a:pt x="6720" y="18378"/>
                  <a:pt x="6720" y="18500"/>
                </a:cubicBezTo>
                <a:close/>
                <a:moveTo>
                  <a:pt x="7720" y="18500"/>
                </a:moveTo>
                <a:cubicBezTo>
                  <a:pt x="7720" y="18622"/>
                  <a:pt x="7622" y="18720"/>
                  <a:pt x="7500" y="18720"/>
                </a:cubicBezTo>
                <a:cubicBezTo>
                  <a:pt x="7378" y="18720"/>
                  <a:pt x="7280" y="18622"/>
                  <a:pt x="7280" y="18500"/>
                </a:cubicBezTo>
                <a:cubicBezTo>
                  <a:pt x="7280" y="18378"/>
                  <a:pt x="7378" y="18280"/>
                  <a:pt x="7500" y="18280"/>
                </a:cubicBezTo>
                <a:cubicBezTo>
                  <a:pt x="7622" y="18280"/>
                  <a:pt x="7720" y="18378"/>
                  <a:pt x="7720" y="18500"/>
                </a:cubicBezTo>
                <a:close/>
                <a:moveTo>
                  <a:pt x="720" y="19500"/>
                </a:moveTo>
                <a:cubicBezTo>
                  <a:pt x="720" y="19622"/>
                  <a:pt x="622" y="19720"/>
                  <a:pt x="500" y="19720"/>
                </a:cubicBezTo>
                <a:cubicBezTo>
                  <a:pt x="378" y="19720"/>
                  <a:pt x="280" y="19622"/>
                  <a:pt x="280" y="19500"/>
                </a:cubicBezTo>
                <a:cubicBezTo>
                  <a:pt x="280" y="19378"/>
                  <a:pt x="378" y="19280"/>
                  <a:pt x="500" y="19280"/>
                </a:cubicBezTo>
                <a:cubicBezTo>
                  <a:pt x="622" y="19280"/>
                  <a:pt x="720" y="19378"/>
                  <a:pt x="720" y="19500"/>
                </a:cubicBezTo>
                <a:close/>
                <a:moveTo>
                  <a:pt x="1720" y="19500"/>
                </a:moveTo>
                <a:cubicBezTo>
                  <a:pt x="1720" y="19622"/>
                  <a:pt x="1622" y="19720"/>
                  <a:pt x="1500" y="19720"/>
                </a:cubicBezTo>
                <a:cubicBezTo>
                  <a:pt x="1378" y="19720"/>
                  <a:pt x="1280" y="19622"/>
                  <a:pt x="1280" y="19500"/>
                </a:cubicBezTo>
                <a:cubicBezTo>
                  <a:pt x="1280" y="19378"/>
                  <a:pt x="1378" y="19280"/>
                  <a:pt x="1500" y="19280"/>
                </a:cubicBezTo>
                <a:cubicBezTo>
                  <a:pt x="1622" y="19280"/>
                  <a:pt x="1720" y="19378"/>
                  <a:pt x="1720" y="19500"/>
                </a:cubicBezTo>
                <a:close/>
                <a:moveTo>
                  <a:pt x="2720" y="19500"/>
                </a:moveTo>
                <a:cubicBezTo>
                  <a:pt x="2720" y="19622"/>
                  <a:pt x="2622" y="19720"/>
                  <a:pt x="2500" y="19720"/>
                </a:cubicBezTo>
                <a:cubicBezTo>
                  <a:pt x="2378" y="19720"/>
                  <a:pt x="2280" y="19622"/>
                  <a:pt x="2280" y="19500"/>
                </a:cubicBezTo>
                <a:cubicBezTo>
                  <a:pt x="2280" y="19378"/>
                  <a:pt x="2378" y="19280"/>
                  <a:pt x="2500" y="19280"/>
                </a:cubicBezTo>
                <a:cubicBezTo>
                  <a:pt x="2622" y="19280"/>
                  <a:pt x="2720" y="19378"/>
                  <a:pt x="2720" y="19500"/>
                </a:cubicBezTo>
                <a:close/>
                <a:moveTo>
                  <a:pt x="3720" y="19500"/>
                </a:moveTo>
                <a:cubicBezTo>
                  <a:pt x="3720" y="19622"/>
                  <a:pt x="3622" y="19720"/>
                  <a:pt x="3500" y="19720"/>
                </a:cubicBezTo>
                <a:cubicBezTo>
                  <a:pt x="3378" y="19720"/>
                  <a:pt x="3280" y="19622"/>
                  <a:pt x="3280" y="19500"/>
                </a:cubicBezTo>
                <a:cubicBezTo>
                  <a:pt x="3280" y="19378"/>
                  <a:pt x="3378" y="19280"/>
                  <a:pt x="3500" y="19280"/>
                </a:cubicBezTo>
                <a:cubicBezTo>
                  <a:pt x="3622" y="19280"/>
                  <a:pt x="3720" y="19378"/>
                  <a:pt x="3720" y="19500"/>
                </a:cubicBezTo>
                <a:close/>
                <a:moveTo>
                  <a:pt x="4720" y="19500"/>
                </a:moveTo>
                <a:cubicBezTo>
                  <a:pt x="4720" y="19622"/>
                  <a:pt x="4622" y="19720"/>
                  <a:pt x="4500" y="19720"/>
                </a:cubicBezTo>
                <a:cubicBezTo>
                  <a:pt x="4378" y="19720"/>
                  <a:pt x="4280" y="19622"/>
                  <a:pt x="4280" y="19500"/>
                </a:cubicBezTo>
                <a:cubicBezTo>
                  <a:pt x="4280" y="19378"/>
                  <a:pt x="4378" y="19280"/>
                  <a:pt x="4500" y="19280"/>
                </a:cubicBezTo>
                <a:cubicBezTo>
                  <a:pt x="4622" y="19280"/>
                  <a:pt x="4720" y="19378"/>
                  <a:pt x="4720" y="19500"/>
                </a:cubicBezTo>
                <a:close/>
                <a:moveTo>
                  <a:pt x="5720" y="19500"/>
                </a:moveTo>
                <a:cubicBezTo>
                  <a:pt x="5720" y="19622"/>
                  <a:pt x="5622" y="19720"/>
                  <a:pt x="5500" y="19720"/>
                </a:cubicBezTo>
                <a:cubicBezTo>
                  <a:pt x="5378" y="19720"/>
                  <a:pt x="5280" y="19622"/>
                  <a:pt x="5280" y="19500"/>
                </a:cubicBezTo>
                <a:cubicBezTo>
                  <a:pt x="5280" y="19378"/>
                  <a:pt x="5378" y="19280"/>
                  <a:pt x="5500" y="19280"/>
                </a:cubicBezTo>
                <a:cubicBezTo>
                  <a:pt x="5622" y="19280"/>
                  <a:pt x="5720" y="19378"/>
                  <a:pt x="5720" y="19500"/>
                </a:cubicBezTo>
                <a:close/>
                <a:moveTo>
                  <a:pt x="6720" y="19500"/>
                </a:moveTo>
                <a:cubicBezTo>
                  <a:pt x="6720" y="19622"/>
                  <a:pt x="6622" y="19720"/>
                  <a:pt x="6500" y="19720"/>
                </a:cubicBezTo>
                <a:cubicBezTo>
                  <a:pt x="6378" y="19720"/>
                  <a:pt x="6280" y="19622"/>
                  <a:pt x="6280" y="19500"/>
                </a:cubicBezTo>
                <a:cubicBezTo>
                  <a:pt x="6280" y="19378"/>
                  <a:pt x="6378" y="19280"/>
                  <a:pt x="6500" y="19280"/>
                </a:cubicBezTo>
                <a:cubicBezTo>
                  <a:pt x="6622" y="19280"/>
                  <a:pt x="6720" y="19378"/>
                  <a:pt x="6720" y="19500"/>
                </a:cubicBezTo>
                <a:close/>
                <a:moveTo>
                  <a:pt x="7720" y="19500"/>
                </a:moveTo>
                <a:cubicBezTo>
                  <a:pt x="7720" y="19622"/>
                  <a:pt x="7622" y="19720"/>
                  <a:pt x="7500" y="19720"/>
                </a:cubicBezTo>
                <a:cubicBezTo>
                  <a:pt x="7378" y="19720"/>
                  <a:pt x="7280" y="19622"/>
                  <a:pt x="7280" y="19500"/>
                </a:cubicBezTo>
                <a:cubicBezTo>
                  <a:pt x="7280" y="19378"/>
                  <a:pt x="7378" y="19280"/>
                  <a:pt x="7500" y="19280"/>
                </a:cubicBezTo>
                <a:cubicBezTo>
                  <a:pt x="7622" y="19280"/>
                  <a:pt x="7720" y="19378"/>
                  <a:pt x="7720" y="19500"/>
                </a:cubicBezTo>
                <a:close/>
                <a:moveTo>
                  <a:pt x="720" y="20500"/>
                </a:moveTo>
                <a:cubicBezTo>
                  <a:pt x="720" y="20622"/>
                  <a:pt x="622" y="20720"/>
                  <a:pt x="500" y="20720"/>
                </a:cubicBezTo>
                <a:cubicBezTo>
                  <a:pt x="378" y="20720"/>
                  <a:pt x="280" y="20622"/>
                  <a:pt x="280" y="20500"/>
                </a:cubicBezTo>
                <a:cubicBezTo>
                  <a:pt x="280" y="20378"/>
                  <a:pt x="378" y="20280"/>
                  <a:pt x="500" y="20280"/>
                </a:cubicBezTo>
                <a:cubicBezTo>
                  <a:pt x="622" y="20280"/>
                  <a:pt x="720" y="20378"/>
                  <a:pt x="720" y="20500"/>
                </a:cubicBezTo>
                <a:close/>
                <a:moveTo>
                  <a:pt x="1720" y="20500"/>
                </a:moveTo>
                <a:cubicBezTo>
                  <a:pt x="1720" y="20622"/>
                  <a:pt x="1622" y="20720"/>
                  <a:pt x="1500" y="20720"/>
                </a:cubicBezTo>
                <a:cubicBezTo>
                  <a:pt x="1378" y="20720"/>
                  <a:pt x="1280" y="20622"/>
                  <a:pt x="1280" y="20500"/>
                </a:cubicBezTo>
                <a:cubicBezTo>
                  <a:pt x="1280" y="20378"/>
                  <a:pt x="1378" y="20280"/>
                  <a:pt x="1500" y="20280"/>
                </a:cubicBezTo>
                <a:cubicBezTo>
                  <a:pt x="1622" y="20280"/>
                  <a:pt x="1720" y="20378"/>
                  <a:pt x="1720" y="20500"/>
                </a:cubicBezTo>
                <a:close/>
                <a:moveTo>
                  <a:pt x="2720" y="20500"/>
                </a:moveTo>
                <a:cubicBezTo>
                  <a:pt x="2720" y="20622"/>
                  <a:pt x="2622" y="20720"/>
                  <a:pt x="2500" y="20720"/>
                </a:cubicBezTo>
                <a:cubicBezTo>
                  <a:pt x="2378" y="20720"/>
                  <a:pt x="2280" y="20622"/>
                  <a:pt x="2280" y="20500"/>
                </a:cubicBezTo>
                <a:cubicBezTo>
                  <a:pt x="2280" y="20378"/>
                  <a:pt x="2378" y="20280"/>
                  <a:pt x="2500" y="20280"/>
                </a:cubicBezTo>
                <a:cubicBezTo>
                  <a:pt x="2622" y="20280"/>
                  <a:pt x="2720" y="20378"/>
                  <a:pt x="2720" y="20500"/>
                </a:cubicBezTo>
                <a:close/>
                <a:moveTo>
                  <a:pt x="3720" y="20500"/>
                </a:moveTo>
                <a:cubicBezTo>
                  <a:pt x="3720" y="20622"/>
                  <a:pt x="3622" y="20720"/>
                  <a:pt x="3500" y="20720"/>
                </a:cubicBezTo>
                <a:cubicBezTo>
                  <a:pt x="3378" y="20720"/>
                  <a:pt x="3280" y="20622"/>
                  <a:pt x="3280" y="20500"/>
                </a:cubicBezTo>
                <a:cubicBezTo>
                  <a:pt x="3280" y="20378"/>
                  <a:pt x="3378" y="20280"/>
                  <a:pt x="3500" y="20280"/>
                </a:cubicBezTo>
                <a:cubicBezTo>
                  <a:pt x="3622" y="20280"/>
                  <a:pt x="3720" y="20378"/>
                  <a:pt x="3720" y="20500"/>
                </a:cubicBezTo>
                <a:close/>
                <a:moveTo>
                  <a:pt x="4720" y="20500"/>
                </a:moveTo>
                <a:cubicBezTo>
                  <a:pt x="4720" y="20622"/>
                  <a:pt x="4622" y="20720"/>
                  <a:pt x="4500" y="20720"/>
                </a:cubicBezTo>
                <a:cubicBezTo>
                  <a:pt x="4378" y="20720"/>
                  <a:pt x="4280" y="20622"/>
                  <a:pt x="4280" y="20500"/>
                </a:cubicBezTo>
                <a:cubicBezTo>
                  <a:pt x="4280" y="20378"/>
                  <a:pt x="4378" y="20280"/>
                  <a:pt x="4500" y="20280"/>
                </a:cubicBezTo>
                <a:cubicBezTo>
                  <a:pt x="4622" y="20280"/>
                  <a:pt x="4720" y="20378"/>
                  <a:pt x="4720" y="20500"/>
                </a:cubicBezTo>
                <a:close/>
                <a:moveTo>
                  <a:pt x="5720" y="20500"/>
                </a:moveTo>
                <a:cubicBezTo>
                  <a:pt x="5720" y="20622"/>
                  <a:pt x="5622" y="20720"/>
                  <a:pt x="5500" y="20720"/>
                </a:cubicBezTo>
                <a:cubicBezTo>
                  <a:pt x="5378" y="20720"/>
                  <a:pt x="5280" y="20622"/>
                  <a:pt x="5280" y="20500"/>
                </a:cubicBezTo>
                <a:cubicBezTo>
                  <a:pt x="5280" y="20378"/>
                  <a:pt x="5378" y="20280"/>
                  <a:pt x="5500" y="20280"/>
                </a:cubicBezTo>
                <a:cubicBezTo>
                  <a:pt x="5622" y="20280"/>
                  <a:pt x="5720" y="20378"/>
                  <a:pt x="5720" y="20500"/>
                </a:cubicBezTo>
                <a:close/>
                <a:moveTo>
                  <a:pt x="6720" y="20500"/>
                </a:moveTo>
                <a:cubicBezTo>
                  <a:pt x="6720" y="20622"/>
                  <a:pt x="6622" y="20720"/>
                  <a:pt x="6500" y="20720"/>
                </a:cubicBezTo>
                <a:cubicBezTo>
                  <a:pt x="6378" y="20720"/>
                  <a:pt x="6280" y="20622"/>
                  <a:pt x="6280" y="20500"/>
                </a:cubicBezTo>
                <a:cubicBezTo>
                  <a:pt x="6280" y="20378"/>
                  <a:pt x="6378" y="20280"/>
                  <a:pt x="6500" y="20280"/>
                </a:cubicBezTo>
                <a:cubicBezTo>
                  <a:pt x="6622" y="20280"/>
                  <a:pt x="6720" y="20378"/>
                  <a:pt x="6720" y="20500"/>
                </a:cubicBezTo>
                <a:close/>
                <a:moveTo>
                  <a:pt x="7720" y="20500"/>
                </a:moveTo>
                <a:cubicBezTo>
                  <a:pt x="7720" y="20622"/>
                  <a:pt x="7622" y="20720"/>
                  <a:pt x="7500" y="20720"/>
                </a:cubicBezTo>
                <a:cubicBezTo>
                  <a:pt x="7378" y="20720"/>
                  <a:pt x="7280" y="20622"/>
                  <a:pt x="7280" y="20500"/>
                </a:cubicBezTo>
                <a:cubicBezTo>
                  <a:pt x="7280" y="20378"/>
                  <a:pt x="7378" y="20280"/>
                  <a:pt x="7500" y="20280"/>
                </a:cubicBezTo>
                <a:cubicBezTo>
                  <a:pt x="7622" y="20280"/>
                  <a:pt x="7720" y="20378"/>
                  <a:pt x="7720" y="20500"/>
                </a:cubicBezTo>
                <a:close/>
                <a:moveTo>
                  <a:pt x="720" y="21500"/>
                </a:moveTo>
                <a:cubicBezTo>
                  <a:pt x="720" y="21622"/>
                  <a:pt x="622" y="21720"/>
                  <a:pt x="500" y="21720"/>
                </a:cubicBezTo>
                <a:cubicBezTo>
                  <a:pt x="378" y="21720"/>
                  <a:pt x="280" y="21622"/>
                  <a:pt x="280" y="21500"/>
                </a:cubicBezTo>
                <a:cubicBezTo>
                  <a:pt x="280" y="21378"/>
                  <a:pt x="378" y="21280"/>
                  <a:pt x="500" y="21280"/>
                </a:cubicBezTo>
                <a:cubicBezTo>
                  <a:pt x="622" y="21280"/>
                  <a:pt x="720" y="21378"/>
                  <a:pt x="720" y="21500"/>
                </a:cubicBezTo>
                <a:close/>
                <a:moveTo>
                  <a:pt x="1720" y="21500"/>
                </a:moveTo>
                <a:cubicBezTo>
                  <a:pt x="1720" y="21622"/>
                  <a:pt x="1622" y="21720"/>
                  <a:pt x="1500" y="21720"/>
                </a:cubicBezTo>
                <a:cubicBezTo>
                  <a:pt x="1378" y="21720"/>
                  <a:pt x="1280" y="21622"/>
                  <a:pt x="1280" y="21500"/>
                </a:cubicBezTo>
                <a:cubicBezTo>
                  <a:pt x="1280" y="21378"/>
                  <a:pt x="1378" y="21280"/>
                  <a:pt x="1500" y="21280"/>
                </a:cubicBezTo>
                <a:cubicBezTo>
                  <a:pt x="1622" y="21280"/>
                  <a:pt x="1720" y="21378"/>
                  <a:pt x="1720" y="21500"/>
                </a:cubicBezTo>
                <a:close/>
                <a:moveTo>
                  <a:pt x="2720" y="21500"/>
                </a:moveTo>
                <a:cubicBezTo>
                  <a:pt x="2720" y="21622"/>
                  <a:pt x="2622" y="21720"/>
                  <a:pt x="2500" y="21720"/>
                </a:cubicBezTo>
                <a:cubicBezTo>
                  <a:pt x="2378" y="21720"/>
                  <a:pt x="2280" y="21622"/>
                  <a:pt x="2280" y="21500"/>
                </a:cubicBezTo>
                <a:cubicBezTo>
                  <a:pt x="2280" y="21378"/>
                  <a:pt x="2378" y="21280"/>
                  <a:pt x="2500" y="21280"/>
                </a:cubicBezTo>
                <a:cubicBezTo>
                  <a:pt x="2622" y="21280"/>
                  <a:pt x="2720" y="21378"/>
                  <a:pt x="2720" y="21500"/>
                </a:cubicBezTo>
                <a:close/>
                <a:moveTo>
                  <a:pt x="3720" y="21500"/>
                </a:moveTo>
                <a:cubicBezTo>
                  <a:pt x="3720" y="21622"/>
                  <a:pt x="3622" y="21720"/>
                  <a:pt x="3500" y="21720"/>
                </a:cubicBezTo>
                <a:cubicBezTo>
                  <a:pt x="3378" y="21720"/>
                  <a:pt x="3280" y="21622"/>
                  <a:pt x="3280" y="21500"/>
                </a:cubicBezTo>
                <a:cubicBezTo>
                  <a:pt x="3280" y="21378"/>
                  <a:pt x="3378" y="21280"/>
                  <a:pt x="3500" y="21280"/>
                </a:cubicBezTo>
                <a:cubicBezTo>
                  <a:pt x="3622" y="21280"/>
                  <a:pt x="3720" y="21378"/>
                  <a:pt x="3720" y="21500"/>
                </a:cubicBezTo>
                <a:close/>
                <a:moveTo>
                  <a:pt x="4720" y="21500"/>
                </a:moveTo>
                <a:cubicBezTo>
                  <a:pt x="4720" y="21622"/>
                  <a:pt x="4622" y="21720"/>
                  <a:pt x="4500" y="21720"/>
                </a:cubicBezTo>
                <a:cubicBezTo>
                  <a:pt x="4378" y="21720"/>
                  <a:pt x="4280" y="21622"/>
                  <a:pt x="4280" y="21500"/>
                </a:cubicBezTo>
                <a:cubicBezTo>
                  <a:pt x="4280" y="21378"/>
                  <a:pt x="4378" y="21280"/>
                  <a:pt x="4500" y="21280"/>
                </a:cubicBezTo>
                <a:cubicBezTo>
                  <a:pt x="4622" y="21280"/>
                  <a:pt x="4720" y="21378"/>
                  <a:pt x="4720" y="21500"/>
                </a:cubicBezTo>
                <a:close/>
                <a:moveTo>
                  <a:pt x="5720" y="21500"/>
                </a:moveTo>
                <a:cubicBezTo>
                  <a:pt x="5720" y="21622"/>
                  <a:pt x="5622" y="21720"/>
                  <a:pt x="5500" y="21720"/>
                </a:cubicBezTo>
                <a:cubicBezTo>
                  <a:pt x="5378" y="21720"/>
                  <a:pt x="5280" y="21622"/>
                  <a:pt x="5280" y="21500"/>
                </a:cubicBezTo>
                <a:cubicBezTo>
                  <a:pt x="5280" y="21378"/>
                  <a:pt x="5378" y="21280"/>
                  <a:pt x="5500" y="21280"/>
                </a:cubicBezTo>
                <a:cubicBezTo>
                  <a:pt x="5622" y="21280"/>
                  <a:pt x="5720" y="21378"/>
                  <a:pt x="5720" y="21500"/>
                </a:cubicBezTo>
                <a:close/>
                <a:moveTo>
                  <a:pt x="6720" y="21500"/>
                </a:moveTo>
                <a:cubicBezTo>
                  <a:pt x="6720" y="21622"/>
                  <a:pt x="6622" y="21720"/>
                  <a:pt x="6500" y="21720"/>
                </a:cubicBezTo>
                <a:cubicBezTo>
                  <a:pt x="6378" y="21720"/>
                  <a:pt x="6280" y="21622"/>
                  <a:pt x="6280" y="21500"/>
                </a:cubicBezTo>
                <a:cubicBezTo>
                  <a:pt x="6280" y="21378"/>
                  <a:pt x="6378" y="21280"/>
                  <a:pt x="6500" y="21280"/>
                </a:cubicBezTo>
                <a:cubicBezTo>
                  <a:pt x="6622" y="21280"/>
                  <a:pt x="6720" y="21378"/>
                  <a:pt x="6720" y="21500"/>
                </a:cubicBezTo>
                <a:close/>
                <a:moveTo>
                  <a:pt x="7720" y="21500"/>
                </a:moveTo>
                <a:cubicBezTo>
                  <a:pt x="7720" y="21622"/>
                  <a:pt x="7622" y="21720"/>
                  <a:pt x="7500" y="21720"/>
                </a:cubicBezTo>
                <a:cubicBezTo>
                  <a:pt x="7378" y="21720"/>
                  <a:pt x="7280" y="21622"/>
                  <a:pt x="7280" y="21500"/>
                </a:cubicBezTo>
                <a:cubicBezTo>
                  <a:pt x="7280" y="21378"/>
                  <a:pt x="7378" y="21280"/>
                  <a:pt x="7500" y="21280"/>
                </a:cubicBezTo>
                <a:cubicBezTo>
                  <a:pt x="7622" y="21280"/>
                  <a:pt x="7720" y="21378"/>
                  <a:pt x="7720" y="21500"/>
                </a:cubicBezTo>
                <a:close/>
                <a:moveTo>
                  <a:pt x="720" y="22500"/>
                </a:moveTo>
                <a:cubicBezTo>
                  <a:pt x="720" y="22622"/>
                  <a:pt x="622" y="22720"/>
                  <a:pt x="500" y="22720"/>
                </a:cubicBezTo>
                <a:cubicBezTo>
                  <a:pt x="378" y="22720"/>
                  <a:pt x="280" y="22622"/>
                  <a:pt x="280" y="22500"/>
                </a:cubicBezTo>
                <a:cubicBezTo>
                  <a:pt x="280" y="22378"/>
                  <a:pt x="378" y="22280"/>
                  <a:pt x="500" y="22280"/>
                </a:cubicBezTo>
                <a:cubicBezTo>
                  <a:pt x="622" y="22280"/>
                  <a:pt x="720" y="22378"/>
                  <a:pt x="720" y="22500"/>
                </a:cubicBezTo>
                <a:close/>
                <a:moveTo>
                  <a:pt x="1720" y="22500"/>
                </a:moveTo>
                <a:cubicBezTo>
                  <a:pt x="1720" y="22622"/>
                  <a:pt x="1622" y="22720"/>
                  <a:pt x="1500" y="22720"/>
                </a:cubicBezTo>
                <a:cubicBezTo>
                  <a:pt x="1378" y="22720"/>
                  <a:pt x="1280" y="22622"/>
                  <a:pt x="1280" y="22500"/>
                </a:cubicBezTo>
                <a:cubicBezTo>
                  <a:pt x="1280" y="22378"/>
                  <a:pt x="1378" y="22280"/>
                  <a:pt x="1500" y="22280"/>
                </a:cubicBezTo>
                <a:cubicBezTo>
                  <a:pt x="1622" y="22280"/>
                  <a:pt x="1720" y="22378"/>
                  <a:pt x="1720" y="22500"/>
                </a:cubicBezTo>
                <a:close/>
                <a:moveTo>
                  <a:pt x="2720" y="22500"/>
                </a:moveTo>
                <a:cubicBezTo>
                  <a:pt x="2720" y="22622"/>
                  <a:pt x="2622" y="22720"/>
                  <a:pt x="2500" y="22720"/>
                </a:cubicBezTo>
                <a:cubicBezTo>
                  <a:pt x="2378" y="22720"/>
                  <a:pt x="2280" y="22622"/>
                  <a:pt x="2280" y="22500"/>
                </a:cubicBezTo>
                <a:cubicBezTo>
                  <a:pt x="2280" y="22378"/>
                  <a:pt x="2378" y="22280"/>
                  <a:pt x="2500" y="22280"/>
                </a:cubicBezTo>
                <a:cubicBezTo>
                  <a:pt x="2622" y="22280"/>
                  <a:pt x="2720" y="22378"/>
                  <a:pt x="2720" y="22500"/>
                </a:cubicBezTo>
                <a:close/>
                <a:moveTo>
                  <a:pt x="3720" y="22500"/>
                </a:moveTo>
                <a:cubicBezTo>
                  <a:pt x="3720" y="22622"/>
                  <a:pt x="3622" y="22720"/>
                  <a:pt x="3500" y="22720"/>
                </a:cubicBezTo>
                <a:cubicBezTo>
                  <a:pt x="3378" y="22720"/>
                  <a:pt x="3280" y="22622"/>
                  <a:pt x="3280" y="22500"/>
                </a:cubicBezTo>
                <a:cubicBezTo>
                  <a:pt x="3280" y="22378"/>
                  <a:pt x="3378" y="22280"/>
                  <a:pt x="3500" y="22280"/>
                </a:cubicBezTo>
                <a:cubicBezTo>
                  <a:pt x="3622" y="22280"/>
                  <a:pt x="3720" y="22378"/>
                  <a:pt x="3720" y="22500"/>
                </a:cubicBezTo>
                <a:close/>
                <a:moveTo>
                  <a:pt x="4720" y="22500"/>
                </a:moveTo>
                <a:cubicBezTo>
                  <a:pt x="4720" y="22622"/>
                  <a:pt x="4622" y="22720"/>
                  <a:pt x="4500" y="22720"/>
                </a:cubicBezTo>
                <a:cubicBezTo>
                  <a:pt x="4378" y="22720"/>
                  <a:pt x="4280" y="22622"/>
                  <a:pt x="4280" y="22500"/>
                </a:cubicBezTo>
                <a:cubicBezTo>
                  <a:pt x="4280" y="22378"/>
                  <a:pt x="4378" y="22280"/>
                  <a:pt x="4500" y="22280"/>
                </a:cubicBezTo>
                <a:cubicBezTo>
                  <a:pt x="4622" y="22280"/>
                  <a:pt x="4720" y="22378"/>
                  <a:pt x="4720" y="22500"/>
                </a:cubicBezTo>
                <a:close/>
                <a:moveTo>
                  <a:pt x="5720" y="22500"/>
                </a:moveTo>
                <a:cubicBezTo>
                  <a:pt x="5720" y="22622"/>
                  <a:pt x="5622" y="22720"/>
                  <a:pt x="5500" y="22720"/>
                </a:cubicBezTo>
                <a:cubicBezTo>
                  <a:pt x="5378" y="22720"/>
                  <a:pt x="5280" y="22622"/>
                  <a:pt x="5280" y="22500"/>
                </a:cubicBezTo>
                <a:cubicBezTo>
                  <a:pt x="5280" y="22378"/>
                  <a:pt x="5378" y="22280"/>
                  <a:pt x="5500" y="22280"/>
                </a:cubicBezTo>
                <a:cubicBezTo>
                  <a:pt x="5622" y="22280"/>
                  <a:pt x="5720" y="22378"/>
                  <a:pt x="5720" y="22500"/>
                </a:cubicBezTo>
                <a:close/>
                <a:moveTo>
                  <a:pt x="6720" y="22500"/>
                </a:moveTo>
                <a:cubicBezTo>
                  <a:pt x="6720" y="22622"/>
                  <a:pt x="6622" y="22720"/>
                  <a:pt x="6500" y="22720"/>
                </a:cubicBezTo>
                <a:cubicBezTo>
                  <a:pt x="6378" y="22720"/>
                  <a:pt x="6280" y="22622"/>
                  <a:pt x="6280" y="22500"/>
                </a:cubicBezTo>
                <a:cubicBezTo>
                  <a:pt x="6280" y="22378"/>
                  <a:pt x="6378" y="22280"/>
                  <a:pt x="6500" y="22280"/>
                </a:cubicBezTo>
                <a:cubicBezTo>
                  <a:pt x="6622" y="22280"/>
                  <a:pt x="6720" y="22378"/>
                  <a:pt x="6720" y="22500"/>
                </a:cubicBezTo>
                <a:close/>
                <a:moveTo>
                  <a:pt x="7720" y="22500"/>
                </a:moveTo>
                <a:cubicBezTo>
                  <a:pt x="7720" y="22622"/>
                  <a:pt x="7622" y="22720"/>
                  <a:pt x="7500" y="22720"/>
                </a:cubicBezTo>
                <a:cubicBezTo>
                  <a:pt x="7378" y="22720"/>
                  <a:pt x="7280" y="22622"/>
                  <a:pt x="7280" y="22500"/>
                </a:cubicBezTo>
                <a:cubicBezTo>
                  <a:pt x="7280" y="22378"/>
                  <a:pt x="7378" y="22280"/>
                  <a:pt x="7500" y="22280"/>
                </a:cubicBezTo>
                <a:cubicBezTo>
                  <a:pt x="7622" y="22280"/>
                  <a:pt x="7720" y="22378"/>
                  <a:pt x="7720" y="22500"/>
                </a:cubicBezTo>
                <a:close/>
                <a:moveTo>
                  <a:pt x="720" y="23500"/>
                </a:moveTo>
                <a:cubicBezTo>
                  <a:pt x="720" y="23622"/>
                  <a:pt x="622" y="23720"/>
                  <a:pt x="500" y="23720"/>
                </a:cubicBezTo>
                <a:cubicBezTo>
                  <a:pt x="378" y="23720"/>
                  <a:pt x="280" y="23622"/>
                  <a:pt x="280" y="23500"/>
                </a:cubicBezTo>
                <a:cubicBezTo>
                  <a:pt x="280" y="23378"/>
                  <a:pt x="378" y="23280"/>
                  <a:pt x="500" y="23280"/>
                </a:cubicBezTo>
                <a:cubicBezTo>
                  <a:pt x="622" y="23280"/>
                  <a:pt x="720" y="23378"/>
                  <a:pt x="720" y="23500"/>
                </a:cubicBezTo>
                <a:close/>
                <a:moveTo>
                  <a:pt x="1720" y="23500"/>
                </a:moveTo>
                <a:cubicBezTo>
                  <a:pt x="1720" y="23622"/>
                  <a:pt x="1622" y="23720"/>
                  <a:pt x="1500" y="23720"/>
                </a:cubicBezTo>
                <a:cubicBezTo>
                  <a:pt x="1378" y="23720"/>
                  <a:pt x="1280" y="23622"/>
                  <a:pt x="1280" y="23500"/>
                </a:cubicBezTo>
                <a:cubicBezTo>
                  <a:pt x="1280" y="23378"/>
                  <a:pt x="1378" y="23280"/>
                  <a:pt x="1500" y="23280"/>
                </a:cubicBezTo>
                <a:cubicBezTo>
                  <a:pt x="1622" y="23280"/>
                  <a:pt x="1720" y="23378"/>
                  <a:pt x="1720" y="23500"/>
                </a:cubicBezTo>
                <a:close/>
                <a:moveTo>
                  <a:pt x="2720" y="23500"/>
                </a:moveTo>
                <a:cubicBezTo>
                  <a:pt x="2720" y="23622"/>
                  <a:pt x="2622" y="23720"/>
                  <a:pt x="2500" y="23720"/>
                </a:cubicBezTo>
                <a:cubicBezTo>
                  <a:pt x="2378" y="23720"/>
                  <a:pt x="2280" y="23622"/>
                  <a:pt x="2280" y="23500"/>
                </a:cubicBezTo>
                <a:cubicBezTo>
                  <a:pt x="2280" y="23378"/>
                  <a:pt x="2378" y="23280"/>
                  <a:pt x="2500" y="23280"/>
                </a:cubicBezTo>
                <a:cubicBezTo>
                  <a:pt x="2622" y="23280"/>
                  <a:pt x="2720" y="23378"/>
                  <a:pt x="2720" y="23500"/>
                </a:cubicBezTo>
                <a:close/>
                <a:moveTo>
                  <a:pt x="3720" y="23500"/>
                </a:moveTo>
                <a:cubicBezTo>
                  <a:pt x="3720" y="23622"/>
                  <a:pt x="3622" y="23720"/>
                  <a:pt x="3500" y="23720"/>
                </a:cubicBezTo>
                <a:cubicBezTo>
                  <a:pt x="3378" y="23720"/>
                  <a:pt x="3280" y="23622"/>
                  <a:pt x="3280" y="23500"/>
                </a:cubicBezTo>
                <a:cubicBezTo>
                  <a:pt x="3280" y="23378"/>
                  <a:pt x="3378" y="23280"/>
                  <a:pt x="3500" y="23280"/>
                </a:cubicBezTo>
                <a:cubicBezTo>
                  <a:pt x="3622" y="23280"/>
                  <a:pt x="3720" y="23378"/>
                  <a:pt x="3720" y="23500"/>
                </a:cubicBezTo>
                <a:close/>
                <a:moveTo>
                  <a:pt x="4720" y="23500"/>
                </a:moveTo>
                <a:cubicBezTo>
                  <a:pt x="4720" y="23622"/>
                  <a:pt x="4622" y="23720"/>
                  <a:pt x="4500" y="23720"/>
                </a:cubicBezTo>
                <a:cubicBezTo>
                  <a:pt x="4378" y="23720"/>
                  <a:pt x="4280" y="23622"/>
                  <a:pt x="4280" y="23500"/>
                </a:cubicBezTo>
                <a:cubicBezTo>
                  <a:pt x="4280" y="23378"/>
                  <a:pt x="4378" y="23280"/>
                  <a:pt x="4500" y="23280"/>
                </a:cubicBezTo>
                <a:cubicBezTo>
                  <a:pt x="4622" y="23280"/>
                  <a:pt x="4720" y="23378"/>
                  <a:pt x="4720" y="23500"/>
                </a:cubicBezTo>
                <a:close/>
                <a:moveTo>
                  <a:pt x="5720" y="23500"/>
                </a:moveTo>
                <a:cubicBezTo>
                  <a:pt x="5720" y="23622"/>
                  <a:pt x="5622" y="23720"/>
                  <a:pt x="5500" y="23720"/>
                </a:cubicBezTo>
                <a:cubicBezTo>
                  <a:pt x="5378" y="23720"/>
                  <a:pt x="5280" y="23622"/>
                  <a:pt x="5280" y="23500"/>
                </a:cubicBezTo>
                <a:cubicBezTo>
                  <a:pt x="5280" y="23378"/>
                  <a:pt x="5378" y="23280"/>
                  <a:pt x="5500" y="23280"/>
                </a:cubicBezTo>
                <a:cubicBezTo>
                  <a:pt x="5622" y="23280"/>
                  <a:pt x="5720" y="23378"/>
                  <a:pt x="5720" y="23500"/>
                </a:cubicBezTo>
                <a:close/>
                <a:moveTo>
                  <a:pt x="6720" y="23500"/>
                </a:moveTo>
                <a:cubicBezTo>
                  <a:pt x="6720" y="23622"/>
                  <a:pt x="6622" y="23720"/>
                  <a:pt x="6500" y="23720"/>
                </a:cubicBezTo>
                <a:cubicBezTo>
                  <a:pt x="6378" y="23720"/>
                  <a:pt x="6280" y="23622"/>
                  <a:pt x="6280" y="23500"/>
                </a:cubicBezTo>
                <a:cubicBezTo>
                  <a:pt x="6280" y="23378"/>
                  <a:pt x="6378" y="23280"/>
                  <a:pt x="6500" y="23280"/>
                </a:cubicBezTo>
                <a:cubicBezTo>
                  <a:pt x="6622" y="23280"/>
                  <a:pt x="6720" y="23378"/>
                  <a:pt x="6720" y="23500"/>
                </a:cubicBezTo>
                <a:close/>
                <a:moveTo>
                  <a:pt x="7720" y="23500"/>
                </a:moveTo>
                <a:cubicBezTo>
                  <a:pt x="7720" y="23622"/>
                  <a:pt x="7622" y="23720"/>
                  <a:pt x="7500" y="23720"/>
                </a:cubicBezTo>
                <a:cubicBezTo>
                  <a:pt x="7378" y="23720"/>
                  <a:pt x="7280" y="23622"/>
                  <a:pt x="7280" y="23500"/>
                </a:cubicBezTo>
                <a:cubicBezTo>
                  <a:pt x="7280" y="23378"/>
                  <a:pt x="7378" y="23280"/>
                  <a:pt x="7500" y="23280"/>
                </a:cubicBezTo>
                <a:cubicBezTo>
                  <a:pt x="7622" y="23280"/>
                  <a:pt x="7720" y="23378"/>
                  <a:pt x="7720" y="2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win"/>
          <p:cNvSpPr/>
          <p:nvPr/>
        </p:nvSpPr>
        <p:spPr>
          <a:xfrm>
            <a:off x="508000" y="381000"/>
            <a:ext cx="11049000" cy="5969000"/>
          </a:xfrm>
          <a:prstGeom prst="rect">
            <a:avLst/>
          </a:prstGeom>
          <a:solidFill>
            <a:srgbClr val="FBF5E9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cxnSp>
        <p:nvCxnSpPr>
          <p:cNvPr id="5" name="bar"/>
          <p:cNvCxnSpPr/>
          <p:nvPr/>
        </p:nvCxnSpPr>
        <p:spPr>
          <a:xfrm>
            <a:off x="508000" y="838200"/>
            <a:ext cx="11049000" cy="0"/>
          </a:xfrm>
          <a:prstGeom prst="line">
            <a:avLst/>
          </a:prstGeom>
          <a:ln w="31750" cap="rnd">
            <a:solidFill>
              <a:srgbClr val="111111"/>
            </a:solidFill>
            <a:round/>
          </a:ln>
        </p:spPr>
      </p:cxnSp>
      <p:sp>
        <p:nvSpPr>
          <p:cNvPr id="6" name="bartxt"/>
          <p:cNvSpPr txBox="1"/>
          <p:nvPr/>
        </p:nvSpPr>
        <p:spPr>
          <a:xfrm>
            <a:off x="762000" y="5207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dirty="0">
                <a:solidFill>
                  <a:srgbClr val="111111"/>
                </a:solidFill>
                <a:latin typeface="Cascadia Mono"/>
                <a:cs typeface="Cascadia Mono"/>
              </a:rPr>
              <a:t>история.log</a:t>
            </a:r>
            <a:endParaRPr lang="ru-RU" sz="1100" dirty="0">
              <a:solidFill>
                <a:srgbClr val="111111"/>
              </a:solidFill>
              <a:latin typeface="Cascadia Mono"/>
              <a:cs typeface="Cascadia Mono"/>
            </a:endParaRPr>
          </a:p>
        </p:txBody>
      </p:sp>
      <p:sp>
        <p:nvSpPr>
          <p:cNvPr id="7" name="b1"/>
          <p:cNvSpPr/>
          <p:nvPr/>
        </p:nvSpPr>
        <p:spPr>
          <a:xfrm>
            <a:off x="10388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12000"/>
                </a:moveTo>
                <a:lnTo>
                  <a:pt x="19000" y="12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8" name="b2"/>
          <p:cNvSpPr/>
          <p:nvPr/>
        </p:nvSpPr>
        <p:spPr>
          <a:xfrm>
            <a:off x="10769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b3"/>
          <p:cNvSpPr/>
          <p:nvPr/>
        </p:nvSpPr>
        <p:spPr>
          <a:xfrm>
            <a:off x="11150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8000" y="6000"/>
                </a:moveTo>
                <a:lnTo>
                  <a:pt x="6000" y="18000"/>
                </a:lnTo>
              </a:path>
              <a:path w="24000" h="24000" fill="none">
                <a:moveTo>
                  <a:pt x="6000" y="6000"/>
                </a:moveTo>
                <a:lnTo>
                  <a:pt x="18000" y="18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10"/>
          <p:cNvSpPr txBox="1"/>
          <p:nvPr/>
        </p:nvSpPr>
        <p:spPr>
          <a:xfrm>
            <a:off x="1066800" y="1244600"/>
            <a:ext cx="127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600" spc="200" dirty="0">
                <a:solidFill>
                  <a:srgbClr val="111111"/>
                </a:solidFill>
                <a:latin typeface="Arial Black"/>
                <a:cs typeface="Arial Black"/>
              </a:rPr>
              <a:t>• • • • •</a:t>
            </a:r>
            <a:endParaRPr lang="ru-RU" sz="1600" spc="200" dirty="0">
              <a:solidFill>
                <a:srgbClr val="111111"/>
              </a:solidFill>
              <a:latin typeface="Arial Black"/>
              <a:cs typeface="Arial Black"/>
            </a:endParaRPr>
          </a:p>
        </p:txBody>
      </p:sp>
      <p:sp>
        <p:nvSpPr>
          <p:cNvPr id="11" name="h"/>
          <p:cNvSpPr txBox="1"/>
          <p:nvPr/>
        </p:nvSpPr>
        <p:spPr>
          <a:xfrm>
            <a:off x="2286000" y="1117600"/>
            <a:ext cx="762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ru-RU" sz="3600" dirty="0">
                <a:solidFill>
                  <a:srgbClr val="111111"/>
                </a:solidFill>
                <a:latin typeface="Unbounded ExtraBold"/>
                <a:cs typeface="Unbounded ExtraBold"/>
              </a:rPr>
              <a:t>Наша история</a:t>
            </a:r>
            <a:endParaRPr lang="ru-RU" sz="3600" dirty="0">
              <a:solidFill>
                <a:srgbClr val="111111"/>
              </a:solidFill>
              <a:latin typeface="Unbounded ExtraBold"/>
              <a:cs typeface="Unbounded ExtraBold"/>
            </a:endParaRPr>
          </a:p>
        </p:txBody>
      </p:sp>
      <p:grpSp>
        <p:nvGrpSpPr>
          <p:cNvPr id="12" name="chartwin"/>
          <p:cNvGrpSpPr/>
          <p:nvPr/>
        </p:nvGrpSpPr>
        <p:grpSpPr>
          <a:xfrm>
            <a:off x="10160000" y="1625600"/>
            <a:ext cx="1905000" cy="1244600"/>
            <a:chOff x="10160000" y="1625600"/>
            <a:chExt cx="1905000" cy="1244600"/>
          </a:xfrm>
        </p:grpSpPr>
        <p:sp>
          <p:nvSpPr>
            <p:cNvPr id="13" name="shape 13"/>
            <p:cNvSpPr/>
            <p:nvPr/>
          </p:nvSpPr>
          <p:spPr>
            <a:xfrm>
              <a:off x="10160000" y="1625600"/>
              <a:ext cx="1905000" cy="12446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14" name="line 14"/>
            <p:cNvCxnSpPr/>
            <p:nvPr/>
          </p:nvCxnSpPr>
          <p:spPr>
            <a:xfrm>
              <a:off x="10160000" y="1879600"/>
              <a:ext cx="1905000" cy="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15" name="shape 15"/>
            <p:cNvSpPr/>
            <p:nvPr/>
          </p:nvSpPr>
          <p:spPr>
            <a:xfrm>
              <a:off x="10312400" y="2032000"/>
              <a:ext cx="685800" cy="685800"/>
            </a:xfrm>
            <a:prstGeom prst="blockArc">
              <a:avLst>
                <a:gd name="adj1" fmla="val 0"/>
                <a:gd name="adj2" fmla="val 7200000"/>
                <a:gd name="adj3" fmla="val 16000"/>
              </a:avLst>
            </a:prstGeom>
            <a:solidFill>
              <a:schemeClr val="accent3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6" name="shape 16"/>
            <p:cNvSpPr/>
            <p:nvPr/>
          </p:nvSpPr>
          <p:spPr>
            <a:xfrm>
              <a:off x="10312400" y="2032000"/>
              <a:ext cx="685800" cy="685800"/>
            </a:xfrm>
            <a:prstGeom prst="blockArc">
              <a:avLst>
                <a:gd name="adj1" fmla="val 7200000"/>
                <a:gd name="adj2" fmla="val 15000000"/>
                <a:gd name="adj3" fmla="val 16000"/>
              </a:avLst>
            </a:prstGeom>
            <a:solidFill>
              <a:schemeClr val="accent4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7" name="shape 17"/>
            <p:cNvSpPr/>
            <p:nvPr/>
          </p:nvSpPr>
          <p:spPr>
            <a:xfrm>
              <a:off x="10312400" y="2032000"/>
              <a:ext cx="685800" cy="685800"/>
            </a:xfrm>
            <a:prstGeom prst="blockArc">
              <a:avLst>
                <a:gd name="adj1" fmla="val 15000000"/>
                <a:gd name="adj2" fmla="val 0"/>
                <a:gd name="adj3" fmla="val 16000"/>
              </a:avLst>
            </a:prstGeom>
            <a:solidFill>
              <a:schemeClr val="accent2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8" name="shape 18"/>
            <p:cNvSpPr/>
            <p:nvPr/>
          </p:nvSpPr>
          <p:spPr>
            <a:xfrm>
              <a:off x="11150600" y="2082800"/>
              <a:ext cx="762000" cy="114300"/>
            </a:xfrm>
            <a:prstGeom prst="roundRect">
              <a:avLst>
                <a:gd name="adj" fmla="val 44444"/>
              </a:avLst>
            </a:prstGeom>
            <a:solidFill>
              <a:schemeClr val="accent2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9" name="shape 19"/>
            <p:cNvSpPr/>
            <p:nvPr/>
          </p:nvSpPr>
          <p:spPr>
            <a:xfrm>
              <a:off x="11125200" y="2311400"/>
              <a:ext cx="812800" cy="355600"/>
            </a:xfrm>
            <a:custGeom>
              <a:avLst/>
              <a:gdLst/>
              <a:ahLst/>
              <a:cxnLst/>
              <a:rect l="0" t="0" r="r" b="b"/>
              <a:pathLst>
                <a:path w="64000" h="28000">
                  <a:moveTo>
                    <a:pt x="3000" y="22000"/>
                  </a:moveTo>
                  <a:lnTo>
                    <a:pt x="18000" y="8000"/>
                  </a:lnTo>
                  <a:lnTo>
                    <a:pt x="32000" y="20000"/>
                  </a:lnTo>
                  <a:lnTo>
                    <a:pt x="46000" y="6000"/>
                  </a:lnTo>
                  <a:lnTo>
                    <a:pt x="61000" y="16000"/>
                  </a:lnTo>
                </a:path>
              </a:pathLst>
            </a:custGeom>
            <a:noFill/>
            <a:ln w="762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0" name="shape 20"/>
            <p:cNvSpPr/>
            <p:nvPr/>
          </p:nvSpPr>
          <p:spPr>
            <a:xfrm>
              <a:off x="11125200" y="2311400"/>
              <a:ext cx="812800" cy="355600"/>
            </a:xfrm>
            <a:custGeom>
              <a:avLst/>
              <a:gdLst/>
              <a:ahLst/>
              <a:cxnLst/>
              <a:rect l="0" t="0" r="r" b="b"/>
              <a:pathLst>
                <a:path w="64000" h="28000">
                  <a:moveTo>
                    <a:pt x="3000" y="22000"/>
                  </a:moveTo>
                  <a:lnTo>
                    <a:pt x="18000" y="8000"/>
                  </a:lnTo>
                  <a:lnTo>
                    <a:pt x="32000" y="20000"/>
                  </a:lnTo>
                  <a:lnTo>
                    <a:pt x="46000" y="6000"/>
                  </a:lnTo>
                  <a:lnTo>
                    <a:pt x="61000" y="16000"/>
                  </a:lnTo>
                </a:path>
              </a:pathLst>
            </a:custGeom>
            <a:noFill/>
            <a:ln w="38100" cap="rnd">
              <a:solidFill>
                <a:srgbClr val="DCCBEA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cxnSp>
        <p:nvCxnSpPr>
          <p:cNvPr id="21" name="axis"/>
          <p:cNvCxnSpPr/>
          <p:nvPr/>
        </p:nvCxnSpPr>
        <p:spPr>
          <a:xfrm>
            <a:off x="1117600" y="3810000"/>
            <a:ext cx="10033000" cy="0"/>
          </a:xfrm>
          <a:prstGeom prst="line">
            <a:avLst/>
          </a:prstGeom>
          <a:ln w="31750" cap="rnd">
            <a:solidFill>
              <a:srgbClr val="111111"/>
            </a:solidFill>
            <a:round/>
            <a:headEnd type="oval" w="med" len="med"/>
            <a:tailEnd type="oval" w="med" len="med"/>
          </a:ln>
        </p:spPr>
      </p:cxnSp>
      <p:grpSp>
        <p:nvGrpSpPr>
          <p:cNvPr id="22" name="t1"/>
          <p:cNvGrpSpPr/>
          <p:nvPr/>
        </p:nvGrpSpPr>
        <p:grpSpPr>
          <a:xfrm>
            <a:off x="1079500" y="2184400"/>
            <a:ext cx="2921000" cy="1955800"/>
            <a:chOff x="1079500" y="2184400"/>
            <a:chExt cx="2921000" cy="1955800"/>
          </a:xfrm>
        </p:grpSpPr>
        <p:cxnSp>
          <p:nvCxnSpPr>
            <p:cNvPr id="23" name="line 23"/>
            <p:cNvCxnSpPr/>
            <p:nvPr/>
          </p:nvCxnSpPr>
          <p:spPr>
            <a:xfrm>
              <a:off x="2540000" y="3175000"/>
              <a:ext cx="0" cy="30480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24" name="shape 24"/>
            <p:cNvSpPr/>
            <p:nvPr/>
          </p:nvSpPr>
          <p:spPr>
            <a:xfrm>
              <a:off x="1524000" y="3479800"/>
              <a:ext cx="2032000" cy="660400"/>
            </a:xfrm>
            <a:prstGeom prst="rect">
              <a:avLst/>
            </a:prstGeom>
            <a:solidFill>
              <a:schemeClr val="accent1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pPr algn="ctr">
                <a:buNone/>
              </a:pPr>
              <a:r>
                <a:rPr lang="ru-RU" sz="240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2016</a:t>
              </a:r>
              <a:endParaRPr lang="ru-RU" sz="240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25" name="text 25"/>
            <p:cNvSpPr txBox="1"/>
            <p:nvPr/>
          </p:nvSpPr>
          <p:spPr>
            <a:xfrm>
              <a:off x="1079500" y="2184400"/>
              <a:ext cx="2921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70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Старт</a:t>
              </a:r>
              <a:endParaRPr lang="ru-RU" sz="170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26" name="text 26"/>
            <p:cNvSpPr txBox="1"/>
            <p:nvPr/>
          </p:nvSpPr>
          <p:spPr>
            <a:xfrm>
              <a:off x="1079500" y="2565400"/>
              <a:ext cx="2921000" cy="55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ru-RU" sz="1250" dirty="0">
                  <a:solidFill>
                    <a:srgbClr val="3A322B"/>
                  </a:solidFill>
                  <a:latin typeface="+mn-lt"/>
                  <a:cs typeface="+mn-lt"/>
                </a:rPr>
                <a:t>Три дизайнера и первый заказ — сайт кофейни в Казани</a:t>
              </a:r>
              <a:endParaRPr lang="ru-RU" sz="125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27" name="t2"/>
          <p:cNvGrpSpPr/>
          <p:nvPr/>
        </p:nvGrpSpPr>
        <p:grpSpPr>
          <a:xfrm>
            <a:off x="3492500" y="3479800"/>
            <a:ext cx="2921000" cy="1981200"/>
            <a:chOff x="3492500" y="3479800"/>
            <a:chExt cx="2921000" cy="1981200"/>
          </a:xfrm>
        </p:grpSpPr>
        <p:cxnSp>
          <p:nvCxnSpPr>
            <p:cNvPr id="28" name="line 28"/>
            <p:cNvCxnSpPr/>
            <p:nvPr/>
          </p:nvCxnSpPr>
          <p:spPr>
            <a:xfrm>
              <a:off x="4953000" y="4140200"/>
              <a:ext cx="0" cy="30480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29" name="shape 29"/>
            <p:cNvSpPr/>
            <p:nvPr/>
          </p:nvSpPr>
          <p:spPr>
            <a:xfrm>
              <a:off x="3937000" y="3479800"/>
              <a:ext cx="2032000" cy="660400"/>
            </a:xfrm>
            <a:prstGeom prst="rect">
              <a:avLst/>
            </a:prstGeom>
            <a:solidFill>
              <a:schemeClr val="accent2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pPr algn="ctr">
                <a:buNone/>
              </a:pPr>
              <a:r>
                <a:rPr lang="ru-RU" sz="240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2018</a:t>
              </a:r>
              <a:endParaRPr lang="ru-RU" sz="240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30" name="text 30"/>
            <p:cNvSpPr txBox="1"/>
            <p:nvPr/>
          </p:nvSpPr>
          <p:spPr>
            <a:xfrm>
              <a:off x="3492500" y="4521200"/>
              <a:ext cx="2921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70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Первый банк</a:t>
              </a:r>
              <a:endParaRPr lang="ru-RU" sz="170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31" name="text 31"/>
            <p:cNvSpPr txBox="1"/>
            <p:nvPr/>
          </p:nvSpPr>
          <p:spPr>
            <a:xfrm>
              <a:off x="3492500" y="4902200"/>
              <a:ext cx="2921000" cy="55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ru-RU" sz="1250" dirty="0">
                  <a:solidFill>
                    <a:srgbClr val="3A322B"/>
                  </a:solidFill>
                  <a:latin typeface="+mn-lt"/>
                  <a:cs typeface="+mn-lt"/>
                </a:rPr>
                <a:t>Редизайн мобильного банка: оценка в сторах выросла с 3,6 до 4,7</a:t>
              </a:r>
              <a:endParaRPr lang="ru-RU" sz="125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32" name="t3"/>
          <p:cNvGrpSpPr/>
          <p:nvPr/>
        </p:nvGrpSpPr>
        <p:grpSpPr>
          <a:xfrm>
            <a:off x="5905500" y="2184400"/>
            <a:ext cx="2921000" cy="1955800"/>
            <a:chOff x="5905500" y="2184400"/>
            <a:chExt cx="2921000" cy="1955800"/>
          </a:xfrm>
        </p:grpSpPr>
        <p:cxnSp>
          <p:nvCxnSpPr>
            <p:cNvPr id="33" name="line 33"/>
            <p:cNvCxnSpPr/>
            <p:nvPr/>
          </p:nvCxnSpPr>
          <p:spPr>
            <a:xfrm>
              <a:off x="7366000" y="3175000"/>
              <a:ext cx="0" cy="30480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34" name="shape 34"/>
            <p:cNvSpPr/>
            <p:nvPr/>
          </p:nvSpPr>
          <p:spPr>
            <a:xfrm>
              <a:off x="6350000" y="3479800"/>
              <a:ext cx="2032000" cy="660400"/>
            </a:xfrm>
            <a:prstGeom prst="rect">
              <a:avLst/>
            </a:prstGeom>
            <a:solidFill>
              <a:schemeClr val="accent3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pPr algn="ctr">
                <a:buNone/>
              </a:pPr>
              <a:r>
                <a:rPr lang="ru-RU" sz="240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2021</a:t>
              </a:r>
              <a:endParaRPr lang="ru-RU" sz="240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35" name="text 35"/>
            <p:cNvSpPr txBox="1"/>
            <p:nvPr/>
          </p:nvSpPr>
          <p:spPr>
            <a:xfrm>
              <a:off x="5905500" y="2184400"/>
              <a:ext cx="2921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70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Дизайн-система</a:t>
              </a:r>
              <a:endParaRPr lang="ru-RU" sz="170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36" name="text 36"/>
            <p:cNvSpPr txBox="1"/>
            <p:nvPr/>
          </p:nvSpPr>
          <p:spPr>
            <a:xfrm>
              <a:off x="5905500" y="2565400"/>
              <a:ext cx="2921000" cy="55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ru-RU" sz="1250" dirty="0">
                  <a:solidFill>
                    <a:srgbClr val="3A322B"/>
                  </a:solidFill>
                  <a:latin typeface="+mn-lt"/>
                  <a:cs typeface="+mn-lt"/>
                </a:rPr>
                <a:t>Запустили «Пиксель Kit» — 400 компонентов для команд клиентов</a:t>
              </a:r>
              <a:endParaRPr lang="ru-RU" sz="125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37" name="t4"/>
          <p:cNvGrpSpPr/>
          <p:nvPr/>
        </p:nvGrpSpPr>
        <p:grpSpPr>
          <a:xfrm>
            <a:off x="8318500" y="3479800"/>
            <a:ext cx="2921000" cy="1981200"/>
            <a:chOff x="8318500" y="3479800"/>
            <a:chExt cx="2921000" cy="1981200"/>
          </a:xfrm>
        </p:grpSpPr>
        <p:cxnSp>
          <p:nvCxnSpPr>
            <p:cNvPr id="38" name="line 38"/>
            <p:cNvCxnSpPr/>
            <p:nvPr/>
          </p:nvCxnSpPr>
          <p:spPr>
            <a:xfrm>
              <a:off x="9779000" y="4140200"/>
              <a:ext cx="0" cy="30480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39" name="shape 39"/>
            <p:cNvSpPr/>
            <p:nvPr/>
          </p:nvSpPr>
          <p:spPr>
            <a:xfrm>
              <a:off x="8763000" y="3479800"/>
              <a:ext cx="2032000" cy="660400"/>
            </a:xfrm>
            <a:prstGeom prst="rect">
              <a:avLst/>
            </a:prstGeom>
            <a:solidFill>
              <a:schemeClr val="accent4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pPr algn="ctr">
                <a:buNone/>
              </a:pPr>
              <a:r>
                <a:rPr lang="ru-RU" sz="240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2024</a:t>
              </a:r>
              <a:endParaRPr lang="ru-RU" sz="240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40" name="text 40"/>
            <p:cNvSpPr txBox="1"/>
            <p:nvPr/>
          </p:nvSpPr>
          <p:spPr>
            <a:xfrm>
              <a:off x="8318500" y="4521200"/>
              <a:ext cx="2921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700" dirty="0">
                  <a:solidFill>
                    <a:srgbClr val="111111"/>
                  </a:solidFill>
                  <a:latin typeface="Unbounded ExtraBold"/>
                  <a:cs typeface="Unbounded ExtraBold"/>
                </a:rPr>
                <a:t>140 проектов</a:t>
              </a:r>
              <a:endParaRPr lang="ru-RU" sz="1700" dirty="0">
                <a:solidFill>
                  <a:srgbClr val="111111"/>
                </a:solidFill>
                <a:latin typeface="Unbounded ExtraBold"/>
                <a:cs typeface="Unbounded ExtraBold"/>
              </a:endParaRPr>
            </a:p>
          </p:txBody>
        </p:sp>
        <p:sp>
          <p:nvSpPr>
            <p:cNvPr id="41" name="text 41"/>
            <p:cNvSpPr txBox="1"/>
            <p:nvPr/>
          </p:nvSpPr>
          <p:spPr>
            <a:xfrm>
              <a:off x="8318500" y="4902200"/>
              <a:ext cx="2921000" cy="55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ru-RU" sz="1250" dirty="0">
                  <a:solidFill>
                    <a:srgbClr val="3A322B"/>
                  </a:solidFill>
                  <a:latin typeface="+mn-lt"/>
                  <a:cs typeface="+mn-lt"/>
                </a:rPr>
                <a:t>27 человек, офисы в Москве и Казани, клиенты из 6 стран</a:t>
              </a:r>
              <a:endParaRPr lang="ru-RU" sz="125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</p:grpSp>
      <p:sp>
        <p:nvSpPr>
          <p:cNvPr id="42" name="shape 42"/>
          <p:cNvSpPr/>
          <p:nvPr/>
        </p:nvSpPr>
        <p:spPr>
          <a:xfrm>
            <a:off x="1066800" y="5588000"/>
            <a:ext cx="812800" cy="152400"/>
          </a:xfrm>
          <a:custGeom>
            <a:avLst/>
            <a:gdLst/>
            <a:ahLst/>
            <a:cxnLst/>
            <a:rect l="0" t="0" r="r" b="b"/>
            <a:pathLst>
              <a:path w="70000" h="12000">
                <a:moveTo>
                  <a:pt x="0" y="6000"/>
                </a:moveTo>
                <a:cubicBezTo>
                  <a:pt x="2917" y="2000"/>
                  <a:pt x="5833" y="2000"/>
                  <a:pt x="8750" y="6000"/>
                </a:cubicBezTo>
                <a:cubicBezTo>
                  <a:pt x="11667" y="10000"/>
                  <a:pt x="14583" y="10000"/>
                  <a:pt x="17500" y="6000"/>
                </a:cubicBezTo>
                <a:cubicBezTo>
                  <a:pt x="20417" y="2000"/>
                  <a:pt x="23333" y="2000"/>
                  <a:pt x="26250" y="6000"/>
                </a:cubicBezTo>
                <a:cubicBezTo>
                  <a:pt x="29167" y="10000"/>
                  <a:pt x="32083" y="10000"/>
                  <a:pt x="35000" y="6000"/>
                </a:cubicBezTo>
                <a:cubicBezTo>
                  <a:pt x="37917" y="2000"/>
                  <a:pt x="40833" y="2000"/>
                  <a:pt x="43750" y="6000"/>
                </a:cubicBezTo>
                <a:cubicBezTo>
                  <a:pt x="46667" y="10000"/>
                  <a:pt x="49583" y="10000"/>
                  <a:pt x="52500" y="6000"/>
                </a:cubicBezTo>
                <a:cubicBezTo>
                  <a:pt x="55417" y="2000"/>
                  <a:pt x="58333" y="2000"/>
                  <a:pt x="61250" y="6000"/>
                </a:cubicBezTo>
                <a:cubicBezTo>
                  <a:pt x="64167" y="10000"/>
                  <a:pt x="67083" y="10000"/>
                  <a:pt x="70000" y="6000"/>
                </a:cubicBezTo>
              </a:path>
            </a:pathLst>
          </a:custGeom>
          <a:noFill/>
          <a:ln w="25400" cap="rnd">
            <a:solidFill>
              <a:srgbClr val="111111"/>
            </a:solidFill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43" name="text 43"/>
          <p:cNvSpPr txBox="1"/>
          <p:nvPr/>
        </p:nvSpPr>
        <p:spPr>
          <a:xfrm>
            <a:off x="1041400" y="57912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800" spc="-100" dirty="0">
                <a:solidFill>
                  <a:srgbClr val="111111"/>
                </a:solidFill>
                <a:latin typeface="Arial Black"/>
                <a:cs typeface="Arial Black"/>
              </a:rPr>
              <a:t>&gt;&gt;&gt;&gt;&gt;</a:t>
            </a:r>
            <a:endParaRPr lang="ru-RU" sz="1800" spc="-100" dirty="0">
              <a:solidFill>
                <a:srgbClr val="111111"/>
              </a:solidFill>
              <a:latin typeface="Arial Black"/>
              <a:cs typeface="Arial Black"/>
            </a:endParaRPr>
          </a:p>
        </p:txBody>
      </p:sp>
      <p:sp>
        <p:nvSpPr>
          <p:cNvPr id="44" name="ptr"/>
          <p:cNvSpPr/>
          <p:nvPr/>
        </p:nvSpPr>
        <p:spPr>
          <a:xfrm>
            <a:off x="10591800" y="3886200"/>
            <a:ext cx="508000" cy="508000"/>
          </a:xfrm>
          <a:custGeom>
            <a:avLst/>
            <a:gdLst/>
            <a:ahLst/>
            <a:cxnLst/>
            <a:rect l="0" t="0" r="r" b="b"/>
            <a:pathLst>
              <a:path w="24000" h="24000">
                <a:moveTo>
                  <a:pt x="4037" y="4688"/>
                </a:moveTo>
                <a:cubicBezTo>
                  <a:pt x="3956" y="4502"/>
                  <a:pt x="3998" y="4285"/>
                  <a:pt x="4141" y="4141"/>
                </a:cubicBezTo>
                <a:cubicBezTo>
                  <a:pt x="4285" y="3998"/>
                  <a:pt x="4502" y="3956"/>
                  <a:pt x="4688" y="4037"/>
                </a:cubicBezTo>
                <a:lnTo>
                  <a:pt x="20688" y="10537"/>
                </a:lnTo>
                <a:cubicBezTo>
                  <a:pt x="20888" y="10618"/>
                  <a:pt x="21013" y="10818"/>
                  <a:pt x="20998" y="11033"/>
                </a:cubicBezTo>
                <a:cubicBezTo>
                  <a:pt x="20984" y="11248"/>
                  <a:pt x="20834" y="11430"/>
                  <a:pt x="20625" y="11484"/>
                </a:cubicBezTo>
                <a:lnTo>
                  <a:pt x="14501" y="13064"/>
                </a:lnTo>
                <a:cubicBezTo>
                  <a:pt x="13796" y="13245"/>
                  <a:pt x="13246" y="13795"/>
                  <a:pt x="13063" y="14499"/>
                </a:cubicBezTo>
                <a:lnTo>
                  <a:pt x="11484" y="20625"/>
                </a:lnTo>
                <a:cubicBezTo>
                  <a:pt x="11430" y="20834"/>
                  <a:pt x="11248" y="20984"/>
                  <a:pt x="11033" y="20998"/>
                </a:cubicBezTo>
                <a:cubicBezTo>
                  <a:pt x="10818" y="21013"/>
                  <a:pt x="10618" y="20888"/>
                  <a:pt x="10537" y="20688"/>
                </a:cubicBezTo>
                <a:close/>
              </a:path>
            </a:pathLst>
          </a:custGeom>
          <a:solidFill>
            <a:srgbClr val="FFFFFF"/>
          </a:solidFill>
          <a:ln w="42333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5" name="text 45"/>
          <p:cNvSpPr txBox="1"/>
          <p:nvPr/>
        </p:nvSpPr>
        <p:spPr>
          <a:xfrm>
            <a:off x="6096000" y="6527800"/>
            <a:ext cx="495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6B6259"/>
                </a:solidFill>
                <a:latin typeface="+mn-lt"/>
                <a:cs typeface="+mn-lt"/>
              </a:rPr>
              <a:t>Цифры иллюстративные</a:t>
            </a:r>
            <a:endParaRPr lang="ru-RU" sz="900" dirty="0">
              <a:solidFill>
                <a:srgbClr val="6B6259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00"/>
                            </p:stCondLst>
                            <p:childTnLst>
                              <p:par>
                                <p:cTn id="2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3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1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D9CF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s 2"/>
          <p:cNvSpPr/>
          <p:nvPr/>
        </p:nvSpPr>
        <p:spPr>
          <a:xfrm>
            <a:off x="0" y="5080000"/>
            <a:ext cx="2286000" cy="1778000"/>
          </a:xfrm>
          <a:custGeom>
            <a:avLst/>
            <a:gdLst/>
            <a:ahLst/>
            <a:cxnLst/>
            <a:rect l="0" t="0" r="r" b="b"/>
            <a:pathLst>
              <a:path w="18000" h="1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8720" y="500"/>
                </a:moveTo>
                <a:cubicBezTo>
                  <a:pt x="8720" y="622"/>
                  <a:pt x="8622" y="720"/>
                  <a:pt x="8500" y="720"/>
                </a:cubicBezTo>
                <a:cubicBezTo>
                  <a:pt x="8378" y="720"/>
                  <a:pt x="8280" y="622"/>
                  <a:pt x="8280" y="500"/>
                </a:cubicBezTo>
                <a:cubicBezTo>
                  <a:pt x="8280" y="378"/>
                  <a:pt x="8378" y="280"/>
                  <a:pt x="8500" y="280"/>
                </a:cubicBezTo>
                <a:cubicBezTo>
                  <a:pt x="8622" y="280"/>
                  <a:pt x="8720" y="378"/>
                  <a:pt x="8720" y="500"/>
                </a:cubicBezTo>
                <a:close/>
                <a:moveTo>
                  <a:pt x="9720" y="500"/>
                </a:moveTo>
                <a:cubicBezTo>
                  <a:pt x="9720" y="622"/>
                  <a:pt x="9622" y="720"/>
                  <a:pt x="9500" y="720"/>
                </a:cubicBezTo>
                <a:cubicBezTo>
                  <a:pt x="9378" y="720"/>
                  <a:pt x="9280" y="622"/>
                  <a:pt x="9280" y="500"/>
                </a:cubicBezTo>
                <a:cubicBezTo>
                  <a:pt x="9280" y="378"/>
                  <a:pt x="9378" y="280"/>
                  <a:pt x="9500" y="280"/>
                </a:cubicBezTo>
                <a:cubicBezTo>
                  <a:pt x="9622" y="280"/>
                  <a:pt x="9720" y="378"/>
                  <a:pt x="9720" y="500"/>
                </a:cubicBezTo>
                <a:close/>
                <a:moveTo>
                  <a:pt x="10720" y="500"/>
                </a:moveTo>
                <a:cubicBezTo>
                  <a:pt x="10720" y="622"/>
                  <a:pt x="10622" y="720"/>
                  <a:pt x="10500" y="720"/>
                </a:cubicBezTo>
                <a:cubicBezTo>
                  <a:pt x="10378" y="720"/>
                  <a:pt x="10280" y="622"/>
                  <a:pt x="10280" y="500"/>
                </a:cubicBezTo>
                <a:cubicBezTo>
                  <a:pt x="10280" y="378"/>
                  <a:pt x="10378" y="280"/>
                  <a:pt x="10500" y="280"/>
                </a:cubicBezTo>
                <a:cubicBezTo>
                  <a:pt x="10622" y="280"/>
                  <a:pt x="10720" y="378"/>
                  <a:pt x="10720" y="500"/>
                </a:cubicBezTo>
                <a:close/>
                <a:moveTo>
                  <a:pt x="11720" y="500"/>
                </a:moveTo>
                <a:cubicBezTo>
                  <a:pt x="11720" y="622"/>
                  <a:pt x="11622" y="720"/>
                  <a:pt x="11500" y="720"/>
                </a:cubicBezTo>
                <a:cubicBezTo>
                  <a:pt x="11378" y="720"/>
                  <a:pt x="11280" y="622"/>
                  <a:pt x="11280" y="500"/>
                </a:cubicBezTo>
                <a:cubicBezTo>
                  <a:pt x="11280" y="378"/>
                  <a:pt x="11378" y="280"/>
                  <a:pt x="11500" y="280"/>
                </a:cubicBezTo>
                <a:cubicBezTo>
                  <a:pt x="11622" y="280"/>
                  <a:pt x="11720" y="378"/>
                  <a:pt x="11720" y="500"/>
                </a:cubicBezTo>
                <a:close/>
                <a:moveTo>
                  <a:pt x="12720" y="500"/>
                </a:moveTo>
                <a:cubicBezTo>
                  <a:pt x="12720" y="622"/>
                  <a:pt x="12622" y="720"/>
                  <a:pt x="12500" y="720"/>
                </a:cubicBezTo>
                <a:cubicBezTo>
                  <a:pt x="12378" y="720"/>
                  <a:pt x="12280" y="622"/>
                  <a:pt x="12280" y="500"/>
                </a:cubicBezTo>
                <a:cubicBezTo>
                  <a:pt x="12280" y="378"/>
                  <a:pt x="12378" y="280"/>
                  <a:pt x="12500" y="280"/>
                </a:cubicBezTo>
                <a:cubicBezTo>
                  <a:pt x="12622" y="280"/>
                  <a:pt x="12720" y="378"/>
                  <a:pt x="12720" y="500"/>
                </a:cubicBezTo>
                <a:close/>
                <a:moveTo>
                  <a:pt x="13720" y="500"/>
                </a:moveTo>
                <a:cubicBezTo>
                  <a:pt x="13720" y="622"/>
                  <a:pt x="13622" y="720"/>
                  <a:pt x="13500" y="720"/>
                </a:cubicBezTo>
                <a:cubicBezTo>
                  <a:pt x="13378" y="720"/>
                  <a:pt x="13280" y="622"/>
                  <a:pt x="13280" y="500"/>
                </a:cubicBezTo>
                <a:cubicBezTo>
                  <a:pt x="13280" y="378"/>
                  <a:pt x="13378" y="280"/>
                  <a:pt x="13500" y="280"/>
                </a:cubicBezTo>
                <a:cubicBezTo>
                  <a:pt x="13622" y="280"/>
                  <a:pt x="13720" y="378"/>
                  <a:pt x="13720" y="500"/>
                </a:cubicBezTo>
                <a:close/>
                <a:moveTo>
                  <a:pt x="14720" y="500"/>
                </a:moveTo>
                <a:cubicBezTo>
                  <a:pt x="14720" y="622"/>
                  <a:pt x="14622" y="720"/>
                  <a:pt x="14500" y="720"/>
                </a:cubicBezTo>
                <a:cubicBezTo>
                  <a:pt x="14378" y="720"/>
                  <a:pt x="14280" y="622"/>
                  <a:pt x="14280" y="500"/>
                </a:cubicBezTo>
                <a:cubicBezTo>
                  <a:pt x="14280" y="378"/>
                  <a:pt x="14378" y="280"/>
                  <a:pt x="14500" y="280"/>
                </a:cubicBezTo>
                <a:cubicBezTo>
                  <a:pt x="14622" y="280"/>
                  <a:pt x="14720" y="378"/>
                  <a:pt x="14720" y="500"/>
                </a:cubicBezTo>
                <a:close/>
                <a:moveTo>
                  <a:pt x="15720" y="500"/>
                </a:moveTo>
                <a:cubicBezTo>
                  <a:pt x="15720" y="622"/>
                  <a:pt x="15622" y="720"/>
                  <a:pt x="15500" y="720"/>
                </a:cubicBezTo>
                <a:cubicBezTo>
                  <a:pt x="15378" y="720"/>
                  <a:pt x="15280" y="622"/>
                  <a:pt x="15280" y="500"/>
                </a:cubicBezTo>
                <a:cubicBezTo>
                  <a:pt x="15280" y="378"/>
                  <a:pt x="15378" y="280"/>
                  <a:pt x="15500" y="280"/>
                </a:cubicBezTo>
                <a:cubicBezTo>
                  <a:pt x="15622" y="280"/>
                  <a:pt x="15720" y="378"/>
                  <a:pt x="15720" y="500"/>
                </a:cubicBezTo>
                <a:close/>
                <a:moveTo>
                  <a:pt x="16720" y="500"/>
                </a:moveTo>
                <a:cubicBezTo>
                  <a:pt x="16720" y="622"/>
                  <a:pt x="16622" y="720"/>
                  <a:pt x="16500" y="720"/>
                </a:cubicBezTo>
                <a:cubicBezTo>
                  <a:pt x="16378" y="720"/>
                  <a:pt x="16280" y="622"/>
                  <a:pt x="16280" y="500"/>
                </a:cubicBezTo>
                <a:cubicBezTo>
                  <a:pt x="16280" y="378"/>
                  <a:pt x="16378" y="280"/>
                  <a:pt x="16500" y="280"/>
                </a:cubicBezTo>
                <a:cubicBezTo>
                  <a:pt x="16622" y="280"/>
                  <a:pt x="16720" y="378"/>
                  <a:pt x="16720" y="500"/>
                </a:cubicBezTo>
                <a:close/>
                <a:moveTo>
                  <a:pt x="17720" y="500"/>
                </a:moveTo>
                <a:cubicBezTo>
                  <a:pt x="17720" y="622"/>
                  <a:pt x="17622" y="720"/>
                  <a:pt x="17500" y="720"/>
                </a:cubicBezTo>
                <a:cubicBezTo>
                  <a:pt x="17378" y="720"/>
                  <a:pt x="17280" y="622"/>
                  <a:pt x="17280" y="500"/>
                </a:cubicBezTo>
                <a:cubicBezTo>
                  <a:pt x="17280" y="378"/>
                  <a:pt x="17378" y="280"/>
                  <a:pt x="17500" y="280"/>
                </a:cubicBezTo>
                <a:cubicBezTo>
                  <a:pt x="17622" y="280"/>
                  <a:pt x="17720" y="378"/>
                  <a:pt x="1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8720" y="1500"/>
                </a:moveTo>
                <a:cubicBezTo>
                  <a:pt x="8720" y="1622"/>
                  <a:pt x="8622" y="1720"/>
                  <a:pt x="8500" y="1720"/>
                </a:cubicBezTo>
                <a:cubicBezTo>
                  <a:pt x="8378" y="1720"/>
                  <a:pt x="8280" y="1622"/>
                  <a:pt x="8280" y="1500"/>
                </a:cubicBezTo>
                <a:cubicBezTo>
                  <a:pt x="8280" y="1378"/>
                  <a:pt x="8378" y="1280"/>
                  <a:pt x="8500" y="1280"/>
                </a:cubicBezTo>
                <a:cubicBezTo>
                  <a:pt x="8622" y="1280"/>
                  <a:pt x="8720" y="1378"/>
                  <a:pt x="8720" y="1500"/>
                </a:cubicBezTo>
                <a:close/>
                <a:moveTo>
                  <a:pt x="9720" y="1500"/>
                </a:moveTo>
                <a:cubicBezTo>
                  <a:pt x="9720" y="1622"/>
                  <a:pt x="9622" y="1720"/>
                  <a:pt x="9500" y="1720"/>
                </a:cubicBezTo>
                <a:cubicBezTo>
                  <a:pt x="9378" y="1720"/>
                  <a:pt x="9280" y="1622"/>
                  <a:pt x="9280" y="1500"/>
                </a:cubicBezTo>
                <a:cubicBezTo>
                  <a:pt x="9280" y="1378"/>
                  <a:pt x="9378" y="1280"/>
                  <a:pt x="9500" y="1280"/>
                </a:cubicBezTo>
                <a:cubicBezTo>
                  <a:pt x="9622" y="1280"/>
                  <a:pt x="9720" y="1378"/>
                  <a:pt x="9720" y="1500"/>
                </a:cubicBezTo>
                <a:close/>
                <a:moveTo>
                  <a:pt x="10720" y="1500"/>
                </a:moveTo>
                <a:cubicBezTo>
                  <a:pt x="10720" y="1622"/>
                  <a:pt x="10622" y="1720"/>
                  <a:pt x="10500" y="1720"/>
                </a:cubicBezTo>
                <a:cubicBezTo>
                  <a:pt x="10378" y="1720"/>
                  <a:pt x="10280" y="1622"/>
                  <a:pt x="10280" y="1500"/>
                </a:cubicBezTo>
                <a:cubicBezTo>
                  <a:pt x="10280" y="1378"/>
                  <a:pt x="10378" y="1280"/>
                  <a:pt x="10500" y="1280"/>
                </a:cubicBezTo>
                <a:cubicBezTo>
                  <a:pt x="10622" y="1280"/>
                  <a:pt x="10720" y="1378"/>
                  <a:pt x="10720" y="1500"/>
                </a:cubicBezTo>
                <a:close/>
                <a:moveTo>
                  <a:pt x="11720" y="1500"/>
                </a:moveTo>
                <a:cubicBezTo>
                  <a:pt x="11720" y="1622"/>
                  <a:pt x="11622" y="1720"/>
                  <a:pt x="11500" y="1720"/>
                </a:cubicBezTo>
                <a:cubicBezTo>
                  <a:pt x="11378" y="1720"/>
                  <a:pt x="11280" y="1622"/>
                  <a:pt x="11280" y="1500"/>
                </a:cubicBezTo>
                <a:cubicBezTo>
                  <a:pt x="11280" y="1378"/>
                  <a:pt x="11378" y="1280"/>
                  <a:pt x="11500" y="1280"/>
                </a:cubicBezTo>
                <a:cubicBezTo>
                  <a:pt x="11622" y="1280"/>
                  <a:pt x="11720" y="1378"/>
                  <a:pt x="11720" y="1500"/>
                </a:cubicBezTo>
                <a:close/>
                <a:moveTo>
                  <a:pt x="12720" y="1500"/>
                </a:moveTo>
                <a:cubicBezTo>
                  <a:pt x="12720" y="1622"/>
                  <a:pt x="12622" y="1720"/>
                  <a:pt x="12500" y="1720"/>
                </a:cubicBezTo>
                <a:cubicBezTo>
                  <a:pt x="12378" y="1720"/>
                  <a:pt x="12280" y="1622"/>
                  <a:pt x="12280" y="1500"/>
                </a:cubicBezTo>
                <a:cubicBezTo>
                  <a:pt x="12280" y="1378"/>
                  <a:pt x="12378" y="1280"/>
                  <a:pt x="12500" y="1280"/>
                </a:cubicBezTo>
                <a:cubicBezTo>
                  <a:pt x="12622" y="1280"/>
                  <a:pt x="12720" y="1378"/>
                  <a:pt x="12720" y="1500"/>
                </a:cubicBezTo>
                <a:close/>
                <a:moveTo>
                  <a:pt x="13720" y="1500"/>
                </a:moveTo>
                <a:cubicBezTo>
                  <a:pt x="13720" y="1622"/>
                  <a:pt x="13622" y="1720"/>
                  <a:pt x="13500" y="1720"/>
                </a:cubicBezTo>
                <a:cubicBezTo>
                  <a:pt x="13378" y="1720"/>
                  <a:pt x="13280" y="1622"/>
                  <a:pt x="13280" y="1500"/>
                </a:cubicBezTo>
                <a:cubicBezTo>
                  <a:pt x="13280" y="1378"/>
                  <a:pt x="13378" y="1280"/>
                  <a:pt x="13500" y="1280"/>
                </a:cubicBezTo>
                <a:cubicBezTo>
                  <a:pt x="13622" y="1280"/>
                  <a:pt x="13720" y="1378"/>
                  <a:pt x="13720" y="1500"/>
                </a:cubicBezTo>
                <a:close/>
                <a:moveTo>
                  <a:pt x="14720" y="1500"/>
                </a:moveTo>
                <a:cubicBezTo>
                  <a:pt x="14720" y="1622"/>
                  <a:pt x="14622" y="1720"/>
                  <a:pt x="14500" y="1720"/>
                </a:cubicBezTo>
                <a:cubicBezTo>
                  <a:pt x="14378" y="1720"/>
                  <a:pt x="14280" y="1622"/>
                  <a:pt x="14280" y="1500"/>
                </a:cubicBezTo>
                <a:cubicBezTo>
                  <a:pt x="14280" y="1378"/>
                  <a:pt x="14378" y="1280"/>
                  <a:pt x="14500" y="1280"/>
                </a:cubicBezTo>
                <a:cubicBezTo>
                  <a:pt x="14622" y="1280"/>
                  <a:pt x="14720" y="1378"/>
                  <a:pt x="14720" y="1500"/>
                </a:cubicBezTo>
                <a:close/>
                <a:moveTo>
                  <a:pt x="15720" y="1500"/>
                </a:moveTo>
                <a:cubicBezTo>
                  <a:pt x="15720" y="1622"/>
                  <a:pt x="15622" y="1720"/>
                  <a:pt x="15500" y="1720"/>
                </a:cubicBezTo>
                <a:cubicBezTo>
                  <a:pt x="15378" y="1720"/>
                  <a:pt x="15280" y="1622"/>
                  <a:pt x="15280" y="1500"/>
                </a:cubicBezTo>
                <a:cubicBezTo>
                  <a:pt x="15280" y="1378"/>
                  <a:pt x="15378" y="1280"/>
                  <a:pt x="15500" y="1280"/>
                </a:cubicBezTo>
                <a:cubicBezTo>
                  <a:pt x="15622" y="1280"/>
                  <a:pt x="15720" y="1378"/>
                  <a:pt x="15720" y="1500"/>
                </a:cubicBezTo>
                <a:close/>
                <a:moveTo>
                  <a:pt x="16720" y="1500"/>
                </a:moveTo>
                <a:cubicBezTo>
                  <a:pt x="16720" y="1622"/>
                  <a:pt x="16622" y="1720"/>
                  <a:pt x="16500" y="1720"/>
                </a:cubicBezTo>
                <a:cubicBezTo>
                  <a:pt x="16378" y="1720"/>
                  <a:pt x="16280" y="1622"/>
                  <a:pt x="16280" y="1500"/>
                </a:cubicBezTo>
                <a:cubicBezTo>
                  <a:pt x="16280" y="1378"/>
                  <a:pt x="16378" y="1280"/>
                  <a:pt x="16500" y="1280"/>
                </a:cubicBezTo>
                <a:cubicBezTo>
                  <a:pt x="16622" y="1280"/>
                  <a:pt x="16720" y="1378"/>
                  <a:pt x="16720" y="1500"/>
                </a:cubicBezTo>
                <a:close/>
                <a:moveTo>
                  <a:pt x="17720" y="1500"/>
                </a:moveTo>
                <a:cubicBezTo>
                  <a:pt x="17720" y="1622"/>
                  <a:pt x="17622" y="1720"/>
                  <a:pt x="17500" y="1720"/>
                </a:cubicBezTo>
                <a:cubicBezTo>
                  <a:pt x="17378" y="1720"/>
                  <a:pt x="17280" y="1622"/>
                  <a:pt x="17280" y="1500"/>
                </a:cubicBezTo>
                <a:cubicBezTo>
                  <a:pt x="17280" y="1378"/>
                  <a:pt x="17378" y="1280"/>
                  <a:pt x="17500" y="1280"/>
                </a:cubicBezTo>
                <a:cubicBezTo>
                  <a:pt x="17622" y="1280"/>
                  <a:pt x="17720" y="1378"/>
                  <a:pt x="1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8720" y="2500"/>
                </a:moveTo>
                <a:cubicBezTo>
                  <a:pt x="8720" y="2622"/>
                  <a:pt x="8622" y="2720"/>
                  <a:pt x="8500" y="2720"/>
                </a:cubicBezTo>
                <a:cubicBezTo>
                  <a:pt x="8378" y="2720"/>
                  <a:pt x="8280" y="2622"/>
                  <a:pt x="8280" y="2500"/>
                </a:cubicBezTo>
                <a:cubicBezTo>
                  <a:pt x="8280" y="2378"/>
                  <a:pt x="8378" y="2280"/>
                  <a:pt x="8500" y="2280"/>
                </a:cubicBezTo>
                <a:cubicBezTo>
                  <a:pt x="8622" y="2280"/>
                  <a:pt x="8720" y="2378"/>
                  <a:pt x="8720" y="2500"/>
                </a:cubicBezTo>
                <a:close/>
                <a:moveTo>
                  <a:pt x="9720" y="2500"/>
                </a:moveTo>
                <a:cubicBezTo>
                  <a:pt x="9720" y="2622"/>
                  <a:pt x="9622" y="2720"/>
                  <a:pt x="9500" y="2720"/>
                </a:cubicBezTo>
                <a:cubicBezTo>
                  <a:pt x="9378" y="2720"/>
                  <a:pt x="9280" y="2622"/>
                  <a:pt x="9280" y="2500"/>
                </a:cubicBezTo>
                <a:cubicBezTo>
                  <a:pt x="9280" y="2378"/>
                  <a:pt x="9378" y="2280"/>
                  <a:pt x="9500" y="2280"/>
                </a:cubicBezTo>
                <a:cubicBezTo>
                  <a:pt x="9622" y="2280"/>
                  <a:pt x="9720" y="2378"/>
                  <a:pt x="9720" y="2500"/>
                </a:cubicBezTo>
                <a:close/>
                <a:moveTo>
                  <a:pt x="10720" y="2500"/>
                </a:moveTo>
                <a:cubicBezTo>
                  <a:pt x="10720" y="2622"/>
                  <a:pt x="10622" y="2720"/>
                  <a:pt x="10500" y="2720"/>
                </a:cubicBezTo>
                <a:cubicBezTo>
                  <a:pt x="10378" y="2720"/>
                  <a:pt x="10280" y="2622"/>
                  <a:pt x="10280" y="2500"/>
                </a:cubicBezTo>
                <a:cubicBezTo>
                  <a:pt x="10280" y="2378"/>
                  <a:pt x="10378" y="2280"/>
                  <a:pt x="10500" y="2280"/>
                </a:cubicBezTo>
                <a:cubicBezTo>
                  <a:pt x="10622" y="2280"/>
                  <a:pt x="10720" y="2378"/>
                  <a:pt x="10720" y="2500"/>
                </a:cubicBezTo>
                <a:close/>
                <a:moveTo>
                  <a:pt x="11720" y="2500"/>
                </a:moveTo>
                <a:cubicBezTo>
                  <a:pt x="11720" y="2622"/>
                  <a:pt x="11622" y="2720"/>
                  <a:pt x="11500" y="2720"/>
                </a:cubicBezTo>
                <a:cubicBezTo>
                  <a:pt x="11378" y="2720"/>
                  <a:pt x="11280" y="2622"/>
                  <a:pt x="11280" y="2500"/>
                </a:cubicBezTo>
                <a:cubicBezTo>
                  <a:pt x="11280" y="2378"/>
                  <a:pt x="11378" y="2280"/>
                  <a:pt x="11500" y="2280"/>
                </a:cubicBezTo>
                <a:cubicBezTo>
                  <a:pt x="11622" y="2280"/>
                  <a:pt x="11720" y="2378"/>
                  <a:pt x="11720" y="2500"/>
                </a:cubicBezTo>
                <a:close/>
                <a:moveTo>
                  <a:pt x="12720" y="2500"/>
                </a:moveTo>
                <a:cubicBezTo>
                  <a:pt x="12720" y="2622"/>
                  <a:pt x="12622" y="2720"/>
                  <a:pt x="12500" y="2720"/>
                </a:cubicBezTo>
                <a:cubicBezTo>
                  <a:pt x="12378" y="2720"/>
                  <a:pt x="12280" y="2622"/>
                  <a:pt x="12280" y="2500"/>
                </a:cubicBezTo>
                <a:cubicBezTo>
                  <a:pt x="12280" y="2378"/>
                  <a:pt x="12378" y="2280"/>
                  <a:pt x="12500" y="2280"/>
                </a:cubicBezTo>
                <a:cubicBezTo>
                  <a:pt x="12622" y="2280"/>
                  <a:pt x="12720" y="2378"/>
                  <a:pt x="12720" y="2500"/>
                </a:cubicBezTo>
                <a:close/>
                <a:moveTo>
                  <a:pt x="13720" y="2500"/>
                </a:moveTo>
                <a:cubicBezTo>
                  <a:pt x="13720" y="2622"/>
                  <a:pt x="13622" y="2720"/>
                  <a:pt x="13500" y="2720"/>
                </a:cubicBezTo>
                <a:cubicBezTo>
                  <a:pt x="13378" y="2720"/>
                  <a:pt x="13280" y="2622"/>
                  <a:pt x="13280" y="2500"/>
                </a:cubicBezTo>
                <a:cubicBezTo>
                  <a:pt x="13280" y="2378"/>
                  <a:pt x="13378" y="2280"/>
                  <a:pt x="13500" y="2280"/>
                </a:cubicBezTo>
                <a:cubicBezTo>
                  <a:pt x="13622" y="2280"/>
                  <a:pt x="13720" y="2378"/>
                  <a:pt x="13720" y="2500"/>
                </a:cubicBezTo>
                <a:close/>
                <a:moveTo>
                  <a:pt x="14720" y="2500"/>
                </a:moveTo>
                <a:cubicBezTo>
                  <a:pt x="14720" y="2622"/>
                  <a:pt x="14622" y="2720"/>
                  <a:pt x="14500" y="2720"/>
                </a:cubicBezTo>
                <a:cubicBezTo>
                  <a:pt x="14378" y="2720"/>
                  <a:pt x="14280" y="2622"/>
                  <a:pt x="14280" y="2500"/>
                </a:cubicBezTo>
                <a:cubicBezTo>
                  <a:pt x="14280" y="2378"/>
                  <a:pt x="14378" y="2280"/>
                  <a:pt x="14500" y="2280"/>
                </a:cubicBezTo>
                <a:cubicBezTo>
                  <a:pt x="14622" y="2280"/>
                  <a:pt x="14720" y="2378"/>
                  <a:pt x="14720" y="2500"/>
                </a:cubicBezTo>
                <a:close/>
                <a:moveTo>
                  <a:pt x="15720" y="2500"/>
                </a:moveTo>
                <a:cubicBezTo>
                  <a:pt x="15720" y="2622"/>
                  <a:pt x="15622" y="2720"/>
                  <a:pt x="15500" y="2720"/>
                </a:cubicBezTo>
                <a:cubicBezTo>
                  <a:pt x="15378" y="2720"/>
                  <a:pt x="15280" y="2622"/>
                  <a:pt x="15280" y="2500"/>
                </a:cubicBezTo>
                <a:cubicBezTo>
                  <a:pt x="15280" y="2378"/>
                  <a:pt x="15378" y="2280"/>
                  <a:pt x="15500" y="2280"/>
                </a:cubicBezTo>
                <a:cubicBezTo>
                  <a:pt x="15622" y="2280"/>
                  <a:pt x="15720" y="2378"/>
                  <a:pt x="15720" y="2500"/>
                </a:cubicBezTo>
                <a:close/>
                <a:moveTo>
                  <a:pt x="16720" y="2500"/>
                </a:moveTo>
                <a:cubicBezTo>
                  <a:pt x="16720" y="2622"/>
                  <a:pt x="16622" y="2720"/>
                  <a:pt x="16500" y="2720"/>
                </a:cubicBezTo>
                <a:cubicBezTo>
                  <a:pt x="16378" y="2720"/>
                  <a:pt x="16280" y="2622"/>
                  <a:pt x="16280" y="2500"/>
                </a:cubicBezTo>
                <a:cubicBezTo>
                  <a:pt x="16280" y="2378"/>
                  <a:pt x="16378" y="2280"/>
                  <a:pt x="16500" y="2280"/>
                </a:cubicBezTo>
                <a:cubicBezTo>
                  <a:pt x="16622" y="2280"/>
                  <a:pt x="16720" y="2378"/>
                  <a:pt x="16720" y="2500"/>
                </a:cubicBezTo>
                <a:close/>
                <a:moveTo>
                  <a:pt x="17720" y="2500"/>
                </a:moveTo>
                <a:cubicBezTo>
                  <a:pt x="17720" y="2622"/>
                  <a:pt x="17622" y="2720"/>
                  <a:pt x="17500" y="2720"/>
                </a:cubicBezTo>
                <a:cubicBezTo>
                  <a:pt x="17378" y="2720"/>
                  <a:pt x="17280" y="2622"/>
                  <a:pt x="17280" y="2500"/>
                </a:cubicBezTo>
                <a:cubicBezTo>
                  <a:pt x="17280" y="2378"/>
                  <a:pt x="17378" y="2280"/>
                  <a:pt x="17500" y="2280"/>
                </a:cubicBezTo>
                <a:cubicBezTo>
                  <a:pt x="17622" y="2280"/>
                  <a:pt x="17720" y="2378"/>
                  <a:pt x="1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8720" y="3500"/>
                </a:moveTo>
                <a:cubicBezTo>
                  <a:pt x="8720" y="3622"/>
                  <a:pt x="8622" y="3720"/>
                  <a:pt x="8500" y="3720"/>
                </a:cubicBezTo>
                <a:cubicBezTo>
                  <a:pt x="8378" y="3720"/>
                  <a:pt x="8280" y="3622"/>
                  <a:pt x="8280" y="3500"/>
                </a:cubicBezTo>
                <a:cubicBezTo>
                  <a:pt x="8280" y="3378"/>
                  <a:pt x="8378" y="3280"/>
                  <a:pt x="8500" y="3280"/>
                </a:cubicBezTo>
                <a:cubicBezTo>
                  <a:pt x="8622" y="3280"/>
                  <a:pt x="8720" y="3378"/>
                  <a:pt x="8720" y="3500"/>
                </a:cubicBezTo>
                <a:close/>
                <a:moveTo>
                  <a:pt x="9720" y="3500"/>
                </a:moveTo>
                <a:cubicBezTo>
                  <a:pt x="9720" y="3622"/>
                  <a:pt x="9622" y="3720"/>
                  <a:pt x="9500" y="3720"/>
                </a:cubicBezTo>
                <a:cubicBezTo>
                  <a:pt x="9378" y="3720"/>
                  <a:pt x="9280" y="3622"/>
                  <a:pt x="9280" y="3500"/>
                </a:cubicBezTo>
                <a:cubicBezTo>
                  <a:pt x="9280" y="3378"/>
                  <a:pt x="9378" y="3280"/>
                  <a:pt x="9500" y="3280"/>
                </a:cubicBezTo>
                <a:cubicBezTo>
                  <a:pt x="9622" y="3280"/>
                  <a:pt x="9720" y="3378"/>
                  <a:pt x="9720" y="3500"/>
                </a:cubicBezTo>
                <a:close/>
                <a:moveTo>
                  <a:pt x="10720" y="3500"/>
                </a:moveTo>
                <a:cubicBezTo>
                  <a:pt x="10720" y="3622"/>
                  <a:pt x="10622" y="3720"/>
                  <a:pt x="10500" y="3720"/>
                </a:cubicBezTo>
                <a:cubicBezTo>
                  <a:pt x="10378" y="3720"/>
                  <a:pt x="10280" y="3622"/>
                  <a:pt x="10280" y="3500"/>
                </a:cubicBezTo>
                <a:cubicBezTo>
                  <a:pt x="10280" y="3378"/>
                  <a:pt x="10378" y="3280"/>
                  <a:pt x="10500" y="3280"/>
                </a:cubicBezTo>
                <a:cubicBezTo>
                  <a:pt x="10622" y="3280"/>
                  <a:pt x="10720" y="3378"/>
                  <a:pt x="10720" y="3500"/>
                </a:cubicBezTo>
                <a:close/>
                <a:moveTo>
                  <a:pt x="11720" y="3500"/>
                </a:moveTo>
                <a:cubicBezTo>
                  <a:pt x="11720" y="3622"/>
                  <a:pt x="11622" y="3720"/>
                  <a:pt x="11500" y="3720"/>
                </a:cubicBezTo>
                <a:cubicBezTo>
                  <a:pt x="11378" y="3720"/>
                  <a:pt x="11280" y="3622"/>
                  <a:pt x="11280" y="3500"/>
                </a:cubicBezTo>
                <a:cubicBezTo>
                  <a:pt x="11280" y="3378"/>
                  <a:pt x="11378" y="3280"/>
                  <a:pt x="11500" y="3280"/>
                </a:cubicBezTo>
                <a:cubicBezTo>
                  <a:pt x="11622" y="3280"/>
                  <a:pt x="11720" y="3378"/>
                  <a:pt x="11720" y="3500"/>
                </a:cubicBezTo>
                <a:close/>
                <a:moveTo>
                  <a:pt x="12720" y="3500"/>
                </a:moveTo>
                <a:cubicBezTo>
                  <a:pt x="12720" y="3622"/>
                  <a:pt x="12622" y="3720"/>
                  <a:pt x="12500" y="3720"/>
                </a:cubicBezTo>
                <a:cubicBezTo>
                  <a:pt x="12378" y="3720"/>
                  <a:pt x="12280" y="3622"/>
                  <a:pt x="12280" y="3500"/>
                </a:cubicBezTo>
                <a:cubicBezTo>
                  <a:pt x="12280" y="3378"/>
                  <a:pt x="12378" y="3280"/>
                  <a:pt x="12500" y="3280"/>
                </a:cubicBezTo>
                <a:cubicBezTo>
                  <a:pt x="12622" y="3280"/>
                  <a:pt x="12720" y="3378"/>
                  <a:pt x="12720" y="3500"/>
                </a:cubicBezTo>
                <a:close/>
                <a:moveTo>
                  <a:pt x="13720" y="3500"/>
                </a:moveTo>
                <a:cubicBezTo>
                  <a:pt x="13720" y="3622"/>
                  <a:pt x="13622" y="3720"/>
                  <a:pt x="13500" y="3720"/>
                </a:cubicBezTo>
                <a:cubicBezTo>
                  <a:pt x="13378" y="3720"/>
                  <a:pt x="13280" y="3622"/>
                  <a:pt x="13280" y="3500"/>
                </a:cubicBezTo>
                <a:cubicBezTo>
                  <a:pt x="13280" y="3378"/>
                  <a:pt x="13378" y="3280"/>
                  <a:pt x="13500" y="3280"/>
                </a:cubicBezTo>
                <a:cubicBezTo>
                  <a:pt x="13622" y="3280"/>
                  <a:pt x="13720" y="3378"/>
                  <a:pt x="13720" y="3500"/>
                </a:cubicBezTo>
                <a:close/>
                <a:moveTo>
                  <a:pt x="14720" y="3500"/>
                </a:moveTo>
                <a:cubicBezTo>
                  <a:pt x="14720" y="3622"/>
                  <a:pt x="14622" y="3720"/>
                  <a:pt x="14500" y="3720"/>
                </a:cubicBezTo>
                <a:cubicBezTo>
                  <a:pt x="14378" y="3720"/>
                  <a:pt x="14280" y="3622"/>
                  <a:pt x="14280" y="3500"/>
                </a:cubicBezTo>
                <a:cubicBezTo>
                  <a:pt x="14280" y="3378"/>
                  <a:pt x="14378" y="3280"/>
                  <a:pt x="14500" y="3280"/>
                </a:cubicBezTo>
                <a:cubicBezTo>
                  <a:pt x="14622" y="3280"/>
                  <a:pt x="14720" y="3378"/>
                  <a:pt x="14720" y="3500"/>
                </a:cubicBezTo>
                <a:close/>
                <a:moveTo>
                  <a:pt x="15720" y="3500"/>
                </a:moveTo>
                <a:cubicBezTo>
                  <a:pt x="15720" y="3622"/>
                  <a:pt x="15622" y="3720"/>
                  <a:pt x="15500" y="3720"/>
                </a:cubicBezTo>
                <a:cubicBezTo>
                  <a:pt x="15378" y="3720"/>
                  <a:pt x="15280" y="3622"/>
                  <a:pt x="15280" y="3500"/>
                </a:cubicBezTo>
                <a:cubicBezTo>
                  <a:pt x="15280" y="3378"/>
                  <a:pt x="15378" y="3280"/>
                  <a:pt x="15500" y="3280"/>
                </a:cubicBezTo>
                <a:cubicBezTo>
                  <a:pt x="15622" y="3280"/>
                  <a:pt x="15720" y="3378"/>
                  <a:pt x="15720" y="3500"/>
                </a:cubicBezTo>
                <a:close/>
                <a:moveTo>
                  <a:pt x="16720" y="3500"/>
                </a:moveTo>
                <a:cubicBezTo>
                  <a:pt x="16720" y="3622"/>
                  <a:pt x="16622" y="3720"/>
                  <a:pt x="16500" y="3720"/>
                </a:cubicBezTo>
                <a:cubicBezTo>
                  <a:pt x="16378" y="3720"/>
                  <a:pt x="16280" y="3622"/>
                  <a:pt x="16280" y="3500"/>
                </a:cubicBezTo>
                <a:cubicBezTo>
                  <a:pt x="16280" y="3378"/>
                  <a:pt x="16378" y="3280"/>
                  <a:pt x="16500" y="3280"/>
                </a:cubicBezTo>
                <a:cubicBezTo>
                  <a:pt x="16622" y="3280"/>
                  <a:pt x="16720" y="3378"/>
                  <a:pt x="16720" y="3500"/>
                </a:cubicBezTo>
                <a:close/>
                <a:moveTo>
                  <a:pt x="17720" y="3500"/>
                </a:moveTo>
                <a:cubicBezTo>
                  <a:pt x="17720" y="3622"/>
                  <a:pt x="17622" y="3720"/>
                  <a:pt x="17500" y="3720"/>
                </a:cubicBezTo>
                <a:cubicBezTo>
                  <a:pt x="17378" y="3720"/>
                  <a:pt x="17280" y="3622"/>
                  <a:pt x="17280" y="3500"/>
                </a:cubicBezTo>
                <a:cubicBezTo>
                  <a:pt x="17280" y="3378"/>
                  <a:pt x="17378" y="3280"/>
                  <a:pt x="17500" y="3280"/>
                </a:cubicBezTo>
                <a:cubicBezTo>
                  <a:pt x="17622" y="3280"/>
                  <a:pt x="17720" y="3378"/>
                  <a:pt x="1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8720" y="4500"/>
                </a:moveTo>
                <a:cubicBezTo>
                  <a:pt x="8720" y="4622"/>
                  <a:pt x="8622" y="4720"/>
                  <a:pt x="8500" y="4720"/>
                </a:cubicBezTo>
                <a:cubicBezTo>
                  <a:pt x="8378" y="4720"/>
                  <a:pt x="8280" y="4622"/>
                  <a:pt x="8280" y="4500"/>
                </a:cubicBezTo>
                <a:cubicBezTo>
                  <a:pt x="8280" y="4378"/>
                  <a:pt x="8378" y="4280"/>
                  <a:pt x="8500" y="4280"/>
                </a:cubicBezTo>
                <a:cubicBezTo>
                  <a:pt x="8622" y="4280"/>
                  <a:pt x="8720" y="4378"/>
                  <a:pt x="8720" y="4500"/>
                </a:cubicBezTo>
                <a:close/>
                <a:moveTo>
                  <a:pt x="9720" y="4500"/>
                </a:moveTo>
                <a:cubicBezTo>
                  <a:pt x="9720" y="4622"/>
                  <a:pt x="9622" y="4720"/>
                  <a:pt x="9500" y="4720"/>
                </a:cubicBezTo>
                <a:cubicBezTo>
                  <a:pt x="9378" y="4720"/>
                  <a:pt x="9280" y="4622"/>
                  <a:pt x="9280" y="4500"/>
                </a:cubicBezTo>
                <a:cubicBezTo>
                  <a:pt x="9280" y="4378"/>
                  <a:pt x="9378" y="4280"/>
                  <a:pt x="9500" y="4280"/>
                </a:cubicBezTo>
                <a:cubicBezTo>
                  <a:pt x="9622" y="4280"/>
                  <a:pt x="9720" y="4378"/>
                  <a:pt x="9720" y="4500"/>
                </a:cubicBezTo>
                <a:close/>
                <a:moveTo>
                  <a:pt x="10720" y="4500"/>
                </a:moveTo>
                <a:cubicBezTo>
                  <a:pt x="10720" y="4622"/>
                  <a:pt x="10622" y="4720"/>
                  <a:pt x="10500" y="4720"/>
                </a:cubicBezTo>
                <a:cubicBezTo>
                  <a:pt x="10378" y="4720"/>
                  <a:pt x="10280" y="4622"/>
                  <a:pt x="10280" y="4500"/>
                </a:cubicBezTo>
                <a:cubicBezTo>
                  <a:pt x="10280" y="4378"/>
                  <a:pt x="10378" y="4280"/>
                  <a:pt x="10500" y="4280"/>
                </a:cubicBezTo>
                <a:cubicBezTo>
                  <a:pt x="10622" y="4280"/>
                  <a:pt x="10720" y="4378"/>
                  <a:pt x="10720" y="4500"/>
                </a:cubicBezTo>
                <a:close/>
                <a:moveTo>
                  <a:pt x="11720" y="4500"/>
                </a:moveTo>
                <a:cubicBezTo>
                  <a:pt x="11720" y="4622"/>
                  <a:pt x="11622" y="4720"/>
                  <a:pt x="11500" y="4720"/>
                </a:cubicBezTo>
                <a:cubicBezTo>
                  <a:pt x="11378" y="4720"/>
                  <a:pt x="11280" y="4622"/>
                  <a:pt x="11280" y="4500"/>
                </a:cubicBezTo>
                <a:cubicBezTo>
                  <a:pt x="11280" y="4378"/>
                  <a:pt x="11378" y="4280"/>
                  <a:pt x="11500" y="4280"/>
                </a:cubicBezTo>
                <a:cubicBezTo>
                  <a:pt x="11622" y="4280"/>
                  <a:pt x="11720" y="4378"/>
                  <a:pt x="11720" y="4500"/>
                </a:cubicBezTo>
                <a:close/>
                <a:moveTo>
                  <a:pt x="12720" y="4500"/>
                </a:moveTo>
                <a:cubicBezTo>
                  <a:pt x="12720" y="4622"/>
                  <a:pt x="12622" y="4720"/>
                  <a:pt x="12500" y="4720"/>
                </a:cubicBezTo>
                <a:cubicBezTo>
                  <a:pt x="12378" y="4720"/>
                  <a:pt x="12280" y="4622"/>
                  <a:pt x="12280" y="4500"/>
                </a:cubicBezTo>
                <a:cubicBezTo>
                  <a:pt x="12280" y="4378"/>
                  <a:pt x="12378" y="4280"/>
                  <a:pt x="12500" y="4280"/>
                </a:cubicBezTo>
                <a:cubicBezTo>
                  <a:pt x="12622" y="4280"/>
                  <a:pt x="12720" y="4378"/>
                  <a:pt x="12720" y="4500"/>
                </a:cubicBezTo>
                <a:close/>
                <a:moveTo>
                  <a:pt x="13720" y="4500"/>
                </a:moveTo>
                <a:cubicBezTo>
                  <a:pt x="13720" y="4622"/>
                  <a:pt x="13622" y="4720"/>
                  <a:pt x="13500" y="4720"/>
                </a:cubicBezTo>
                <a:cubicBezTo>
                  <a:pt x="13378" y="4720"/>
                  <a:pt x="13280" y="4622"/>
                  <a:pt x="13280" y="4500"/>
                </a:cubicBezTo>
                <a:cubicBezTo>
                  <a:pt x="13280" y="4378"/>
                  <a:pt x="13378" y="4280"/>
                  <a:pt x="13500" y="4280"/>
                </a:cubicBezTo>
                <a:cubicBezTo>
                  <a:pt x="13622" y="4280"/>
                  <a:pt x="13720" y="4378"/>
                  <a:pt x="13720" y="4500"/>
                </a:cubicBezTo>
                <a:close/>
                <a:moveTo>
                  <a:pt x="14720" y="4500"/>
                </a:moveTo>
                <a:cubicBezTo>
                  <a:pt x="14720" y="4622"/>
                  <a:pt x="14622" y="4720"/>
                  <a:pt x="14500" y="4720"/>
                </a:cubicBezTo>
                <a:cubicBezTo>
                  <a:pt x="14378" y="4720"/>
                  <a:pt x="14280" y="4622"/>
                  <a:pt x="14280" y="4500"/>
                </a:cubicBezTo>
                <a:cubicBezTo>
                  <a:pt x="14280" y="4378"/>
                  <a:pt x="14378" y="4280"/>
                  <a:pt x="14500" y="4280"/>
                </a:cubicBezTo>
                <a:cubicBezTo>
                  <a:pt x="14622" y="4280"/>
                  <a:pt x="14720" y="4378"/>
                  <a:pt x="14720" y="4500"/>
                </a:cubicBezTo>
                <a:close/>
                <a:moveTo>
                  <a:pt x="15720" y="4500"/>
                </a:moveTo>
                <a:cubicBezTo>
                  <a:pt x="15720" y="4622"/>
                  <a:pt x="15622" y="4720"/>
                  <a:pt x="15500" y="4720"/>
                </a:cubicBezTo>
                <a:cubicBezTo>
                  <a:pt x="15378" y="4720"/>
                  <a:pt x="15280" y="4622"/>
                  <a:pt x="15280" y="4500"/>
                </a:cubicBezTo>
                <a:cubicBezTo>
                  <a:pt x="15280" y="4378"/>
                  <a:pt x="15378" y="4280"/>
                  <a:pt x="15500" y="4280"/>
                </a:cubicBezTo>
                <a:cubicBezTo>
                  <a:pt x="15622" y="4280"/>
                  <a:pt x="15720" y="4378"/>
                  <a:pt x="15720" y="4500"/>
                </a:cubicBezTo>
                <a:close/>
                <a:moveTo>
                  <a:pt x="16720" y="4500"/>
                </a:moveTo>
                <a:cubicBezTo>
                  <a:pt x="16720" y="4622"/>
                  <a:pt x="16622" y="4720"/>
                  <a:pt x="16500" y="4720"/>
                </a:cubicBezTo>
                <a:cubicBezTo>
                  <a:pt x="16378" y="4720"/>
                  <a:pt x="16280" y="4622"/>
                  <a:pt x="16280" y="4500"/>
                </a:cubicBezTo>
                <a:cubicBezTo>
                  <a:pt x="16280" y="4378"/>
                  <a:pt x="16378" y="4280"/>
                  <a:pt x="16500" y="4280"/>
                </a:cubicBezTo>
                <a:cubicBezTo>
                  <a:pt x="16622" y="4280"/>
                  <a:pt x="16720" y="4378"/>
                  <a:pt x="16720" y="4500"/>
                </a:cubicBezTo>
                <a:close/>
                <a:moveTo>
                  <a:pt x="17720" y="4500"/>
                </a:moveTo>
                <a:cubicBezTo>
                  <a:pt x="17720" y="4622"/>
                  <a:pt x="17622" y="4720"/>
                  <a:pt x="17500" y="4720"/>
                </a:cubicBezTo>
                <a:cubicBezTo>
                  <a:pt x="17378" y="4720"/>
                  <a:pt x="17280" y="4622"/>
                  <a:pt x="17280" y="4500"/>
                </a:cubicBezTo>
                <a:cubicBezTo>
                  <a:pt x="17280" y="4378"/>
                  <a:pt x="17378" y="4280"/>
                  <a:pt x="17500" y="4280"/>
                </a:cubicBezTo>
                <a:cubicBezTo>
                  <a:pt x="17622" y="4280"/>
                  <a:pt x="17720" y="4378"/>
                  <a:pt x="1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8720" y="5500"/>
                </a:moveTo>
                <a:cubicBezTo>
                  <a:pt x="8720" y="5622"/>
                  <a:pt x="8622" y="5720"/>
                  <a:pt x="8500" y="5720"/>
                </a:cubicBezTo>
                <a:cubicBezTo>
                  <a:pt x="8378" y="5720"/>
                  <a:pt x="8280" y="5622"/>
                  <a:pt x="8280" y="5500"/>
                </a:cubicBezTo>
                <a:cubicBezTo>
                  <a:pt x="8280" y="5378"/>
                  <a:pt x="8378" y="5280"/>
                  <a:pt x="8500" y="5280"/>
                </a:cubicBezTo>
                <a:cubicBezTo>
                  <a:pt x="8622" y="5280"/>
                  <a:pt x="8720" y="5378"/>
                  <a:pt x="8720" y="5500"/>
                </a:cubicBezTo>
                <a:close/>
                <a:moveTo>
                  <a:pt x="9720" y="5500"/>
                </a:moveTo>
                <a:cubicBezTo>
                  <a:pt x="9720" y="5622"/>
                  <a:pt x="9622" y="5720"/>
                  <a:pt x="9500" y="5720"/>
                </a:cubicBezTo>
                <a:cubicBezTo>
                  <a:pt x="9378" y="5720"/>
                  <a:pt x="9280" y="5622"/>
                  <a:pt x="9280" y="5500"/>
                </a:cubicBezTo>
                <a:cubicBezTo>
                  <a:pt x="9280" y="5378"/>
                  <a:pt x="9378" y="5280"/>
                  <a:pt x="9500" y="5280"/>
                </a:cubicBezTo>
                <a:cubicBezTo>
                  <a:pt x="9622" y="5280"/>
                  <a:pt x="9720" y="5378"/>
                  <a:pt x="9720" y="5500"/>
                </a:cubicBezTo>
                <a:close/>
                <a:moveTo>
                  <a:pt x="10720" y="5500"/>
                </a:moveTo>
                <a:cubicBezTo>
                  <a:pt x="10720" y="5622"/>
                  <a:pt x="10622" y="5720"/>
                  <a:pt x="10500" y="5720"/>
                </a:cubicBezTo>
                <a:cubicBezTo>
                  <a:pt x="10378" y="5720"/>
                  <a:pt x="10280" y="5622"/>
                  <a:pt x="10280" y="5500"/>
                </a:cubicBezTo>
                <a:cubicBezTo>
                  <a:pt x="10280" y="5378"/>
                  <a:pt x="10378" y="5280"/>
                  <a:pt x="10500" y="5280"/>
                </a:cubicBezTo>
                <a:cubicBezTo>
                  <a:pt x="10622" y="5280"/>
                  <a:pt x="10720" y="5378"/>
                  <a:pt x="10720" y="5500"/>
                </a:cubicBezTo>
                <a:close/>
                <a:moveTo>
                  <a:pt x="11720" y="5500"/>
                </a:moveTo>
                <a:cubicBezTo>
                  <a:pt x="11720" y="5622"/>
                  <a:pt x="11622" y="5720"/>
                  <a:pt x="11500" y="5720"/>
                </a:cubicBezTo>
                <a:cubicBezTo>
                  <a:pt x="11378" y="5720"/>
                  <a:pt x="11280" y="5622"/>
                  <a:pt x="11280" y="5500"/>
                </a:cubicBezTo>
                <a:cubicBezTo>
                  <a:pt x="11280" y="5378"/>
                  <a:pt x="11378" y="5280"/>
                  <a:pt x="11500" y="5280"/>
                </a:cubicBezTo>
                <a:cubicBezTo>
                  <a:pt x="11622" y="5280"/>
                  <a:pt x="11720" y="5378"/>
                  <a:pt x="11720" y="5500"/>
                </a:cubicBezTo>
                <a:close/>
                <a:moveTo>
                  <a:pt x="12720" y="5500"/>
                </a:moveTo>
                <a:cubicBezTo>
                  <a:pt x="12720" y="5622"/>
                  <a:pt x="12622" y="5720"/>
                  <a:pt x="12500" y="5720"/>
                </a:cubicBezTo>
                <a:cubicBezTo>
                  <a:pt x="12378" y="5720"/>
                  <a:pt x="12280" y="5622"/>
                  <a:pt x="12280" y="5500"/>
                </a:cubicBezTo>
                <a:cubicBezTo>
                  <a:pt x="12280" y="5378"/>
                  <a:pt x="12378" y="5280"/>
                  <a:pt x="12500" y="5280"/>
                </a:cubicBezTo>
                <a:cubicBezTo>
                  <a:pt x="12622" y="5280"/>
                  <a:pt x="12720" y="5378"/>
                  <a:pt x="12720" y="5500"/>
                </a:cubicBezTo>
                <a:close/>
                <a:moveTo>
                  <a:pt x="13720" y="5500"/>
                </a:moveTo>
                <a:cubicBezTo>
                  <a:pt x="13720" y="5622"/>
                  <a:pt x="13622" y="5720"/>
                  <a:pt x="13500" y="5720"/>
                </a:cubicBezTo>
                <a:cubicBezTo>
                  <a:pt x="13378" y="5720"/>
                  <a:pt x="13280" y="5622"/>
                  <a:pt x="13280" y="5500"/>
                </a:cubicBezTo>
                <a:cubicBezTo>
                  <a:pt x="13280" y="5378"/>
                  <a:pt x="13378" y="5280"/>
                  <a:pt x="13500" y="5280"/>
                </a:cubicBezTo>
                <a:cubicBezTo>
                  <a:pt x="13622" y="5280"/>
                  <a:pt x="13720" y="5378"/>
                  <a:pt x="13720" y="5500"/>
                </a:cubicBezTo>
                <a:close/>
                <a:moveTo>
                  <a:pt x="14720" y="5500"/>
                </a:moveTo>
                <a:cubicBezTo>
                  <a:pt x="14720" y="5622"/>
                  <a:pt x="14622" y="5720"/>
                  <a:pt x="14500" y="5720"/>
                </a:cubicBezTo>
                <a:cubicBezTo>
                  <a:pt x="14378" y="5720"/>
                  <a:pt x="14280" y="5622"/>
                  <a:pt x="14280" y="5500"/>
                </a:cubicBezTo>
                <a:cubicBezTo>
                  <a:pt x="14280" y="5378"/>
                  <a:pt x="14378" y="5280"/>
                  <a:pt x="14500" y="5280"/>
                </a:cubicBezTo>
                <a:cubicBezTo>
                  <a:pt x="14622" y="5280"/>
                  <a:pt x="14720" y="5378"/>
                  <a:pt x="14720" y="5500"/>
                </a:cubicBezTo>
                <a:close/>
                <a:moveTo>
                  <a:pt x="15720" y="5500"/>
                </a:moveTo>
                <a:cubicBezTo>
                  <a:pt x="15720" y="5622"/>
                  <a:pt x="15622" y="5720"/>
                  <a:pt x="15500" y="5720"/>
                </a:cubicBezTo>
                <a:cubicBezTo>
                  <a:pt x="15378" y="5720"/>
                  <a:pt x="15280" y="5622"/>
                  <a:pt x="15280" y="5500"/>
                </a:cubicBezTo>
                <a:cubicBezTo>
                  <a:pt x="15280" y="5378"/>
                  <a:pt x="15378" y="5280"/>
                  <a:pt x="15500" y="5280"/>
                </a:cubicBezTo>
                <a:cubicBezTo>
                  <a:pt x="15622" y="5280"/>
                  <a:pt x="15720" y="5378"/>
                  <a:pt x="15720" y="5500"/>
                </a:cubicBezTo>
                <a:close/>
                <a:moveTo>
                  <a:pt x="16720" y="5500"/>
                </a:moveTo>
                <a:cubicBezTo>
                  <a:pt x="16720" y="5622"/>
                  <a:pt x="16622" y="5720"/>
                  <a:pt x="16500" y="5720"/>
                </a:cubicBezTo>
                <a:cubicBezTo>
                  <a:pt x="16378" y="5720"/>
                  <a:pt x="16280" y="5622"/>
                  <a:pt x="16280" y="5500"/>
                </a:cubicBezTo>
                <a:cubicBezTo>
                  <a:pt x="16280" y="5378"/>
                  <a:pt x="16378" y="5280"/>
                  <a:pt x="16500" y="5280"/>
                </a:cubicBezTo>
                <a:cubicBezTo>
                  <a:pt x="16622" y="5280"/>
                  <a:pt x="16720" y="5378"/>
                  <a:pt x="16720" y="5500"/>
                </a:cubicBezTo>
                <a:close/>
                <a:moveTo>
                  <a:pt x="17720" y="5500"/>
                </a:moveTo>
                <a:cubicBezTo>
                  <a:pt x="17720" y="5622"/>
                  <a:pt x="17622" y="5720"/>
                  <a:pt x="17500" y="5720"/>
                </a:cubicBezTo>
                <a:cubicBezTo>
                  <a:pt x="17378" y="5720"/>
                  <a:pt x="17280" y="5622"/>
                  <a:pt x="17280" y="5500"/>
                </a:cubicBezTo>
                <a:cubicBezTo>
                  <a:pt x="17280" y="5378"/>
                  <a:pt x="17378" y="5280"/>
                  <a:pt x="17500" y="5280"/>
                </a:cubicBezTo>
                <a:cubicBezTo>
                  <a:pt x="17622" y="5280"/>
                  <a:pt x="17720" y="5378"/>
                  <a:pt x="1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8720" y="6500"/>
                </a:moveTo>
                <a:cubicBezTo>
                  <a:pt x="8720" y="6622"/>
                  <a:pt x="8622" y="6720"/>
                  <a:pt x="8500" y="6720"/>
                </a:cubicBezTo>
                <a:cubicBezTo>
                  <a:pt x="8378" y="6720"/>
                  <a:pt x="8280" y="6622"/>
                  <a:pt x="8280" y="6500"/>
                </a:cubicBezTo>
                <a:cubicBezTo>
                  <a:pt x="8280" y="6378"/>
                  <a:pt x="8378" y="6280"/>
                  <a:pt x="8500" y="6280"/>
                </a:cubicBezTo>
                <a:cubicBezTo>
                  <a:pt x="8622" y="6280"/>
                  <a:pt x="8720" y="6378"/>
                  <a:pt x="8720" y="6500"/>
                </a:cubicBezTo>
                <a:close/>
                <a:moveTo>
                  <a:pt x="9720" y="6500"/>
                </a:moveTo>
                <a:cubicBezTo>
                  <a:pt x="9720" y="6622"/>
                  <a:pt x="9622" y="6720"/>
                  <a:pt x="9500" y="6720"/>
                </a:cubicBezTo>
                <a:cubicBezTo>
                  <a:pt x="9378" y="6720"/>
                  <a:pt x="9280" y="6622"/>
                  <a:pt x="9280" y="6500"/>
                </a:cubicBezTo>
                <a:cubicBezTo>
                  <a:pt x="9280" y="6378"/>
                  <a:pt x="9378" y="6280"/>
                  <a:pt x="9500" y="6280"/>
                </a:cubicBezTo>
                <a:cubicBezTo>
                  <a:pt x="9622" y="6280"/>
                  <a:pt x="9720" y="6378"/>
                  <a:pt x="9720" y="6500"/>
                </a:cubicBezTo>
                <a:close/>
                <a:moveTo>
                  <a:pt x="10720" y="6500"/>
                </a:moveTo>
                <a:cubicBezTo>
                  <a:pt x="10720" y="6622"/>
                  <a:pt x="10622" y="6720"/>
                  <a:pt x="10500" y="6720"/>
                </a:cubicBezTo>
                <a:cubicBezTo>
                  <a:pt x="10378" y="6720"/>
                  <a:pt x="10280" y="6622"/>
                  <a:pt x="10280" y="6500"/>
                </a:cubicBezTo>
                <a:cubicBezTo>
                  <a:pt x="10280" y="6378"/>
                  <a:pt x="10378" y="6280"/>
                  <a:pt x="10500" y="6280"/>
                </a:cubicBezTo>
                <a:cubicBezTo>
                  <a:pt x="10622" y="6280"/>
                  <a:pt x="10720" y="6378"/>
                  <a:pt x="10720" y="6500"/>
                </a:cubicBezTo>
                <a:close/>
                <a:moveTo>
                  <a:pt x="11720" y="6500"/>
                </a:moveTo>
                <a:cubicBezTo>
                  <a:pt x="11720" y="6622"/>
                  <a:pt x="11622" y="6720"/>
                  <a:pt x="11500" y="6720"/>
                </a:cubicBezTo>
                <a:cubicBezTo>
                  <a:pt x="11378" y="6720"/>
                  <a:pt x="11280" y="6622"/>
                  <a:pt x="11280" y="6500"/>
                </a:cubicBezTo>
                <a:cubicBezTo>
                  <a:pt x="11280" y="6378"/>
                  <a:pt x="11378" y="6280"/>
                  <a:pt x="11500" y="6280"/>
                </a:cubicBezTo>
                <a:cubicBezTo>
                  <a:pt x="11622" y="6280"/>
                  <a:pt x="11720" y="6378"/>
                  <a:pt x="11720" y="6500"/>
                </a:cubicBezTo>
                <a:close/>
                <a:moveTo>
                  <a:pt x="12720" y="6500"/>
                </a:moveTo>
                <a:cubicBezTo>
                  <a:pt x="12720" y="6622"/>
                  <a:pt x="12622" y="6720"/>
                  <a:pt x="12500" y="6720"/>
                </a:cubicBezTo>
                <a:cubicBezTo>
                  <a:pt x="12378" y="6720"/>
                  <a:pt x="12280" y="6622"/>
                  <a:pt x="12280" y="6500"/>
                </a:cubicBezTo>
                <a:cubicBezTo>
                  <a:pt x="12280" y="6378"/>
                  <a:pt x="12378" y="6280"/>
                  <a:pt x="12500" y="6280"/>
                </a:cubicBezTo>
                <a:cubicBezTo>
                  <a:pt x="12622" y="6280"/>
                  <a:pt x="12720" y="6378"/>
                  <a:pt x="12720" y="6500"/>
                </a:cubicBezTo>
                <a:close/>
                <a:moveTo>
                  <a:pt x="13720" y="6500"/>
                </a:moveTo>
                <a:cubicBezTo>
                  <a:pt x="13720" y="6622"/>
                  <a:pt x="13622" y="6720"/>
                  <a:pt x="13500" y="6720"/>
                </a:cubicBezTo>
                <a:cubicBezTo>
                  <a:pt x="13378" y="6720"/>
                  <a:pt x="13280" y="6622"/>
                  <a:pt x="13280" y="6500"/>
                </a:cubicBezTo>
                <a:cubicBezTo>
                  <a:pt x="13280" y="6378"/>
                  <a:pt x="13378" y="6280"/>
                  <a:pt x="13500" y="6280"/>
                </a:cubicBezTo>
                <a:cubicBezTo>
                  <a:pt x="13622" y="6280"/>
                  <a:pt x="13720" y="6378"/>
                  <a:pt x="13720" y="6500"/>
                </a:cubicBezTo>
                <a:close/>
                <a:moveTo>
                  <a:pt x="14720" y="6500"/>
                </a:moveTo>
                <a:cubicBezTo>
                  <a:pt x="14720" y="6622"/>
                  <a:pt x="14622" y="6720"/>
                  <a:pt x="14500" y="6720"/>
                </a:cubicBezTo>
                <a:cubicBezTo>
                  <a:pt x="14378" y="6720"/>
                  <a:pt x="14280" y="6622"/>
                  <a:pt x="14280" y="6500"/>
                </a:cubicBezTo>
                <a:cubicBezTo>
                  <a:pt x="14280" y="6378"/>
                  <a:pt x="14378" y="6280"/>
                  <a:pt x="14500" y="6280"/>
                </a:cubicBezTo>
                <a:cubicBezTo>
                  <a:pt x="14622" y="6280"/>
                  <a:pt x="14720" y="6378"/>
                  <a:pt x="14720" y="6500"/>
                </a:cubicBezTo>
                <a:close/>
                <a:moveTo>
                  <a:pt x="15720" y="6500"/>
                </a:moveTo>
                <a:cubicBezTo>
                  <a:pt x="15720" y="6622"/>
                  <a:pt x="15622" y="6720"/>
                  <a:pt x="15500" y="6720"/>
                </a:cubicBezTo>
                <a:cubicBezTo>
                  <a:pt x="15378" y="6720"/>
                  <a:pt x="15280" y="6622"/>
                  <a:pt x="15280" y="6500"/>
                </a:cubicBezTo>
                <a:cubicBezTo>
                  <a:pt x="15280" y="6378"/>
                  <a:pt x="15378" y="6280"/>
                  <a:pt x="15500" y="6280"/>
                </a:cubicBezTo>
                <a:cubicBezTo>
                  <a:pt x="15622" y="6280"/>
                  <a:pt x="15720" y="6378"/>
                  <a:pt x="15720" y="6500"/>
                </a:cubicBezTo>
                <a:close/>
                <a:moveTo>
                  <a:pt x="16720" y="6500"/>
                </a:moveTo>
                <a:cubicBezTo>
                  <a:pt x="16720" y="6622"/>
                  <a:pt x="16622" y="6720"/>
                  <a:pt x="16500" y="6720"/>
                </a:cubicBezTo>
                <a:cubicBezTo>
                  <a:pt x="16378" y="6720"/>
                  <a:pt x="16280" y="6622"/>
                  <a:pt x="16280" y="6500"/>
                </a:cubicBezTo>
                <a:cubicBezTo>
                  <a:pt x="16280" y="6378"/>
                  <a:pt x="16378" y="6280"/>
                  <a:pt x="16500" y="6280"/>
                </a:cubicBezTo>
                <a:cubicBezTo>
                  <a:pt x="16622" y="6280"/>
                  <a:pt x="16720" y="6378"/>
                  <a:pt x="16720" y="6500"/>
                </a:cubicBezTo>
                <a:close/>
                <a:moveTo>
                  <a:pt x="17720" y="6500"/>
                </a:moveTo>
                <a:cubicBezTo>
                  <a:pt x="17720" y="6622"/>
                  <a:pt x="17622" y="6720"/>
                  <a:pt x="17500" y="6720"/>
                </a:cubicBezTo>
                <a:cubicBezTo>
                  <a:pt x="17378" y="6720"/>
                  <a:pt x="17280" y="6622"/>
                  <a:pt x="17280" y="6500"/>
                </a:cubicBezTo>
                <a:cubicBezTo>
                  <a:pt x="17280" y="6378"/>
                  <a:pt x="17378" y="6280"/>
                  <a:pt x="17500" y="6280"/>
                </a:cubicBezTo>
                <a:cubicBezTo>
                  <a:pt x="17622" y="6280"/>
                  <a:pt x="17720" y="6378"/>
                  <a:pt x="1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8720" y="7500"/>
                </a:moveTo>
                <a:cubicBezTo>
                  <a:pt x="8720" y="7622"/>
                  <a:pt x="8622" y="7720"/>
                  <a:pt x="8500" y="7720"/>
                </a:cubicBezTo>
                <a:cubicBezTo>
                  <a:pt x="8378" y="7720"/>
                  <a:pt x="8280" y="7622"/>
                  <a:pt x="8280" y="7500"/>
                </a:cubicBezTo>
                <a:cubicBezTo>
                  <a:pt x="8280" y="7378"/>
                  <a:pt x="8378" y="7280"/>
                  <a:pt x="8500" y="7280"/>
                </a:cubicBezTo>
                <a:cubicBezTo>
                  <a:pt x="8622" y="7280"/>
                  <a:pt x="8720" y="7378"/>
                  <a:pt x="8720" y="7500"/>
                </a:cubicBezTo>
                <a:close/>
                <a:moveTo>
                  <a:pt x="9720" y="7500"/>
                </a:moveTo>
                <a:cubicBezTo>
                  <a:pt x="9720" y="7622"/>
                  <a:pt x="9622" y="7720"/>
                  <a:pt x="9500" y="7720"/>
                </a:cubicBezTo>
                <a:cubicBezTo>
                  <a:pt x="9378" y="7720"/>
                  <a:pt x="9280" y="7622"/>
                  <a:pt x="9280" y="7500"/>
                </a:cubicBezTo>
                <a:cubicBezTo>
                  <a:pt x="9280" y="7378"/>
                  <a:pt x="9378" y="7280"/>
                  <a:pt x="9500" y="7280"/>
                </a:cubicBezTo>
                <a:cubicBezTo>
                  <a:pt x="9622" y="7280"/>
                  <a:pt x="9720" y="7378"/>
                  <a:pt x="9720" y="7500"/>
                </a:cubicBezTo>
                <a:close/>
                <a:moveTo>
                  <a:pt x="10720" y="7500"/>
                </a:moveTo>
                <a:cubicBezTo>
                  <a:pt x="10720" y="7622"/>
                  <a:pt x="10622" y="7720"/>
                  <a:pt x="10500" y="7720"/>
                </a:cubicBezTo>
                <a:cubicBezTo>
                  <a:pt x="10378" y="7720"/>
                  <a:pt x="10280" y="7622"/>
                  <a:pt x="10280" y="7500"/>
                </a:cubicBezTo>
                <a:cubicBezTo>
                  <a:pt x="10280" y="7378"/>
                  <a:pt x="10378" y="7280"/>
                  <a:pt x="10500" y="7280"/>
                </a:cubicBezTo>
                <a:cubicBezTo>
                  <a:pt x="10622" y="7280"/>
                  <a:pt x="10720" y="7378"/>
                  <a:pt x="10720" y="7500"/>
                </a:cubicBezTo>
                <a:close/>
                <a:moveTo>
                  <a:pt x="11720" y="7500"/>
                </a:moveTo>
                <a:cubicBezTo>
                  <a:pt x="11720" y="7622"/>
                  <a:pt x="11622" y="7720"/>
                  <a:pt x="11500" y="7720"/>
                </a:cubicBezTo>
                <a:cubicBezTo>
                  <a:pt x="11378" y="7720"/>
                  <a:pt x="11280" y="7622"/>
                  <a:pt x="11280" y="7500"/>
                </a:cubicBezTo>
                <a:cubicBezTo>
                  <a:pt x="11280" y="7378"/>
                  <a:pt x="11378" y="7280"/>
                  <a:pt x="11500" y="7280"/>
                </a:cubicBezTo>
                <a:cubicBezTo>
                  <a:pt x="11622" y="7280"/>
                  <a:pt x="11720" y="7378"/>
                  <a:pt x="11720" y="7500"/>
                </a:cubicBezTo>
                <a:close/>
                <a:moveTo>
                  <a:pt x="12720" y="7500"/>
                </a:moveTo>
                <a:cubicBezTo>
                  <a:pt x="12720" y="7622"/>
                  <a:pt x="12622" y="7720"/>
                  <a:pt x="12500" y="7720"/>
                </a:cubicBezTo>
                <a:cubicBezTo>
                  <a:pt x="12378" y="7720"/>
                  <a:pt x="12280" y="7622"/>
                  <a:pt x="12280" y="7500"/>
                </a:cubicBezTo>
                <a:cubicBezTo>
                  <a:pt x="12280" y="7378"/>
                  <a:pt x="12378" y="7280"/>
                  <a:pt x="12500" y="7280"/>
                </a:cubicBezTo>
                <a:cubicBezTo>
                  <a:pt x="12622" y="7280"/>
                  <a:pt x="12720" y="7378"/>
                  <a:pt x="12720" y="7500"/>
                </a:cubicBezTo>
                <a:close/>
                <a:moveTo>
                  <a:pt x="13720" y="7500"/>
                </a:moveTo>
                <a:cubicBezTo>
                  <a:pt x="13720" y="7622"/>
                  <a:pt x="13622" y="7720"/>
                  <a:pt x="13500" y="7720"/>
                </a:cubicBezTo>
                <a:cubicBezTo>
                  <a:pt x="13378" y="7720"/>
                  <a:pt x="13280" y="7622"/>
                  <a:pt x="13280" y="7500"/>
                </a:cubicBezTo>
                <a:cubicBezTo>
                  <a:pt x="13280" y="7378"/>
                  <a:pt x="13378" y="7280"/>
                  <a:pt x="13500" y="7280"/>
                </a:cubicBezTo>
                <a:cubicBezTo>
                  <a:pt x="13622" y="7280"/>
                  <a:pt x="13720" y="7378"/>
                  <a:pt x="13720" y="7500"/>
                </a:cubicBezTo>
                <a:close/>
                <a:moveTo>
                  <a:pt x="14720" y="7500"/>
                </a:moveTo>
                <a:cubicBezTo>
                  <a:pt x="14720" y="7622"/>
                  <a:pt x="14622" y="7720"/>
                  <a:pt x="14500" y="7720"/>
                </a:cubicBezTo>
                <a:cubicBezTo>
                  <a:pt x="14378" y="7720"/>
                  <a:pt x="14280" y="7622"/>
                  <a:pt x="14280" y="7500"/>
                </a:cubicBezTo>
                <a:cubicBezTo>
                  <a:pt x="14280" y="7378"/>
                  <a:pt x="14378" y="7280"/>
                  <a:pt x="14500" y="7280"/>
                </a:cubicBezTo>
                <a:cubicBezTo>
                  <a:pt x="14622" y="7280"/>
                  <a:pt x="14720" y="7378"/>
                  <a:pt x="14720" y="7500"/>
                </a:cubicBezTo>
                <a:close/>
                <a:moveTo>
                  <a:pt x="15720" y="7500"/>
                </a:moveTo>
                <a:cubicBezTo>
                  <a:pt x="15720" y="7622"/>
                  <a:pt x="15622" y="7720"/>
                  <a:pt x="15500" y="7720"/>
                </a:cubicBezTo>
                <a:cubicBezTo>
                  <a:pt x="15378" y="7720"/>
                  <a:pt x="15280" y="7622"/>
                  <a:pt x="15280" y="7500"/>
                </a:cubicBezTo>
                <a:cubicBezTo>
                  <a:pt x="15280" y="7378"/>
                  <a:pt x="15378" y="7280"/>
                  <a:pt x="15500" y="7280"/>
                </a:cubicBezTo>
                <a:cubicBezTo>
                  <a:pt x="15622" y="7280"/>
                  <a:pt x="15720" y="7378"/>
                  <a:pt x="15720" y="7500"/>
                </a:cubicBezTo>
                <a:close/>
                <a:moveTo>
                  <a:pt x="16720" y="7500"/>
                </a:moveTo>
                <a:cubicBezTo>
                  <a:pt x="16720" y="7622"/>
                  <a:pt x="16622" y="7720"/>
                  <a:pt x="16500" y="7720"/>
                </a:cubicBezTo>
                <a:cubicBezTo>
                  <a:pt x="16378" y="7720"/>
                  <a:pt x="16280" y="7622"/>
                  <a:pt x="16280" y="7500"/>
                </a:cubicBezTo>
                <a:cubicBezTo>
                  <a:pt x="16280" y="7378"/>
                  <a:pt x="16378" y="7280"/>
                  <a:pt x="16500" y="7280"/>
                </a:cubicBezTo>
                <a:cubicBezTo>
                  <a:pt x="16622" y="7280"/>
                  <a:pt x="16720" y="7378"/>
                  <a:pt x="16720" y="7500"/>
                </a:cubicBezTo>
                <a:close/>
                <a:moveTo>
                  <a:pt x="17720" y="7500"/>
                </a:moveTo>
                <a:cubicBezTo>
                  <a:pt x="17720" y="7622"/>
                  <a:pt x="17622" y="7720"/>
                  <a:pt x="17500" y="7720"/>
                </a:cubicBezTo>
                <a:cubicBezTo>
                  <a:pt x="17378" y="7720"/>
                  <a:pt x="17280" y="7622"/>
                  <a:pt x="17280" y="7500"/>
                </a:cubicBezTo>
                <a:cubicBezTo>
                  <a:pt x="17280" y="7378"/>
                  <a:pt x="17378" y="7280"/>
                  <a:pt x="17500" y="7280"/>
                </a:cubicBezTo>
                <a:cubicBezTo>
                  <a:pt x="17622" y="7280"/>
                  <a:pt x="17720" y="7378"/>
                  <a:pt x="1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8720" y="8500"/>
                </a:moveTo>
                <a:cubicBezTo>
                  <a:pt x="8720" y="8622"/>
                  <a:pt x="8622" y="8720"/>
                  <a:pt x="8500" y="8720"/>
                </a:cubicBezTo>
                <a:cubicBezTo>
                  <a:pt x="8378" y="8720"/>
                  <a:pt x="8280" y="8622"/>
                  <a:pt x="8280" y="8500"/>
                </a:cubicBezTo>
                <a:cubicBezTo>
                  <a:pt x="8280" y="8378"/>
                  <a:pt x="8378" y="8280"/>
                  <a:pt x="8500" y="8280"/>
                </a:cubicBezTo>
                <a:cubicBezTo>
                  <a:pt x="8622" y="8280"/>
                  <a:pt x="8720" y="8378"/>
                  <a:pt x="8720" y="8500"/>
                </a:cubicBezTo>
                <a:close/>
                <a:moveTo>
                  <a:pt x="9720" y="8500"/>
                </a:moveTo>
                <a:cubicBezTo>
                  <a:pt x="9720" y="8622"/>
                  <a:pt x="9622" y="8720"/>
                  <a:pt x="9500" y="8720"/>
                </a:cubicBezTo>
                <a:cubicBezTo>
                  <a:pt x="9378" y="8720"/>
                  <a:pt x="9280" y="8622"/>
                  <a:pt x="9280" y="8500"/>
                </a:cubicBezTo>
                <a:cubicBezTo>
                  <a:pt x="9280" y="8378"/>
                  <a:pt x="9378" y="8280"/>
                  <a:pt x="9500" y="8280"/>
                </a:cubicBezTo>
                <a:cubicBezTo>
                  <a:pt x="9622" y="8280"/>
                  <a:pt x="9720" y="8378"/>
                  <a:pt x="9720" y="8500"/>
                </a:cubicBezTo>
                <a:close/>
                <a:moveTo>
                  <a:pt x="10720" y="8500"/>
                </a:moveTo>
                <a:cubicBezTo>
                  <a:pt x="10720" y="8622"/>
                  <a:pt x="10622" y="8720"/>
                  <a:pt x="10500" y="8720"/>
                </a:cubicBezTo>
                <a:cubicBezTo>
                  <a:pt x="10378" y="8720"/>
                  <a:pt x="10280" y="8622"/>
                  <a:pt x="10280" y="8500"/>
                </a:cubicBezTo>
                <a:cubicBezTo>
                  <a:pt x="10280" y="8378"/>
                  <a:pt x="10378" y="8280"/>
                  <a:pt x="10500" y="8280"/>
                </a:cubicBezTo>
                <a:cubicBezTo>
                  <a:pt x="10622" y="8280"/>
                  <a:pt x="10720" y="8378"/>
                  <a:pt x="10720" y="8500"/>
                </a:cubicBezTo>
                <a:close/>
                <a:moveTo>
                  <a:pt x="11720" y="8500"/>
                </a:moveTo>
                <a:cubicBezTo>
                  <a:pt x="11720" y="8622"/>
                  <a:pt x="11622" y="8720"/>
                  <a:pt x="11500" y="8720"/>
                </a:cubicBezTo>
                <a:cubicBezTo>
                  <a:pt x="11378" y="8720"/>
                  <a:pt x="11280" y="8622"/>
                  <a:pt x="11280" y="8500"/>
                </a:cubicBezTo>
                <a:cubicBezTo>
                  <a:pt x="11280" y="8378"/>
                  <a:pt x="11378" y="8280"/>
                  <a:pt x="11500" y="8280"/>
                </a:cubicBezTo>
                <a:cubicBezTo>
                  <a:pt x="11622" y="8280"/>
                  <a:pt x="11720" y="8378"/>
                  <a:pt x="11720" y="8500"/>
                </a:cubicBezTo>
                <a:close/>
                <a:moveTo>
                  <a:pt x="12720" y="8500"/>
                </a:moveTo>
                <a:cubicBezTo>
                  <a:pt x="12720" y="8622"/>
                  <a:pt x="12622" y="8720"/>
                  <a:pt x="12500" y="8720"/>
                </a:cubicBezTo>
                <a:cubicBezTo>
                  <a:pt x="12378" y="8720"/>
                  <a:pt x="12280" y="8622"/>
                  <a:pt x="12280" y="8500"/>
                </a:cubicBezTo>
                <a:cubicBezTo>
                  <a:pt x="12280" y="8378"/>
                  <a:pt x="12378" y="8280"/>
                  <a:pt x="12500" y="8280"/>
                </a:cubicBezTo>
                <a:cubicBezTo>
                  <a:pt x="12622" y="8280"/>
                  <a:pt x="12720" y="8378"/>
                  <a:pt x="12720" y="8500"/>
                </a:cubicBezTo>
                <a:close/>
                <a:moveTo>
                  <a:pt x="13720" y="8500"/>
                </a:moveTo>
                <a:cubicBezTo>
                  <a:pt x="13720" y="8622"/>
                  <a:pt x="13622" y="8720"/>
                  <a:pt x="13500" y="8720"/>
                </a:cubicBezTo>
                <a:cubicBezTo>
                  <a:pt x="13378" y="8720"/>
                  <a:pt x="13280" y="8622"/>
                  <a:pt x="13280" y="8500"/>
                </a:cubicBezTo>
                <a:cubicBezTo>
                  <a:pt x="13280" y="8378"/>
                  <a:pt x="13378" y="8280"/>
                  <a:pt x="13500" y="8280"/>
                </a:cubicBezTo>
                <a:cubicBezTo>
                  <a:pt x="13622" y="8280"/>
                  <a:pt x="13720" y="8378"/>
                  <a:pt x="13720" y="8500"/>
                </a:cubicBezTo>
                <a:close/>
                <a:moveTo>
                  <a:pt x="14720" y="8500"/>
                </a:moveTo>
                <a:cubicBezTo>
                  <a:pt x="14720" y="8622"/>
                  <a:pt x="14622" y="8720"/>
                  <a:pt x="14500" y="8720"/>
                </a:cubicBezTo>
                <a:cubicBezTo>
                  <a:pt x="14378" y="8720"/>
                  <a:pt x="14280" y="8622"/>
                  <a:pt x="14280" y="8500"/>
                </a:cubicBezTo>
                <a:cubicBezTo>
                  <a:pt x="14280" y="8378"/>
                  <a:pt x="14378" y="8280"/>
                  <a:pt x="14500" y="8280"/>
                </a:cubicBezTo>
                <a:cubicBezTo>
                  <a:pt x="14622" y="8280"/>
                  <a:pt x="14720" y="8378"/>
                  <a:pt x="14720" y="8500"/>
                </a:cubicBezTo>
                <a:close/>
                <a:moveTo>
                  <a:pt x="15720" y="8500"/>
                </a:moveTo>
                <a:cubicBezTo>
                  <a:pt x="15720" y="8622"/>
                  <a:pt x="15622" y="8720"/>
                  <a:pt x="15500" y="8720"/>
                </a:cubicBezTo>
                <a:cubicBezTo>
                  <a:pt x="15378" y="8720"/>
                  <a:pt x="15280" y="8622"/>
                  <a:pt x="15280" y="8500"/>
                </a:cubicBezTo>
                <a:cubicBezTo>
                  <a:pt x="15280" y="8378"/>
                  <a:pt x="15378" y="8280"/>
                  <a:pt x="15500" y="8280"/>
                </a:cubicBezTo>
                <a:cubicBezTo>
                  <a:pt x="15622" y="8280"/>
                  <a:pt x="15720" y="8378"/>
                  <a:pt x="15720" y="8500"/>
                </a:cubicBezTo>
                <a:close/>
                <a:moveTo>
                  <a:pt x="16720" y="8500"/>
                </a:moveTo>
                <a:cubicBezTo>
                  <a:pt x="16720" y="8622"/>
                  <a:pt x="16622" y="8720"/>
                  <a:pt x="16500" y="8720"/>
                </a:cubicBezTo>
                <a:cubicBezTo>
                  <a:pt x="16378" y="8720"/>
                  <a:pt x="16280" y="8622"/>
                  <a:pt x="16280" y="8500"/>
                </a:cubicBezTo>
                <a:cubicBezTo>
                  <a:pt x="16280" y="8378"/>
                  <a:pt x="16378" y="8280"/>
                  <a:pt x="16500" y="8280"/>
                </a:cubicBezTo>
                <a:cubicBezTo>
                  <a:pt x="16622" y="8280"/>
                  <a:pt x="16720" y="8378"/>
                  <a:pt x="16720" y="8500"/>
                </a:cubicBezTo>
                <a:close/>
                <a:moveTo>
                  <a:pt x="17720" y="8500"/>
                </a:moveTo>
                <a:cubicBezTo>
                  <a:pt x="17720" y="8622"/>
                  <a:pt x="17622" y="8720"/>
                  <a:pt x="17500" y="8720"/>
                </a:cubicBezTo>
                <a:cubicBezTo>
                  <a:pt x="17378" y="8720"/>
                  <a:pt x="17280" y="8622"/>
                  <a:pt x="17280" y="8500"/>
                </a:cubicBezTo>
                <a:cubicBezTo>
                  <a:pt x="17280" y="8378"/>
                  <a:pt x="17378" y="8280"/>
                  <a:pt x="17500" y="8280"/>
                </a:cubicBezTo>
                <a:cubicBezTo>
                  <a:pt x="17622" y="8280"/>
                  <a:pt x="17720" y="8378"/>
                  <a:pt x="1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8720" y="9500"/>
                </a:moveTo>
                <a:cubicBezTo>
                  <a:pt x="8720" y="9622"/>
                  <a:pt x="8622" y="9720"/>
                  <a:pt x="8500" y="9720"/>
                </a:cubicBezTo>
                <a:cubicBezTo>
                  <a:pt x="8378" y="9720"/>
                  <a:pt x="8280" y="9622"/>
                  <a:pt x="8280" y="9500"/>
                </a:cubicBezTo>
                <a:cubicBezTo>
                  <a:pt x="8280" y="9378"/>
                  <a:pt x="8378" y="9280"/>
                  <a:pt x="8500" y="9280"/>
                </a:cubicBezTo>
                <a:cubicBezTo>
                  <a:pt x="8622" y="9280"/>
                  <a:pt x="8720" y="9378"/>
                  <a:pt x="8720" y="9500"/>
                </a:cubicBezTo>
                <a:close/>
                <a:moveTo>
                  <a:pt x="9720" y="9500"/>
                </a:moveTo>
                <a:cubicBezTo>
                  <a:pt x="9720" y="9622"/>
                  <a:pt x="9622" y="9720"/>
                  <a:pt x="9500" y="9720"/>
                </a:cubicBezTo>
                <a:cubicBezTo>
                  <a:pt x="9378" y="9720"/>
                  <a:pt x="9280" y="9622"/>
                  <a:pt x="9280" y="9500"/>
                </a:cubicBezTo>
                <a:cubicBezTo>
                  <a:pt x="9280" y="9378"/>
                  <a:pt x="9378" y="9280"/>
                  <a:pt x="9500" y="9280"/>
                </a:cubicBezTo>
                <a:cubicBezTo>
                  <a:pt x="9622" y="9280"/>
                  <a:pt x="9720" y="9378"/>
                  <a:pt x="9720" y="9500"/>
                </a:cubicBezTo>
                <a:close/>
                <a:moveTo>
                  <a:pt x="10720" y="9500"/>
                </a:moveTo>
                <a:cubicBezTo>
                  <a:pt x="10720" y="9622"/>
                  <a:pt x="10622" y="9720"/>
                  <a:pt x="10500" y="9720"/>
                </a:cubicBezTo>
                <a:cubicBezTo>
                  <a:pt x="10378" y="9720"/>
                  <a:pt x="10280" y="9622"/>
                  <a:pt x="10280" y="9500"/>
                </a:cubicBezTo>
                <a:cubicBezTo>
                  <a:pt x="10280" y="9378"/>
                  <a:pt x="10378" y="9280"/>
                  <a:pt x="10500" y="9280"/>
                </a:cubicBezTo>
                <a:cubicBezTo>
                  <a:pt x="10622" y="9280"/>
                  <a:pt x="10720" y="9378"/>
                  <a:pt x="10720" y="9500"/>
                </a:cubicBezTo>
                <a:close/>
                <a:moveTo>
                  <a:pt x="11720" y="9500"/>
                </a:moveTo>
                <a:cubicBezTo>
                  <a:pt x="11720" y="9622"/>
                  <a:pt x="11622" y="9720"/>
                  <a:pt x="11500" y="9720"/>
                </a:cubicBezTo>
                <a:cubicBezTo>
                  <a:pt x="11378" y="9720"/>
                  <a:pt x="11280" y="9622"/>
                  <a:pt x="11280" y="9500"/>
                </a:cubicBezTo>
                <a:cubicBezTo>
                  <a:pt x="11280" y="9378"/>
                  <a:pt x="11378" y="9280"/>
                  <a:pt x="11500" y="9280"/>
                </a:cubicBezTo>
                <a:cubicBezTo>
                  <a:pt x="11622" y="9280"/>
                  <a:pt x="11720" y="9378"/>
                  <a:pt x="11720" y="9500"/>
                </a:cubicBezTo>
                <a:close/>
                <a:moveTo>
                  <a:pt x="12720" y="9500"/>
                </a:moveTo>
                <a:cubicBezTo>
                  <a:pt x="12720" y="9622"/>
                  <a:pt x="12622" y="9720"/>
                  <a:pt x="12500" y="9720"/>
                </a:cubicBezTo>
                <a:cubicBezTo>
                  <a:pt x="12378" y="9720"/>
                  <a:pt x="12280" y="9622"/>
                  <a:pt x="12280" y="9500"/>
                </a:cubicBezTo>
                <a:cubicBezTo>
                  <a:pt x="12280" y="9378"/>
                  <a:pt x="12378" y="9280"/>
                  <a:pt x="12500" y="9280"/>
                </a:cubicBezTo>
                <a:cubicBezTo>
                  <a:pt x="12622" y="9280"/>
                  <a:pt x="12720" y="9378"/>
                  <a:pt x="12720" y="9500"/>
                </a:cubicBezTo>
                <a:close/>
                <a:moveTo>
                  <a:pt x="13720" y="9500"/>
                </a:moveTo>
                <a:cubicBezTo>
                  <a:pt x="13720" y="9622"/>
                  <a:pt x="13622" y="9720"/>
                  <a:pt x="13500" y="9720"/>
                </a:cubicBezTo>
                <a:cubicBezTo>
                  <a:pt x="13378" y="9720"/>
                  <a:pt x="13280" y="9622"/>
                  <a:pt x="13280" y="9500"/>
                </a:cubicBezTo>
                <a:cubicBezTo>
                  <a:pt x="13280" y="9378"/>
                  <a:pt x="13378" y="9280"/>
                  <a:pt x="13500" y="9280"/>
                </a:cubicBezTo>
                <a:cubicBezTo>
                  <a:pt x="13622" y="9280"/>
                  <a:pt x="13720" y="9378"/>
                  <a:pt x="13720" y="9500"/>
                </a:cubicBezTo>
                <a:close/>
                <a:moveTo>
                  <a:pt x="14720" y="9500"/>
                </a:moveTo>
                <a:cubicBezTo>
                  <a:pt x="14720" y="9622"/>
                  <a:pt x="14622" y="9720"/>
                  <a:pt x="14500" y="9720"/>
                </a:cubicBezTo>
                <a:cubicBezTo>
                  <a:pt x="14378" y="9720"/>
                  <a:pt x="14280" y="9622"/>
                  <a:pt x="14280" y="9500"/>
                </a:cubicBezTo>
                <a:cubicBezTo>
                  <a:pt x="14280" y="9378"/>
                  <a:pt x="14378" y="9280"/>
                  <a:pt x="14500" y="9280"/>
                </a:cubicBezTo>
                <a:cubicBezTo>
                  <a:pt x="14622" y="9280"/>
                  <a:pt x="14720" y="9378"/>
                  <a:pt x="14720" y="9500"/>
                </a:cubicBezTo>
                <a:close/>
                <a:moveTo>
                  <a:pt x="15720" y="9500"/>
                </a:moveTo>
                <a:cubicBezTo>
                  <a:pt x="15720" y="9622"/>
                  <a:pt x="15622" y="9720"/>
                  <a:pt x="15500" y="9720"/>
                </a:cubicBezTo>
                <a:cubicBezTo>
                  <a:pt x="15378" y="9720"/>
                  <a:pt x="15280" y="9622"/>
                  <a:pt x="15280" y="9500"/>
                </a:cubicBezTo>
                <a:cubicBezTo>
                  <a:pt x="15280" y="9378"/>
                  <a:pt x="15378" y="9280"/>
                  <a:pt x="15500" y="9280"/>
                </a:cubicBezTo>
                <a:cubicBezTo>
                  <a:pt x="15622" y="9280"/>
                  <a:pt x="15720" y="9378"/>
                  <a:pt x="15720" y="9500"/>
                </a:cubicBezTo>
                <a:close/>
                <a:moveTo>
                  <a:pt x="16720" y="9500"/>
                </a:moveTo>
                <a:cubicBezTo>
                  <a:pt x="16720" y="9622"/>
                  <a:pt x="16622" y="9720"/>
                  <a:pt x="16500" y="9720"/>
                </a:cubicBezTo>
                <a:cubicBezTo>
                  <a:pt x="16378" y="9720"/>
                  <a:pt x="16280" y="9622"/>
                  <a:pt x="16280" y="9500"/>
                </a:cubicBezTo>
                <a:cubicBezTo>
                  <a:pt x="16280" y="9378"/>
                  <a:pt x="16378" y="9280"/>
                  <a:pt x="16500" y="9280"/>
                </a:cubicBezTo>
                <a:cubicBezTo>
                  <a:pt x="16622" y="9280"/>
                  <a:pt x="16720" y="9378"/>
                  <a:pt x="16720" y="9500"/>
                </a:cubicBezTo>
                <a:close/>
                <a:moveTo>
                  <a:pt x="17720" y="9500"/>
                </a:moveTo>
                <a:cubicBezTo>
                  <a:pt x="17720" y="9622"/>
                  <a:pt x="17622" y="9720"/>
                  <a:pt x="17500" y="9720"/>
                </a:cubicBezTo>
                <a:cubicBezTo>
                  <a:pt x="17378" y="9720"/>
                  <a:pt x="17280" y="9622"/>
                  <a:pt x="17280" y="9500"/>
                </a:cubicBezTo>
                <a:cubicBezTo>
                  <a:pt x="17280" y="9378"/>
                  <a:pt x="17378" y="9280"/>
                  <a:pt x="17500" y="9280"/>
                </a:cubicBezTo>
                <a:cubicBezTo>
                  <a:pt x="17622" y="9280"/>
                  <a:pt x="17720" y="9378"/>
                  <a:pt x="1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8720" y="10500"/>
                </a:moveTo>
                <a:cubicBezTo>
                  <a:pt x="8720" y="10622"/>
                  <a:pt x="8622" y="10720"/>
                  <a:pt x="8500" y="10720"/>
                </a:cubicBezTo>
                <a:cubicBezTo>
                  <a:pt x="8378" y="10720"/>
                  <a:pt x="8280" y="10622"/>
                  <a:pt x="8280" y="10500"/>
                </a:cubicBezTo>
                <a:cubicBezTo>
                  <a:pt x="8280" y="10378"/>
                  <a:pt x="8378" y="10280"/>
                  <a:pt x="8500" y="10280"/>
                </a:cubicBezTo>
                <a:cubicBezTo>
                  <a:pt x="8622" y="10280"/>
                  <a:pt x="8720" y="10378"/>
                  <a:pt x="8720" y="10500"/>
                </a:cubicBezTo>
                <a:close/>
                <a:moveTo>
                  <a:pt x="9720" y="10500"/>
                </a:moveTo>
                <a:cubicBezTo>
                  <a:pt x="9720" y="10622"/>
                  <a:pt x="9622" y="10720"/>
                  <a:pt x="9500" y="10720"/>
                </a:cubicBezTo>
                <a:cubicBezTo>
                  <a:pt x="9378" y="10720"/>
                  <a:pt x="9280" y="10622"/>
                  <a:pt x="9280" y="10500"/>
                </a:cubicBezTo>
                <a:cubicBezTo>
                  <a:pt x="9280" y="10378"/>
                  <a:pt x="9378" y="10280"/>
                  <a:pt x="9500" y="10280"/>
                </a:cubicBezTo>
                <a:cubicBezTo>
                  <a:pt x="9622" y="10280"/>
                  <a:pt x="9720" y="10378"/>
                  <a:pt x="9720" y="10500"/>
                </a:cubicBezTo>
                <a:close/>
                <a:moveTo>
                  <a:pt x="10720" y="10500"/>
                </a:moveTo>
                <a:cubicBezTo>
                  <a:pt x="10720" y="10622"/>
                  <a:pt x="10622" y="10720"/>
                  <a:pt x="10500" y="10720"/>
                </a:cubicBezTo>
                <a:cubicBezTo>
                  <a:pt x="10378" y="10720"/>
                  <a:pt x="10280" y="10622"/>
                  <a:pt x="10280" y="10500"/>
                </a:cubicBezTo>
                <a:cubicBezTo>
                  <a:pt x="10280" y="10378"/>
                  <a:pt x="10378" y="10280"/>
                  <a:pt x="10500" y="10280"/>
                </a:cubicBezTo>
                <a:cubicBezTo>
                  <a:pt x="10622" y="10280"/>
                  <a:pt x="10720" y="10378"/>
                  <a:pt x="10720" y="10500"/>
                </a:cubicBezTo>
                <a:close/>
                <a:moveTo>
                  <a:pt x="11720" y="10500"/>
                </a:moveTo>
                <a:cubicBezTo>
                  <a:pt x="11720" y="10622"/>
                  <a:pt x="11622" y="10720"/>
                  <a:pt x="11500" y="10720"/>
                </a:cubicBezTo>
                <a:cubicBezTo>
                  <a:pt x="11378" y="10720"/>
                  <a:pt x="11280" y="10622"/>
                  <a:pt x="11280" y="10500"/>
                </a:cubicBezTo>
                <a:cubicBezTo>
                  <a:pt x="11280" y="10378"/>
                  <a:pt x="11378" y="10280"/>
                  <a:pt x="11500" y="10280"/>
                </a:cubicBezTo>
                <a:cubicBezTo>
                  <a:pt x="11622" y="10280"/>
                  <a:pt x="11720" y="10378"/>
                  <a:pt x="11720" y="10500"/>
                </a:cubicBezTo>
                <a:close/>
                <a:moveTo>
                  <a:pt x="12720" y="10500"/>
                </a:moveTo>
                <a:cubicBezTo>
                  <a:pt x="12720" y="10622"/>
                  <a:pt x="12622" y="10720"/>
                  <a:pt x="12500" y="10720"/>
                </a:cubicBezTo>
                <a:cubicBezTo>
                  <a:pt x="12378" y="10720"/>
                  <a:pt x="12280" y="10622"/>
                  <a:pt x="12280" y="10500"/>
                </a:cubicBezTo>
                <a:cubicBezTo>
                  <a:pt x="12280" y="10378"/>
                  <a:pt x="12378" y="10280"/>
                  <a:pt x="12500" y="10280"/>
                </a:cubicBezTo>
                <a:cubicBezTo>
                  <a:pt x="12622" y="10280"/>
                  <a:pt x="12720" y="10378"/>
                  <a:pt x="12720" y="10500"/>
                </a:cubicBezTo>
                <a:close/>
                <a:moveTo>
                  <a:pt x="13720" y="10500"/>
                </a:moveTo>
                <a:cubicBezTo>
                  <a:pt x="13720" y="10622"/>
                  <a:pt x="13622" y="10720"/>
                  <a:pt x="13500" y="10720"/>
                </a:cubicBezTo>
                <a:cubicBezTo>
                  <a:pt x="13378" y="10720"/>
                  <a:pt x="13280" y="10622"/>
                  <a:pt x="13280" y="10500"/>
                </a:cubicBezTo>
                <a:cubicBezTo>
                  <a:pt x="13280" y="10378"/>
                  <a:pt x="13378" y="10280"/>
                  <a:pt x="13500" y="10280"/>
                </a:cubicBezTo>
                <a:cubicBezTo>
                  <a:pt x="13622" y="10280"/>
                  <a:pt x="13720" y="10378"/>
                  <a:pt x="13720" y="10500"/>
                </a:cubicBezTo>
                <a:close/>
                <a:moveTo>
                  <a:pt x="14720" y="10500"/>
                </a:moveTo>
                <a:cubicBezTo>
                  <a:pt x="14720" y="10622"/>
                  <a:pt x="14622" y="10720"/>
                  <a:pt x="14500" y="10720"/>
                </a:cubicBezTo>
                <a:cubicBezTo>
                  <a:pt x="14378" y="10720"/>
                  <a:pt x="14280" y="10622"/>
                  <a:pt x="14280" y="10500"/>
                </a:cubicBezTo>
                <a:cubicBezTo>
                  <a:pt x="14280" y="10378"/>
                  <a:pt x="14378" y="10280"/>
                  <a:pt x="14500" y="10280"/>
                </a:cubicBezTo>
                <a:cubicBezTo>
                  <a:pt x="14622" y="10280"/>
                  <a:pt x="14720" y="10378"/>
                  <a:pt x="14720" y="10500"/>
                </a:cubicBezTo>
                <a:close/>
                <a:moveTo>
                  <a:pt x="15720" y="10500"/>
                </a:moveTo>
                <a:cubicBezTo>
                  <a:pt x="15720" y="10622"/>
                  <a:pt x="15622" y="10720"/>
                  <a:pt x="15500" y="10720"/>
                </a:cubicBezTo>
                <a:cubicBezTo>
                  <a:pt x="15378" y="10720"/>
                  <a:pt x="15280" y="10622"/>
                  <a:pt x="15280" y="10500"/>
                </a:cubicBezTo>
                <a:cubicBezTo>
                  <a:pt x="15280" y="10378"/>
                  <a:pt x="15378" y="10280"/>
                  <a:pt x="15500" y="10280"/>
                </a:cubicBezTo>
                <a:cubicBezTo>
                  <a:pt x="15622" y="10280"/>
                  <a:pt x="15720" y="10378"/>
                  <a:pt x="15720" y="10500"/>
                </a:cubicBezTo>
                <a:close/>
                <a:moveTo>
                  <a:pt x="16720" y="10500"/>
                </a:moveTo>
                <a:cubicBezTo>
                  <a:pt x="16720" y="10622"/>
                  <a:pt x="16622" y="10720"/>
                  <a:pt x="16500" y="10720"/>
                </a:cubicBezTo>
                <a:cubicBezTo>
                  <a:pt x="16378" y="10720"/>
                  <a:pt x="16280" y="10622"/>
                  <a:pt x="16280" y="10500"/>
                </a:cubicBezTo>
                <a:cubicBezTo>
                  <a:pt x="16280" y="10378"/>
                  <a:pt x="16378" y="10280"/>
                  <a:pt x="16500" y="10280"/>
                </a:cubicBezTo>
                <a:cubicBezTo>
                  <a:pt x="16622" y="10280"/>
                  <a:pt x="16720" y="10378"/>
                  <a:pt x="16720" y="10500"/>
                </a:cubicBezTo>
                <a:close/>
                <a:moveTo>
                  <a:pt x="17720" y="10500"/>
                </a:moveTo>
                <a:cubicBezTo>
                  <a:pt x="17720" y="10622"/>
                  <a:pt x="17622" y="10720"/>
                  <a:pt x="17500" y="10720"/>
                </a:cubicBezTo>
                <a:cubicBezTo>
                  <a:pt x="17378" y="10720"/>
                  <a:pt x="17280" y="10622"/>
                  <a:pt x="17280" y="10500"/>
                </a:cubicBezTo>
                <a:cubicBezTo>
                  <a:pt x="17280" y="10378"/>
                  <a:pt x="17378" y="10280"/>
                  <a:pt x="17500" y="10280"/>
                </a:cubicBezTo>
                <a:cubicBezTo>
                  <a:pt x="17622" y="10280"/>
                  <a:pt x="17720" y="10378"/>
                  <a:pt x="1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8720" y="11500"/>
                </a:moveTo>
                <a:cubicBezTo>
                  <a:pt x="8720" y="11622"/>
                  <a:pt x="8622" y="11720"/>
                  <a:pt x="8500" y="11720"/>
                </a:cubicBezTo>
                <a:cubicBezTo>
                  <a:pt x="8378" y="11720"/>
                  <a:pt x="8280" y="11622"/>
                  <a:pt x="8280" y="11500"/>
                </a:cubicBezTo>
                <a:cubicBezTo>
                  <a:pt x="8280" y="11378"/>
                  <a:pt x="8378" y="11280"/>
                  <a:pt x="8500" y="11280"/>
                </a:cubicBezTo>
                <a:cubicBezTo>
                  <a:pt x="8622" y="11280"/>
                  <a:pt x="8720" y="11378"/>
                  <a:pt x="8720" y="11500"/>
                </a:cubicBezTo>
                <a:close/>
                <a:moveTo>
                  <a:pt x="9720" y="11500"/>
                </a:moveTo>
                <a:cubicBezTo>
                  <a:pt x="9720" y="11622"/>
                  <a:pt x="9622" y="11720"/>
                  <a:pt x="9500" y="11720"/>
                </a:cubicBezTo>
                <a:cubicBezTo>
                  <a:pt x="9378" y="11720"/>
                  <a:pt x="9280" y="11622"/>
                  <a:pt x="9280" y="11500"/>
                </a:cubicBezTo>
                <a:cubicBezTo>
                  <a:pt x="9280" y="11378"/>
                  <a:pt x="9378" y="11280"/>
                  <a:pt x="9500" y="11280"/>
                </a:cubicBezTo>
                <a:cubicBezTo>
                  <a:pt x="9622" y="11280"/>
                  <a:pt x="9720" y="11378"/>
                  <a:pt x="9720" y="11500"/>
                </a:cubicBezTo>
                <a:close/>
                <a:moveTo>
                  <a:pt x="10720" y="11500"/>
                </a:moveTo>
                <a:cubicBezTo>
                  <a:pt x="10720" y="11622"/>
                  <a:pt x="10622" y="11720"/>
                  <a:pt x="10500" y="11720"/>
                </a:cubicBezTo>
                <a:cubicBezTo>
                  <a:pt x="10378" y="11720"/>
                  <a:pt x="10280" y="11622"/>
                  <a:pt x="10280" y="11500"/>
                </a:cubicBezTo>
                <a:cubicBezTo>
                  <a:pt x="10280" y="11378"/>
                  <a:pt x="10378" y="11280"/>
                  <a:pt x="10500" y="11280"/>
                </a:cubicBezTo>
                <a:cubicBezTo>
                  <a:pt x="10622" y="11280"/>
                  <a:pt x="10720" y="11378"/>
                  <a:pt x="10720" y="11500"/>
                </a:cubicBezTo>
                <a:close/>
                <a:moveTo>
                  <a:pt x="11720" y="11500"/>
                </a:moveTo>
                <a:cubicBezTo>
                  <a:pt x="11720" y="11622"/>
                  <a:pt x="11622" y="11720"/>
                  <a:pt x="11500" y="11720"/>
                </a:cubicBezTo>
                <a:cubicBezTo>
                  <a:pt x="11378" y="11720"/>
                  <a:pt x="11280" y="11622"/>
                  <a:pt x="11280" y="11500"/>
                </a:cubicBezTo>
                <a:cubicBezTo>
                  <a:pt x="11280" y="11378"/>
                  <a:pt x="11378" y="11280"/>
                  <a:pt x="11500" y="11280"/>
                </a:cubicBezTo>
                <a:cubicBezTo>
                  <a:pt x="11622" y="11280"/>
                  <a:pt x="11720" y="11378"/>
                  <a:pt x="11720" y="11500"/>
                </a:cubicBezTo>
                <a:close/>
                <a:moveTo>
                  <a:pt x="12720" y="11500"/>
                </a:moveTo>
                <a:cubicBezTo>
                  <a:pt x="12720" y="11622"/>
                  <a:pt x="12622" y="11720"/>
                  <a:pt x="12500" y="11720"/>
                </a:cubicBezTo>
                <a:cubicBezTo>
                  <a:pt x="12378" y="11720"/>
                  <a:pt x="12280" y="11622"/>
                  <a:pt x="12280" y="11500"/>
                </a:cubicBezTo>
                <a:cubicBezTo>
                  <a:pt x="12280" y="11378"/>
                  <a:pt x="12378" y="11280"/>
                  <a:pt x="12500" y="11280"/>
                </a:cubicBezTo>
                <a:cubicBezTo>
                  <a:pt x="12622" y="11280"/>
                  <a:pt x="12720" y="11378"/>
                  <a:pt x="12720" y="11500"/>
                </a:cubicBezTo>
                <a:close/>
                <a:moveTo>
                  <a:pt x="13720" y="11500"/>
                </a:moveTo>
                <a:cubicBezTo>
                  <a:pt x="13720" y="11622"/>
                  <a:pt x="13622" y="11720"/>
                  <a:pt x="13500" y="11720"/>
                </a:cubicBezTo>
                <a:cubicBezTo>
                  <a:pt x="13378" y="11720"/>
                  <a:pt x="13280" y="11622"/>
                  <a:pt x="13280" y="11500"/>
                </a:cubicBezTo>
                <a:cubicBezTo>
                  <a:pt x="13280" y="11378"/>
                  <a:pt x="13378" y="11280"/>
                  <a:pt x="13500" y="11280"/>
                </a:cubicBezTo>
                <a:cubicBezTo>
                  <a:pt x="13622" y="11280"/>
                  <a:pt x="13720" y="11378"/>
                  <a:pt x="13720" y="11500"/>
                </a:cubicBezTo>
                <a:close/>
                <a:moveTo>
                  <a:pt x="14720" y="11500"/>
                </a:moveTo>
                <a:cubicBezTo>
                  <a:pt x="14720" y="11622"/>
                  <a:pt x="14622" y="11720"/>
                  <a:pt x="14500" y="11720"/>
                </a:cubicBezTo>
                <a:cubicBezTo>
                  <a:pt x="14378" y="11720"/>
                  <a:pt x="14280" y="11622"/>
                  <a:pt x="14280" y="11500"/>
                </a:cubicBezTo>
                <a:cubicBezTo>
                  <a:pt x="14280" y="11378"/>
                  <a:pt x="14378" y="11280"/>
                  <a:pt x="14500" y="11280"/>
                </a:cubicBezTo>
                <a:cubicBezTo>
                  <a:pt x="14622" y="11280"/>
                  <a:pt x="14720" y="11378"/>
                  <a:pt x="14720" y="11500"/>
                </a:cubicBezTo>
                <a:close/>
                <a:moveTo>
                  <a:pt x="15720" y="11500"/>
                </a:moveTo>
                <a:cubicBezTo>
                  <a:pt x="15720" y="11622"/>
                  <a:pt x="15622" y="11720"/>
                  <a:pt x="15500" y="11720"/>
                </a:cubicBezTo>
                <a:cubicBezTo>
                  <a:pt x="15378" y="11720"/>
                  <a:pt x="15280" y="11622"/>
                  <a:pt x="15280" y="11500"/>
                </a:cubicBezTo>
                <a:cubicBezTo>
                  <a:pt x="15280" y="11378"/>
                  <a:pt x="15378" y="11280"/>
                  <a:pt x="15500" y="11280"/>
                </a:cubicBezTo>
                <a:cubicBezTo>
                  <a:pt x="15622" y="11280"/>
                  <a:pt x="15720" y="11378"/>
                  <a:pt x="15720" y="11500"/>
                </a:cubicBezTo>
                <a:close/>
                <a:moveTo>
                  <a:pt x="16720" y="11500"/>
                </a:moveTo>
                <a:cubicBezTo>
                  <a:pt x="16720" y="11622"/>
                  <a:pt x="16622" y="11720"/>
                  <a:pt x="16500" y="11720"/>
                </a:cubicBezTo>
                <a:cubicBezTo>
                  <a:pt x="16378" y="11720"/>
                  <a:pt x="16280" y="11622"/>
                  <a:pt x="16280" y="11500"/>
                </a:cubicBezTo>
                <a:cubicBezTo>
                  <a:pt x="16280" y="11378"/>
                  <a:pt x="16378" y="11280"/>
                  <a:pt x="16500" y="11280"/>
                </a:cubicBezTo>
                <a:cubicBezTo>
                  <a:pt x="16622" y="11280"/>
                  <a:pt x="16720" y="11378"/>
                  <a:pt x="16720" y="11500"/>
                </a:cubicBezTo>
                <a:close/>
                <a:moveTo>
                  <a:pt x="17720" y="11500"/>
                </a:moveTo>
                <a:cubicBezTo>
                  <a:pt x="17720" y="11622"/>
                  <a:pt x="17622" y="11720"/>
                  <a:pt x="17500" y="11720"/>
                </a:cubicBezTo>
                <a:cubicBezTo>
                  <a:pt x="17378" y="11720"/>
                  <a:pt x="17280" y="11622"/>
                  <a:pt x="17280" y="11500"/>
                </a:cubicBezTo>
                <a:cubicBezTo>
                  <a:pt x="17280" y="11378"/>
                  <a:pt x="17378" y="11280"/>
                  <a:pt x="17500" y="11280"/>
                </a:cubicBezTo>
                <a:cubicBezTo>
                  <a:pt x="17622" y="11280"/>
                  <a:pt x="17720" y="11378"/>
                  <a:pt x="1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8720" y="12500"/>
                </a:moveTo>
                <a:cubicBezTo>
                  <a:pt x="8720" y="12622"/>
                  <a:pt x="8622" y="12720"/>
                  <a:pt x="8500" y="12720"/>
                </a:cubicBezTo>
                <a:cubicBezTo>
                  <a:pt x="8378" y="12720"/>
                  <a:pt x="8280" y="12622"/>
                  <a:pt x="8280" y="12500"/>
                </a:cubicBezTo>
                <a:cubicBezTo>
                  <a:pt x="8280" y="12378"/>
                  <a:pt x="8378" y="12280"/>
                  <a:pt x="8500" y="12280"/>
                </a:cubicBezTo>
                <a:cubicBezTo>
                  <a:pt x="8622" y="12280"/>
                  <a:pt x="8720" y="12378"/>
                  <a:pt x="8720" y="12500"/>
                </a:cubicBezTo>
                <a:close/>
                <a:moveTo>
                  <a:pt x="9720" y="12500"/>
                </a:moveTo>
                <a:cubicBezTo>
                  <a:pt x="9720" y="12622"/>
                  <a:pt x="9622" y="12720"/>
                  <a:pt x="9500" y="12720"/>
                </a:cubicBezTo>
                <a:cubicBezTo>
                  <a:pt x="9378" y="12720"/>
                  <a:pt x="9280" y="12622"/>
                  <a:pt x="9280" y="12500"/>
                </a:cubicBezTo>
                <a:cubicBezTo>
                  <a:pt x="9280" y="12378"/>
                  <a:pt x="9378" y="12280"/>
                  <a:pt x="9500" y="12280"/>
                </a:cubicBezTo>
                <a:cubicBezTo>
                  <a:pt x="9622" y="12280"/>
                  <a:pt x="9720" y="12378"/>
                  <a:pt x="9720" y="12500"/>
                </a:cubicBezTo>
                <a:close/>
                <a:moveTo>
                  <a:pt x="10720" y="12500"/>
                </a:moveTo>
                <a:cubicBezTo>
                  <a:pt x="10720" y="12622"/>
                  <a:pt x="10622" y="12720"/>
                  <a:pt x="10500" y="12720"/>
                </a:cubicBezTo>
                <a:cubicBezTo>
                  <a:pt x="10378" y="12720"/>
                  <a:pt x="10280" y="12622"/>
                  <a:pt x="10280" y="12500"/>
                </a:cubicBezTo>
                <a:cubicBezTo>
                  <a:pt x="10280" y="12378"/>
                  <a:pt x="10378" y="12280"/>
                  <a:pt x="10500" y="12280"/>
                </a:cubicBezTo>
                <a:cubicBezTo>
                  <a:pt x="10622" y="12280"/>
                  <a:pt x="10720" y="12378"/>
                  <a:pt x="10720" y="12500"/>
                </a:cubicBezTo>
                <a:close/>
                <a:moveTo>
                  <a:pt x="11720" y="12500"/>
                </a:moveTo>
                <a:cubicBezTo>
                  <a:pt x="11720" y="12622"/>
                  <a:pt x="11622" y="12720"/>
                  <a:pt x="11500" y="12720"/>
                </a:cubicBezTo>
                <a:cubicBezTo>
                  <a:pt x="11378" y="12720"/>
                  <a:pt x="11280" y="12622"/>
                  <a:pt x="11280" y="12500"/>
                </a:cubicBezTo>
                <a:cubicBezTo>
                  <a:pt x="11280" y="12378"/>
                  <a:pt x="11378" y="12280"/>
                  <a:pt x="11500" y="12280"/>
                </a:cubicBezTo>
                <a:cubicBezTo>
                  <a:pt x="11622" y="12280"/>
                  <a:pt x="11720" y="12378"/>
                  <a:pt x="11720" y="12500"/>
                </a:cubicBezTo>
                <a:close/>
                <a:moveTo>
                  <a:pt x="12720" y="12500"/>
                </a:moveTo>
                <a:cubicBezTo>
                  <a:pt x="12720" y="12622"/>
                  <a:pt x="12622" y="12720"/>
                  <a:pt x="12500" y="12720"/>
                </a:cubicBezTo>
                <a:cubicBezTo>
                  <a:pt x="12378" y="12720"/>
                  <a:pt x="12280" y="12622"/>
                  <a:pt x="12280" y="12500"/>
                </a:cubicBezTo>
                <a:cubicBezTo>
                  <a:pt x="12280" y="12378"/>
                  <a:pt x="12378" y="12280"/>
                  <a:pt x="12500" y="12280"/>
                </a:cubicBezTo>
                <a:cubicBezTo>
                  <a:pt x="12622" y="12280"/>
                  <a:pt x="12720" y="12378"/>
                  <a:pt x="12720" y="12500"/>
                </a:cubicBezTo>
                <a:close/>
                <a:moveTo>
                  <a:pt x="13720" y="12500"/>
                </a:moveTo>
                <a:cubicBezTo>
                  <a:pt x="13720" y="12622"/>
                  <a:pt x="13622" y="12720"/>
                  <a:pt x="13500" y="12720"/>
                </a:cubicBezTo>
                <a:cubicBezTo>
                  <a:pt x="13378" y="12720"/>
                  <a:pt x="13280" y="12622"/>
                  <a:pt x="13280" y="12500"/>
                </a:cubicBezTo>
                <a:cubicBezTo>
                  <a:pt x="13280" y="12378"/>
                  <a:pt x="13378" y="12280"/>
                  <a:pt x="13500" y="12280"/>
                </a:cubicBezTo>
                <a:cubicBezTo>
                  <a:pt x="13622" y="12280"/>
                  <a:pt x="13720" y="12378"/>
                  <a:pt x="13720" y="12500"/>
                </a:cubicBezTo>
                <a:close/>
                <a:moveTo>
                  <a:pt x="14720" y="12500"/>
                </a:moveTo>
                <a:cubicBezTo>
                  <a:pt x="14720" y="12622"/>
                  <a:pt x="14622" y="12720"/>
                  <a:pt x="14500" y="12720"/>
                </a:cubicBezTo>
                <a:cubicBezTo>
                  <a:pt x="14378" y="12720"/>
                  <a:pt x="14280" y="12622"/>
                  <a:pt x="14280" y="12500"/>
                </a:cubicBezTo>
                <a:cubicBezTo>
                  <a:pt x="14280" y="12378"/>
                  <a:pt x="14378" y="12280"/>
                  <a:pt x="14500" y="12280"/>
                </a:cubicBezTo>
                <a:cubicBezTo>
                  <a:pt x="14622" y="12280"/>
                  <a:pt x="14720" y="12378"/>
                  <a:pt x="14720" y="12500"/>
                </a:cubicBezTo>
                <a:close/>
                <a:moveTo>
                  <a:pt x="15720" y="12500"/>
                </a:moveTo>
                <a:cubicBezTo>
                  <a:pt x="15720" y="12622"/>
                  <a:pt x="15622" y="12720"/>
                  <a:pt x="15500" y="12720"/>
                </a:cubicBezTo>
                <a:cubicBezTo>
                  <a:pt x="15378" y="12720"/>
                  <a:pt x="15280" y="12622"/>
                  <a:pt x="15280" y="12500"/>
                </a:cubicBezTo>
                <a:cubicBezTo>
                  <a:pt x="15280" y="12378"/>
                  <a:pt x="15378" y="12280"/>
                  <a:pt x="15500" y="12280"/>
                </a:cubicBezTo>
                <a:cubicBezTo>
                  <a:pt x="15622" y="12280"/>
                  <a:pt x="15720" y="12378"/>
                  <a:pt x="15720" y="12500"/>
                </a:cubicBezTo>
                <a:close/>
                <a:moveTo>
                  <a:pt x="16720" y="12500"/>
                </a:moveTo>
                <a:cubicBezTo>
                  <a:pt x="16720" y="12622"/>
                  <a:pt x="16622" y="12720"/>
                  <a:pt x="16500" y="12720"/>
                </a:cubicBezTo>
                <a:cubicBezTo>
                  <a:pt x="16378" y="12720"/>
                  <a:pt x="16280" y="12622"/>
                  <a:pt x="16280" y="12500"/>
                </a:cubicBezTo>
                <a:cubicBezTo>
                  <a:pt x="16280" y="12378"/>
                  <a:pt x="16378" y="12280"/>
                  <a:pt x="16500" y="12280"/>
                </a:cubicBezTo>
                <a:cubicBezTo>
                  <a:pt x="16622" y="12280"/>
                  <a:pt x="16720" y="12378"/>
                  <a:pt x="16720" y="12500"/>
                </a:cubicBezTo>
                <a:close/>
                <a:moveTo>
                  <a:pt x="17720" y="12500"/>
                </a:moveTo>
                <a:cubicBezTo>
                  <a:pt x="17720" y="12622"/>
                  <a:pt x="17622" y="12720"/>
                  <a:pt x="17500" y="12720"/>
                </a:cubicBezTo>
                <a:cubicBezTo>
                  <a:pt x="17378" y="12720"/>
                  <a:pt x="17280" y="12622"/>
                  <a:pt x="17280" y="12500"/>
                </a:cubicBezTo>
                <a:cubicBezTo>
                  <a:pt x="17280" y="12378"/>
                  <a:pt x="17378" y="12280"/>
                  <a:pt x="17500" y="12280"/>
                </a:cubicBezTo>
                <a:cubicBezTo>
                  <a:pt x="17622" y="12280"/>
                  <a:pt x="17720" y="12378"/>
                  <a:pt x="1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8720" y="13500"/>
                </a:moveTo>
                <a:cubicBezTo>
                  <a:pt x="8720" y="13622"/>
                  <a:pt x="8622" y="13720"/>
                  <a:pt x="8500" y="13720"/>
                </a:cubicBezTo>
                <a:cubicBezTo>
                  <a:pt x="8378" y="13720"/>
                  <a:pt x="8280" y="13622"/>
                  <a:pt x="8280" y="13500"/>
                </a:cubicBezTo>
                <a:cubicBezTo>
                  <a:pt x="8280" y="13378"/>
                  <a:pt x="8378" y="13280"/>
                  <a:pt x="8500" y="13280"/>
                </a:cubicBezTo>
                <a:cubicBezTo>
                  <a:pt x="8622" y="13280"/>
                  <a:pt x="8720" y="13378"/>
                  <a:pt x="8720" y="13500"/>
                </a:cubicBezTo>
                <a:close/>
                <a:moveTo>
                  <a:pt x="9720" y="13500"/>
                </a:moveTo>
                <a:cubicBezTo>
                  <a:pt x="9720" y="13622"/>
                  <a:pt x="9622" y="13720"/>
                  <a:pt x="9500" y="13720"/>
                </a:cubicBezTo>
                <a:cubicBezTo>
                  <a:pt x="9378" y="13720"/>
                  <a:pt x="9280" y="13622"/>
                  <a:pt x="9280" y="13500"/>
                </a:cubicBezTo>
                <a:cubicBezTo>
                  <a:pt x="9280" y="13378"/>
                  <a:pt x="9378" y="13280"/>
                  <a:pt x="9500" y="13280"/>
                </a:cubicBezTo>
                <a:cubicBezTo>
                  <a:pt x="9622" y="13280"/>
                  <a:pt x="9720" y="13378"/>
                  <a:pt x="9720" y="13500"/>
                </a:cubicBezTo>
                <a:close/>
                <a:moveTo>
                  <a:pt x="10720" y="13500"/>
                </a:moveTo>
                <a:cubicBezTo>
                  <a:pt x="10720" y="13622"/>
                  <a:pt x="10622" y="13720"/>
                  <a:pt x="10500" y="13720"/>
                </a:cubicBezTo>
                <a:cubicBezTo>
                  <a:pt x="10378" y="13720"/>
                  <a:pt x="10280" y="13622"/>
                  <a:pt x="10280" y="13500"/>
                </a:cubicBezTo>
                <a:cubicBezTo>
                  <a:pt x="10280" y="13378"/>
                  <a:pt x="10378" y="13280"/>
                  <a:pt x="10500" y="13280"/>
                </a:cubicBezTo>
                <a:cubicBezTo>
                  <a:pt x="10622" y="13280"/>
                  <a:pt x="10720" y="13378"/>
                  <a:pt x="10720" y="13500"/>
                </a:cubicBezTo>
                <a:close/>
                <a:moveTo>
                  <a:pt x="11720" y="13500"/>
                </a:moveTo>
                <a:cubicBezTo>
                  <a:pt x="11720" y="13622"/>
                  <a:pt x="11622" y="13720"/>
                  <a:pt x="11500" y="13720"/>
                </a:cubicBezTo>
                <a:cubicBezTo>
                  <a:pt x="11378" y="13720"/>
                  <a:pt x="11280" y="13622"/>
                  <a:pt x="11280" y="13500"/>
                </a:cubicBezTo>
                <a:cubicBezTo>
                  <a:pt x="11280" y="13378"/>
                  <a:pt x="11378" y="13280"/>
                  <a:pt x="11500" y="13280"/>
                </a:cubicBezTo>
                <a:cubicBezTo>
                  <a:pt x="11622" y="13280"/>
                  <a:pt x="11720" y="13378"/>
                  <a:pt x="11720" y="13500"/>
                </a:cubicBezTo>
                <a:close/>
                <a:moveTo>
                  <a:pt x="12720" y="13500"/>
                </a:moveTo>
                <a:cubicBezTo>
                  <a:pt x="12720" y="13622"/>
                  <a:pt x="12622" y="13720"/>
                  <a:pt x="12500" y="13720"/>
                </a:cubicBezTo>
                <a:cubicBezTo>
                  <a:pt x="12378" y="13720"/>
                  <a:pt x="12280" y="13622"/>
                  <a:pt x="12280" y="13500"/>
                </a:cubicBezTo>
                <a:cubicBezTo>
                  <a:pt x="12280" y="13378"/>
                  <a:pt x="12378" y="13280"/>
                  <a:pt x="12500" y="13280"/>
                </a:cubicBezTo>
                <a:cubicBezTo>
                  <a:pt x="12622" y="13280"/>
                  <a:pt x="12720" y="13378"/>
                  <a:pt x="12720" y="13500"/>
                </a:cubicBezTo>
                <a:close/>
                <a:moveTo>
                  <a:pt x="13720" y="13500"/>
                </a:moveTo>
                <a:cubicBezTo>
                  <a:pt x="13720" y="13622"/>
                  <a:pt x="13622" y="13720"/>
                  <a:pt x="13500" y="13720"/>
                </a:cubicBezTo>
                <a:cubicBezTo>
                  <a:pt x="13378" y="13720"/>
                  <a:pt x="13280" y="13622"/>
                  <a:pt x="13280" y="13500"/>
                </a:cubicBezTo>
                <a:cubicBezTo>
                  <a:pt x="13280" y="13378"/>
                  <a:pt x="13378" y="13280"/>
                  <a:pt x="13500" y="13280"/>
                </a:cubicBezTo>
                <a:cubicBezTo>
                  <a:pt x="13622" y="13280"/>
                  <a:pt x="13720" y="13378"/>
                  <a:pt x="13720" y="13500"/>
                </a:cubicBezTo>
                <a:close/>
                <a:moveTo>
                  <a:pt x="14720" y="13500"/>
                </a:moveTo>
                <a:cubicBezTo>
                  <a:pt x="14720" y="13622"/>
                  <a:pt x="14622" y="13720"/>
                  <a:pt x="14500" y="13720"/>
                </a:cubicBezTo>
                <a:cubicBezTo>
                  <a:pt x="14378" y="13720"/>
                  <a:pt x="14280" y="13622"/>
                  <a:pt x="14280" y="13500"/>
                </a:cubicBezTo>
                <a:cubicBezTo>
                  <a:pt x="14280" y="13378"/>
                  <a:pt x="14378" y="13280"/>
                  <a:pt x="14500" y="13280"/>
                </a:cubicBezTo>
                <a:cubicBezTo>
                  <a:pt x="14622" y="13280"/>
                  <a:pt x="14720" y="13378"/>
                  <a:pt x="14720" y="13500"/>
                </a:cubicBezTo>
                <a:close/>
                <a:moveTo>
                  <a:pt x="15720" y="13500"/>
                </a:moveTo>
                <a:cubicBezTo>
                  <a:pt x="15720" y="13622"/>
                  <a:pt x="15622" y="13720"/>
                  <a:pt x="15500" y="13720"/>
                </a:cubicBezTo>
                <a:cubicBezTo>
                  <a:pt x="15378" y="13720"/>
                  <a:pt x="15280" y="13622"/>
                  <a:pt x="15280" y="13500"/>
                </a:cubicBezTo>
                <a:cubicBezTo>
                  <a:pt x="15280" y="13378"/>
                  <a:pt x="15378" y="13280"/>
                  <a:pt x="15500" y="13280"/>
                </a:cubicBezTo>
                <a:cubicBezTo>
                  <a:pt x="15622" y="13280"/>
                  <a:pt x="15720" y="13378"/>
                  <a:pt x="15720" y="13500"/>
                </a:cubicBezTo>
                <a:close/>
                <a:moveTo>
                  <a:pt x="16720" y="13500"/>
                </a:moveTo>
                <a:cubicBezTo>
                  <a:pt x="16720" y="13622"/>
                  <a:pt x="16622" y="13720"/>
                  <a:pt x="16500" y="13720"/>
                </a:cubicBezTo>
                <a:cubicBezTo>
                  <a:pt x="16378" y="13720"/>
                  <a:pt x="16280" y="13622"/>
                  <a:pt x="16280" y="13500"/>
                </a:cubicBezTo>
                <a:cubicBezTo>
                  <a:pt x="16280" y="13378"/>
                  <a:pt x="16378" y="13280"/>
                  <a:pt x="16500" y="13280"/>
                </a:cubicBezTo>
                <a:cubicBezTo>
                  <a:pt x="16622" y="13280"/>
                  <a:pt x="16720" y="13378"/>
                  <a:pt x="16720" y="13500"/>
                </a:cubicBezTo>
                <a:close/>
                <a:moveTo>
                  <a:pt x="17720" y="13500"/>
                </a:moveTo>
                <a:cubicBezTo>
                  <a:pt x="17720" y="13622"/>
                  <a:pt x="17622" y="13720"/>
                  <a:pt x="17500" y="13720"/>
                </a:cubicBezTo>
                <a:cubicBezTo>
                  <a:pt x="17378" y="13720"/>
                  <a:pt x="17280" y="13622"/>
                  <a:pt x="17280" y="13500"/>
                </a:cubicBezTo>
                <a:cubicBezTo>
                  <a:pt x="17280" y="13378"/>
                  <a:pt x="17378" y="13280"/>
                  <a:pt x="17500" y="13280"/>
                </a:cubicBezTo>
                <a:cubicBezTo>
                  <a:pt x="17622" y="13280"/>
                  <a:pt x="17720" y="13378"/>
                  <a:pt x="17720" y="1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dots 3"/>
          <p:cNvSpPr/>
          <p:nvPr/>
        </p:nvSpPr>
        <p:spPr>
          <a:xfrm>
            <a:off x="11176000" y="3810000"/>
            <a:ext cx="1016000" cy="3048000"/>
          </a:xfrm>
          <a:custGeom>
            <a:avLst/>
            <a:gdLst/>
            <a:ahLst/>
            <a:cxnLst/>
            <a:rect l="0" t="0" r="r" b="b"/>
            <a:pathLst>
              <a:path w="8000" h="2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720" y="14500"/>
                </a:moveTo>
                <a:cubicBezTo>
                  <a:pt x="720" y="14622"/>
                  <a:pt x="622" y="14720"/>
                  <a:pt x="500" y="14720"/>
                </a:cubicBezTo>
                <a:cubicBezTo>
                  <a:pt x="378" y="14720"/>
                  <a:pt x="280" y="14622"/>
                  <a:pt x="280" y="14500"/>
                </a:cubicBezTo>
                <a:cubicBezTo>
                  <a:pt x="280" y="14378"/>
                  <a:pt x="378" y="14280"/>
                  <a:pt x="500" y="14280"/>
                </a:cubicBezTo>
                <a:cubicBezTo>
                  <a:pt x="622" y="14280"/>
                  <a:pt x="720" y="14378"/>
                  <a:pt x="720" y="14500"/>
                </a:cubicBezTo>
                <a:close/>
                <a:moveTo>
                  <a:pt x="1720" y="14500"/>
                </a:moveTo>
                <a:cubicBezTo>
                  <a:pt x="1720" y="14622"/>
                  <a:pt x="1622" y="14720"/>
                  <a:pt x="1500" y="14720"/>
                </a:cubicBezTo>
                <a:cubicBezTo>
                  <a:pt x="1378" y="14720"/>
                  <a:pt x="1280" y="14622"/>
                  <a:pt x="1280" y="14500"/>
                </a:cubicBezTo>
                <a:cubicBezTo>
                  <a:pt x="1280" y="14378"/>
                  <a:pt x="1378" y="14280"/>
                  <a:pt x="1500" y="14280"/>
                </a:cubicBezTo>
                <a:cubicBezTo>
                  <a:pt x="1622" y="14280"/>
                  <a:pt x="1720" y="14378"/>
                  <a:pt x="1720" y="14500"/>
                </a:cubicBezTo>
                <a:close/>
                <a:moveTo>
                  <a:pt x="2720" y="14500"/>
                </a:moveTo>
                <a:cubicBezTo>
                  <a:pt x="2720" y="14622"/>
                  <a:pt x="2622" y="14720"/>
                  <a:pt x="2500" y="14720"/>
                </a:cubicBezTo>
                <a:cubicBezTo>
                  <a:pt x="2378" y="14720"/>
                  <a:pt x="2280" y="14622"/>
                  <a:pt x="2280" y="14500"/>
                </a:cubicBezTo>
                <a:cubicBezTo>
                  <a:pt x="2280" y="14378"/>
                  <a:pt x="2378" y="14280"/>
                  <a:pt x="2500" y="14280"/>
                </a:cubicBezTo>
                <a:cubicBezTo>
                  <a:pt x="2622" y="14280"/>
                  <a:pt x="2720" y="14378"/>
                  <a:pt x="2720" y="14500"/>
                </a:cubicBezTo>
                <a:close/>
                <a:moveTo>
                  <a:pt x="3720" y="14500"/>
                </a:moveTo>
                <a:cubicBezTo>
                  <a:pt x="3720" y="14622"/>
                  <a:pt x="3622" y="14720"/>
                  <a:pt x="3500" y="14720"/>
                </a:cubicBezTo>
                <a:cubicBezTo>
                  <a:pt x="3378" y="14720"/>
                  <a:pt x="3280" y="14622"/>
                  <a:pt x="3280" y="14500"/>
                </a:cubicBezTo>
                <a:cubicBezTo>
                  <a:pt x="3280" y="14378"/>
                  <a:pt x="3378" y="14280"/>
                  <a:pt x="3500" y="14280"/>
                </a:cubicBezTo>
                <a:cubicBezTo>
                  <a:pt x="3622" y="14280"/>
                  <a:pt x="3720" y="14378"/>
                  <a:pt x="3720" y="14500"/>
                </a:cubicBezTo>
                <a:close/>
                <a:moveTo>
                  <a:pt x="4720" y="14500"/>
                </a:moveTo>
                <a:cubicBezTo>
                  <a:pt x="4720" y="14622"/>
                  <a:pt x="4622" y="14720"/>
                  <a:pt x="4500" y="14720"/>
                </a:cubicBezTo>
                <a:cubicBezTo>
                  <a:pt x="4378" y="14720"/>
                  <a:pt x="4280" y="14622"/>
                  <a:pt x="4280" y="14500"/>
                </a:cubicBezTo>
                <a:cubicBezTo>
                  <a:pt x="4280" y="14378"/>
                  <a:pt x="4378" y="14280"/>
                  <a:pt x="4500" y="14280"/>
                </a:cubicBezTo>
                <a:cubicBezTo>
                  <a:pt x="4622" y="14280"/>
                  <a:pt x="4720" y="14378"/>
                  <a:pt x="4720" y="14500"/>
                </a:cubicBezTo>
                <a:close/>
                <a:moveTo>
                  <a:pt x="5720" y="14500"/>
                </a:moveTo>
                <a:cubicBezTo>
                  <a:pt x="5720" y="14622"/>
                  <a:pt x="5622" y="14720"/>
                  <a:pt x="5500" y="14720"/>
                </a:cubicBezTo>
                <a:cubicBezTo>
                  <a:pt x="5378" y="14720"/>
                  <a:pt x="5280" y="14622"/>
                  <a:pt x="5280" y="14500"/>
                </a:cubicBezTo>
                <a:cubicBezTo>
                  <a:pt x="5280" y="14378"/>
                  <a:pt x="5378" y="14280"/>
                  <a:pt x="5500" y="14280"/>
                </a:cubicBezTo>
                <a:cubicBezTo>
                  <a:pt x="5622" y="14280"/>
                  <a:pt x="5720" y="14378"/>
                  <a:pt x="5720" y="14500"/>
                </a:cubicBezTo>
                <a:close/>
                <a:moveTo>
                  <a:pt x="6720" y="14500"/>
                </a:moveTo>
                <a:cubicBezTo>
                  <a:pt x="6720" y="14622"/>
                  <a:pt x="6622" y="14720"/>
                  <a:pt x="6500" y="14720"/>
                </a:cubicBezTo>
                <a:cubicBezTo>
                  <a:pt x="6378" y="14720"/>
                  <a:pt x="6280" y="14622"/>
                  <a:pt x="6280" y="14500"/>
                </a:cubicBezTo>
                <a:cubicBezTo>
                  <a:pt x="6280" y="14378"/>
                  <a:pt x="6378" y="14280"/>
                  <a:pt x="6500" y="14280"/>
                </a:cubicBezTo>
                <a:cubicBezTo>
                  <a:pt x="6622" y="14280"/>
                  <a:pt x="6720" y="14378"/>
                  <a:pt x="6720" y="14500"/>
                </a:cubicBezTo>
                <a:close/>
                <a:moveTo>
                  <a:pt x="7720" y="14500"/>
                </a:moveTo>
                <a:cubicBezTo>
                  <a:pt x="7720" y="14622"/>
                  <a:pt x="7622" y="14720"/>
                  <a:pt x="7500" y="14720"/>
                </a:cubicBezTo>
                <a:cubicBezTo>
                  <a:pt x="7378" y="14720"/>
                  <a:pt x="7280" y="14622"/>
                  <a:pt x="7280" y="14500"/>
                </a:cubicBezTo>
                <a:cubicBezTo>
                  <a:pt x="7280" y="14378"/>
                  <a:pt x="7378" y="14280"/>
                  <a:pt x="7500" y="14280"/>
                </a:cubicBezTo>
                <a:cubicBezTo>
                  <a:pt x="7622" y="14280"/>
                  <a:pt x="7720" y="14378"/>
                  <a:pt x="7720" y="14500"/>
                </a:cubicBezTo>
                <a:close/>
                <a:moveTo>
                  <a:pt x="720" y="15500"/>
                </a:moveTo>
                <a:cubicBezTo>
                  <a:pt x="720" y="15622"/>
                  <a:pt x="622" y="15720"/>
                  <a:pt x="500" y="15720"/>
                </a:cubicBezTo>
                <a:cubicBezTo>
                  <a:pt x="378" y="15720"/>
                  <a:pt x="280" y="15622"/>
                  <a:pt x="280" y="15500"/>
                </a:cubicBezTo>
                <a:cubicBezTo>
                  <a:pt x="280" y="15378"/>
                  <a:pt x="378" y="15280"/>
                  <a:pt x="500" y="15280"/>
                </a:cubicBezTo>
                <a:cubicBezTo>
                  <a:pt x="622" y="15280"/>
                  <a:pt x="720" y="15378"/>
                  <a:pt x="720" y="15500"/>
                </a:cubicBezTo>
                <a:close/>
                <a:moveTo>
                  <a:pt x="1720" y="15500"/>
                </a:moveTo>
                <a:cubicBezTo>
                  <a:pt x="1720" y="15622"/>
                  <a:pt x="1622" y="15720"/>
                  <a:pt x="1500" y="15720"/>
                </a:cubicBezTo>
                <a:cubicBezTo>
                  <a:pt x="1378" y="15720"/>
                  <a:pt x="1280" y="15622"/>
                  <a:pt x="1280" y="15500"/>
                </a:cubicBezTo>
                <a:cubicBezTo>
                  <a:pt x="1280" y="15378"/>
                  <a:pt x="1378" y="15280"/>
                  <a:pt x="1500" y="15280"/>
                </a:cubicBezTo>
                <a:cubicBezTo>
                  <a:pt x="1622" y="15280"/>
                  <a:pt x="1720" y="15378"/>
                  <a:pt x="1720" y="15500"/>
                </a:cubicBezTo>
                <a:close/>
                <a:moveTo>
                  <a:pt x="2720" y="15500"/>
                </a:moveTo>
                <a:cubicBezTo>
                  <a:pt x="2720" y="15622"/>
                  <a:pt x="2622" y="15720"/>
                  <a:pt x="2500" y="15720"/>
                </a:cubicBezTo>
                <a:cubicBezTo>
                  <a:pt x="2378" y="15720"/>
                  <a:pt x="2280" y="15622"/>
                  <a:pt x="2280" y="15500"/>
                </a:cubicBezTo>
                <a:cubicBezTo>
                  <a:pt x="2280" y="15378"/>
                  <a:pt x="2378" y="15280"/>
                  <a:pt x="2500" y="15280"/>
                </a:cubicBezTo>
                <a:cubicBezTo>
                  <a:pt x="2622" y="15280"/>
                  <a:pt x="2720" y="15378"/>
                  <a:pt x="2720" y="15500"/>
                </a:cubicBezTo>
                <a:close/>
                <a:moveTo>
                  <a:pt x="3720" y="15500"/>
                </a:moveTo>
                <a:cubicBezTo>
                  <a:pt x="3720" y="15622"/>
                  <a:pt x="3622" y="15720"/>
                  <a:pt x="3500" y="15720"/>
                </a:cubicBezTo>
                <a:cubicBezTo>
                  <a:pt x="3378" y="15720"/>
                  <a:pt x="3280" y="15622"/>
                  <a:pt x="3280" y="15500"/>
                </a:cubicBezTo>
                <a:cubicBezTo>
                  <a:pt x="3280" y="15378"/>
                  <a:pt x="3378" y="15280"/>
                  <a:pt x="3500" y="15280"/>
                </a:cubicBezTo>
                <a:cubicBezTo>
                  <a:pt x="3622" y="15280"/>
                  <a:pt x="3720" y="15378"/>
                  <a:pt x="3720" y="15500"/>
                </a:cubicBezTo>
                <a:close/>
                <a:moveTo>
                  <a:pt x="4720" y="15500"/>
                </a:moveTo>
                <a:cubicBezTo>
                  <a:pt x="4720" y="15622"/>
                  <a:pt x="4622" y="15720"/>
                  <a:pt x="4500" y="15720"/>
                </a:cubicBezTo>
                <a:cubicBezTo>
                  <a:pt x="4378" y="15720"/>
                  <a:pt x="4280" y="15622"/>
                  <a:pt x="4280" y="15500"/>
                </a:cubicBezTo>
                <a:cubicBezTo>
                  <a:pt x="4280" y="15378"/>
                  <a:pt x="4378" y="15280"/>
                  <a:pt x="4500" y="15280"/>
                </a:cubicBezTo>
                <a:cubicBezTo>
                  <a:pt x="4622" y="15280"/>
                  <a:pt x="4720" y="15378"/>
                  <a:pt x="4720" y="15500"/>
                </a:cubicBezTo>
                <a:close/>
                <a:moveTo>
                  <a:pt x="5720" y="15500"/>
                </a:moveTo>
                <a:cubicBezTo>
                  <a:pt x="5720" y="15622"/>
                  <a:pt x="5622" y="15720"/>
                  <a:pt x="5500" y="15720"/>
                </a:cubicBezTo>
                <a:cubicBezTo>
                  <a:pt x="5378" y="15720"/>
                  <a:pt x="5280" y="15622"/>
                  <a:pt x="5280" y="15500"/>
                </a:cubicBezTo>
                <a:cubicBezTo>
                  <a:pt x="5280" y="15378"/>
                  <a:pt x="5378" y="15280"/>
                  <a:pt x="5500" y="15280"/>
                </a:cubicBezTo>
                <a:cubicBezTo>
                  <a:pt x="5622" y="15280"/>
                  <a:pt x="5720" y="15378"/>
                  <a:pt x="5720" y="15500"/>
                </a:cubicBezTo>
                <a:close/>
                <a:moveTo>
                  <a:pt x="6720" y="15500"/>
                </a:moveTo>
                <a:cubicBezTo>
                  <a:pt x="6720" y="15622"/>
                  <a:pt x="6622" y="15720"/>
                  <a:pt x="6500" y="15720"/>
                </a:cubicBezTo>
                <a:cubicBezTo>
                  <a:pt x="6378" y="15720"/>
                  <a:pt x="6280" y="15622"/>
                  <a:pt x="6280" y="15500"/>
                </a:cubicBezTo>
                <a:cubicBezTo>
                  <a:pt x="6280" y="15378"/>
                  <a:pt x="6378" y="15280"/>
                  <a:pt x="6500" y="15280"/>
                </a:cubicBezTo>
                <a:cubicBezTo>
                  <a:pt x="6622" y="15280"/>
                  <a:pt x="6720" y="15378"/>
                  <a:pt x="6720" y="15500"/>
                </a:cubicBezTo>
                <a:close/>
                <a:moveTo>
                  <a:pt x="7720" y="15500"/>
                </a:moveTo>
                <a:cubicBezTo>
                  <a:pt x="7720" y="15622"/>
                  <a:pt x="7622" y="15720"/>
                  <a:pt x="7500" y="15720"/>
                </a:cubicBezTo>
                <a:cubicBezTo>
                  <a:pt x="7378" y="15720"/>
                  <a:pt x="7280" y="15622"/>
                  <a:pt x="7280" y="15500"/>
                </a:cubicBezTo>
                <a:cubicBezTo>
                  <a:pt x="7280" y="15378"/>
                  <a:pt x="7378" y="15280"/>
                  <a:pt x="7500" y="15280"/>
                </a:cubicBezTo>
                <a:cubicBezTo>
                  <a:pt x="7622" y="15280"/>
                  <a:pt x="7720" y="15378"/>
                  <a:pt x="7720" y="15500"/>
                </a:cubicBezTo>
                <a:close/>
                <a:moveTo>
                  <a:pt x="720" y="16500"/>
                </a:moveTo>
                <a:cubicBezTo>
                  <a:pt x="720" y="16622"/>
                  <a:pt x="622" y="16720"/>
                  <a:pt x="500" y="16720"/>
                </a:cubicBezTo>
                <a:cubicBezTo>
                  <a:pt x="378" y="16720"/>
                  <a:pt x="280" y="16622"/>
                  <a:pt x="280" y="16500"/>
                </a:cubicBezTo>
                <a:cubicBezTo>
                  <a:pt x="280" y="16378"/>
                  <a:pt x="378" y="16280"/>
                  <a:pt x="500" y="16280"/>
                </a:cubicBezTo>
                <a:cubicBezTo>
                  <a:pt x="622" y="16280"/>
                  <a:pt x="720" y="16378"/>
                  <a:pt x="720" y="16500"/>
                </a:cubicBezTo>
                <a:close/>
                <a:moveTo>
                  <a:pt x="1720" y="16500"/>
                </a:moveTo>
                <a:cubicBezTo>
                  <a:pt x="1720" y="16622"/>
                  <a:pt x="1622" y="16720"/>
                  <a:pt x="1500" y="16720"/>
                </a:cubicBezTo>
                <a:cubicBezTo>
                  <a:pt x="1378" y="16720"/>
                  <a:pt x="1280" y="16622"/>
                  <a:pt x="1280" y="16500"/>
                </a:cubicBezTo>
                <a:cubicBezTo>
                  <a:pt x="1280" y="16378"/>
                  <a:pt x="1378" y="16280"/>
                  <a:pt x="1500" y="16280"/>
                </a:cubicBezTo>
                <a:cubicBezTo>
                  <a:pt x="1622" y="16280"/>
                  <a:pt x="1720" y="16378"/>
                  <a:pt x="1720" y="16500"/>
                </a:cubicBezTo>
                <a:close/>
                <a:moveTo>
                  <a:pt x="2720" y="16500"/>
                </a:moveTo>
                <a:cubicBezTo>
                  <a:pt x="2720" y="16622"/>
                  <a:pt x="2622" y="16720"/>
                  <a:pt x="2500" y="16720"/>
                </a:cubicBezTo>
                <a:cubicBezTo>
                  <a:pt x="2378" y="16720"/>
                  <a:pt x="2280" y="16622"/>
                  <a:pt x="2280" y="16500"/>
                </a:cubicBezTo>
                <a:cubicBezTo>
                  <a:pt x="2280" y="16378"/>
                  <a:pt x="2378" y="16280"/>
                  <a:pt x="2500" y="16280"/>
                </a:cubicBezTo>
                <a:cubicBezTo>
                  <a:pt x="2622" y="16280"/>
                  <a:pt x="2720" y="16378"/>
                  <a:pt x="2720" y="16500"/>
                </a:cubicBezTo>
                <a:close/>
                <a:moveTo>
                  <a:pt x="3720" y="16500"/>
                </a:moveTo>
                <a:cubicBezTo>
                  <a:pt x="3720" y="16622"/>
                  <a:pt x="3622" y="16720"/>
                  <a:pt x="3500" y="16720"/>
                </a:cubicBezTo>
                <a:cubicBezTo>
                  <a:pt x="3378" y="16720"/>
                  <a:pt x="3280" y="16622"/>
                  <a:pt x="3280" y="16500"/>
                </a:cubicBezTo>
                <a:cubicBezTo>
                  <a:pt x="3280" y="16378"/>
                  <a:pt x="3378" y="16280"/>
                  <a:pt x="3500" y="16280"/>
                </a:cubicBezTo>
                <a:cubicBezTo>
                  <a:pt x="3622" y="16280"/>
                  <a:pt x="3720" y="16378"/>
                  <a:pt x="3720" y="16500"/>
                </a:cubicBezTo>
                <a:close/>
                <a:moveTo>
                  <a:pt x="4720" y="16500"/>
                </a:moveTo>
                <a:cubicBezTo>
                  <a:pt x="4720" y="16622"/>
                  <a:pt x="4622" y="16720"/>
                  <a:pt x="4500" y="16720"/>
                </a:cubicBezTo>
                <a:cubicBezTo>
                  <a:pt x="4378" y="16720"/>
                  <a:pt x="4280" y="16622"/>
                  <a:pt x="4280" y="16500"/>
                </a:cubicBezTo>
                <a:cubicBezTo>
                  <a:pt x="4280" y="16378"/>
                  <a:pt x="4378" y="16280"/>
                  <a:pt x="4500" y="16280"/>
                </a:cubicBezTo>
                <a:cubicBezTo>
                  <a:pt x="4622" y="16280"/>
                  <a:pt x="4720" y="16378"/>
                  <a:pt x="4720" y="16500"/>
                </a:cubicBezTo>
                <a:close/>
                <a:moveTo>
                  <a:pt x="5720" y="16500"/>
                </a:moveTo>
                <a:cubicBezTo>
                  <a:pt x="5720" y="16622"/>
                  <a:pt x="5622" y="16720"/>
                  <a:pt x="5500" y="16720"/>
                </a:cubicBezTo>
                <a:cubicBezTo>
                  <a:pt x="5378" y="16720"/>
                  <a:pt x="5280" y="16622"/>
                  <a:pt x="5280" y="16500"/>
                </a:cubicBezTo>
                <a:cubicBezTo>
                  <a:pt x="5280" y="16378"/>
                  <a:pt x="5378" y="16280"/>
                  <a:pt x="5500" y="16280"/>
                </a:cubicBezTo>
                <a:cubicBezTo>
                  <a:pt x="5622" y="16280"/>
                  <a:pt x="5720" y="16378"/>
                  <a:pt x="5720" y="16500"/>
                </a:cubicBezTo>
                <a:close/>
                <a:moveTo>
                  <a:pt x="6720" y="16500"/>
                </a:moveTo>
                <a:cubicBezTo>
                  <a:pt x="6720" y="16622"/>
                  <a:pt x="6622" y="16720"/>
                  <a:pt x="6500" y="16720"/>
                </a:cubicBezTo>
                <a:cubicBezTo>
                  <a:pt x="6378" y="16720"/>
                  <a:pt x="6280" y="16622"/>
                  <a:pt x="6280" y="16500"/>
                </a:cubicBezTo>
                <a:cubicBezTo>
                  <a:pt x="6280" y="16378"/>
                  <a:pt x="6378" y="16280"/>
                  <a:pt x="6500" y="16280"/>
                </a:cubicBezTo>
                <a:cubicBezTo>
                  <a:pt x="6622" y="16280"/>
                  <a:pt x="6720" y="16378"/>
                  <a:pt x="6720" y="16500"/>
                </a:cubicBezTo>
                <a:close/>
                <a:moveTo>
                  <a:pt x="7720" y="16500"/>
                </a:moveTo>
                <a:cubicBezTo>
                  <a:pt x="7720" y="16622"/>
                  <a:pt x="7622" y="16720"/>
                  <a:pt x="7500" y="16720"/>
                </a:cubicBezTo>
                <a:cubicBezTo>
                  <a:pt x="7378" y="16720"/>
                  <a:pt x="7280" y="16622"/>
                  <a:pt x="7280" y="16500"/>
                </a:cubicBezTo>
                <a:cubicBezTo>
                  <a:pt x="7280" y="16378"/>
                  <a:pt x="7378" y="16280"/>
                  <a:pt x="7500" y="16280"/>
                </a:cubicBezTo>
                <a:cubicBezTo>
                  <a:pt x="7622" y="16280"/>
                  <a:pt x="7720" y="16378"/>
                  <a:pt x="7720" y="16500"/>
                </a:cubicBezTo>
                <a:close/>
                <a:moveTo>
                  <a:pt x="720" y="17500"/>
                </a:moveTo>
                <a:cubicBezTo>
                  <a:pt x="720" y="17622"/>
                  <a:pt x="622" y="17720"/>
                  <a:pt x="500" y="17720"/>
                </a:cubicBezTo>
                <a:cubicBezTo>
                  <a:pt x="378" y="17720"/>
                  <a:pt x="280" y="17622"/>
                  <a:pt x="280" y="17500"/>
                </a:cubicBezTo>
                <a:cubicBezTo>
                  <a:pt x="280" y="17378"/>
                  <a:pt x="378" y="17280"/>
                  <a:pt x="500" y="17280"/>
                </a:cubicBezTo>
                <a:cubicBezTo>
                  <a:pt x="622" y="17280"/>
                  <a:pt x="720" y="17378"/>
                  <a:pt x="720" y="17500"/>
                </a:cubicBezTo>
                <a:close/>
                <a:moveTo>
                  <a:pt x="1720" y="17500"/>
                </a:moveTo>
                <a:cubicBezTo>
                  <a:pt x="1720" y="17622"/>
                  <a:pt x="1622" y="17720"/>
                  <a:pt x="1500" y="17720"/>
                </a:cubicBezTo>
                <a:cubicBezTo>
                  <a:pt x="1378" y="17720"/>
                  <a:pt x="1280" y="17622"/>
                  <a:pt x="1280" y="17500"/>
                </a:cubicBezTo>
                <a:cubicBezTo>
                  <a:pt x="1280" y="17378"/>
                  <a:pt x="1378" y="17280"/>
                  <a:pt x="1500" y="17280"/>
                </a:cubicBezTo>
                <a:cubicBezTo>
                  <a:pt x="1622" y="17280"/>
                  <a:pt x="1720" y="17378"/>
                  <a:pt x="1720" y="17500"/>
                </a:cubicBezTo>
                <a:close/>
                <a:moveTo>
                  <a:pt x="2720" y="17500"/>
                </a:moveTo>
                <a:cubicBezTo>
                  <a:pt x="2720" y="17622"/>
                  <a:pt x="2622" y="17720"/>
                  <a:pt x="2500" y="17720"/>
                </a:cubicBezTo>
                <a:cubicBezTo>
                  <a:pt x="2378" y="17720"/>
                  <a:pt x="2280" y="17622"/>
                  <a:pt x="2280" y="17500"/>
                </a:cubicBezTo>
                <a:cubicBezTo>
                  <a:pt x="2280" y="17378"/>
                  <a:pt x="2378" y="17280"/>
                  <a:pt x="2500" y="17280"/>
                </a:cubicBezTo>
                <a:cubicBezTo>
                  <a:pt x="2622" y="17280"/>
                  <a:pt x="2720" y="17378"/>
                  <a:pt x="2720" y="17500"/>
                </a:cubicBezTo>
                <a:close/>
                <a:moveTo>
                  <a:pt x="3720" y="17500"/>
                </a:moveTo>
                <a:cubicBezTo>
                  <a:pt x="3720" y="17622"/>
                  <a:pt x="3622" y="17720"/>
                  <a:pt x="3500" y="17720"/>
                </a:cubicBezTo>
                <a:cubicBezTo>
                  <a:pt x="3378" y="17720"/>
                  <a:pt x="3280" y="17622"/>
                  <a:pt x="3280" y="17500"/>
                </a:cubicBezTo>
                <a:cubicBezTo>
                  <a:pt x="3280" y="17378"/>
                  <a:pt x="3378" y="17280"/>
                  <a:pt x="3500" y="17280"/>
                </a:cubicBezTo>
                <a:cubicBezTo>
                  <a:pt x="3622" y="17280"/>
                  <a:pt x="3720" y="17378"/>
                  <a:pt x="3720" y="17500"/>
                </a:cubicBezTo>
                <a:close/>
                <a:moveTo>
                  <a:pt x="4720" y="17500"/>
                </a:moveTo>
                <a:cubicBezTo>
                  <a:pt x="4720" y="17622"/>
                  <a:pt x="4622" y="17720"/>
                  <a:pt x="4500" y="17720"/>
                </a:cubicBezTo>
                <a:cubicBezTo>
                  <a:pt x="4378" y="17720"/>
                  <a:pt x="4280" y="17622"/>
                  <a:pt x="4280" y="17500"/>
                </a:cubicBezTo>
                <a:cubicBezTo>
                  <a:pt x="4280" y="17378"/>
                  <a:pt x="4378" y="17280"/>
                  <a:pt x="4500" y="17280"/>
                </a:cubicBezTo>
                <a:cubicBezTo>
                  <a:pt x="4622" y="17280"/>
                  <a:pt x="4720" y="17378"/>
                  <a:pt x="4720" y="17500"/>
                </a:cubicBezTo>
                <a:close/>
                <a:moveTo>
                  <a:pt x="5720" y="17500"/>
                </a:moveTo>
                <a:cubicBezTo>
                  <a:pt x="5720" y="17622"/>
                  <a:pt x="5622" y="17720"/>
                  <a:pt x="5500" y="17720"/>
                </a:cubicBezTo>
                <a:cubicBezTo>
                  <a:pt x="5378" y="17720"/>
                  <a:pt x="5280" y="17622"/>
                  <a:pt x="5280" y="17500"/>
                </a:cubicBezTo>
                <a:cubicBezTo>
                  <a:pt x="5280" y="17378"/>
                  <a:pt x="5378" y="17280"/>
                  <a:pt x="5500" y="17280"/>
                </a:cubicBezTo>
                <a:cubicBezTo>
                  <a:pt x="5622" y="17280"/>
                  <a:pt x="5720" y="17378"/>
                  <a:pt x="5720" y="17500"/>
                </a:cubicBezTo>
                <a:close/>
                <a:moveTo>
                  <a:pt x="6720" y="17500"/>
                </a:moveTo>
                <a:cubicBezTo>
                  <a:pt x="6720" y="17622"/>
                  <a:pt x="6622" y="17720"/>
                  <a:pt x="6500" y="17720"/>
                </a:cubicBezTo>
                <a:cubicBezTo>
                  <a:pt x="6378" y="17720"/>
                  <a:pt x="6280" y="17622"/>
                  <a:pt x="6280" y="17500"/>
                </a:cubicBezTo>
                <a:cubicBezTo>
                  <a:pt x="6280" y="17378"/>
                  <a:pt x="6378" y="17280"/>
                  <a:pt x="6500" y="17280"/>
                </a:cubicBezTo>
                <a:cubicBezTo>
                  <a:pt x="6622" y="17280"/>
                  <a:pt x="6720" y="17378"/>
                  <a:pt x="6720" y="17500"/>
                </a:cubicBezTo>
                <a:close/>
                <a:moveTo>
                  <a:pt x="7720" y="17500"/>
                </a:moveTo>
                <a:cubicBezTo>
                  <a:pt x="7720" y="17622"/>
                  <a:pt x="7622" y="17720"/>
                  <a:pt x="7500" y="17720"/>
                </a:cubicBezTo>
                <a:cubicBezTo>
                  <a:pt x="7378" y="17720"/>
                  <a:pt x="7280" y="17622"/>
                  <a:pt x="7280" y="17500"/>
                </a:cubicBezTo>
                <a:cubicBezTo>
                  <a:pt x="7280" y="17378"/>
                  <a:pt x="7378" y="17280"/>
                  <a:pt x="7500" y="17280"/>
                </a:cubicBezTo>
                <a:cubicBezTo>
                  <a:pt x="7622" y="17280"/>
                  <a:pt x="7720" y="17378"/>
                  <a:pt x="7720" y="17500"/>
                </a:cubicBezTo>
                <a:close/>
                <a:moveTo>
                  <a:pt x="720" y="18500"/>
                </a:moveTo>
                <a:cubicBezTo>
                  <a:pt x="720" y="18622"/>
                  <a:pt x="622" y="18720"/>
                  <a:pt x="500" y="18720"/>
                </a:cubicBezTo>
                <a:cubicBezTo>
                  <a:pt x="378" y="18720"/>
                  <a:pt x="280" y="18622"/>
                  <a:pt x="280" y="18500"/>
                </a:cubicBezTo>
                <a:cubicBezTo>
                  <a:pt x="280" y="18378"/>
                  <a:pt x="378" y="18280"/>
                  <a:pt x="500" y="18280"/>
                </a:cubicBezTo>
                <a:cubicBezTo>
                  <a:pt x="622" y="18280"/>
                  <a:pt x="720" y="18378"/>
                  <a:pt x="720" y="18500"/>
                </a:cubicBezTo>
                <a:close/>
                <a:moveTo>
                  <a:pt x="1720" y="18500"/>
                </a:moveTo>
                <a:cubicBezTo>
                  <a:pt x="1720" y="18622"/>
                  <a:pt x="1622" y="18720"/>
                  <a:pt x="1500" y="18720"/>
                </a:cubicBezTo>
                <a:cubicBezTo>
                  <a:pt x="1378" y="18720"/>
                  <a:pt x="1280" y="18622"/>
                  <a:pt x="1280" y="18500"/>
                </a:cubicBezTo>
                <a:cubicBezTo>
                  <a:pt x="1280" y="18378"/>
                  <a:pt x="1378" y="18280"/>
                  <a:pt x="1500" y="18280"/>
                </a:cubicBezTo>
                <a:cubicBezTo>
                  <a:pt x="1622" y="18280"/>
                  <a:pt x="1720" y="18378"/>
                  <a:pt x="1720" y="18500"/>
                </a:cubicBezTo>
                <a:close/>
                <a:moveTo>
                  <a:pt x="2720" y="18500"/>
                </a:moveTo>
                <a:cubicBezTo>
                  <a:pt x="2720" y="18622"/>
                  <a:pt x="2622" y="18720"/>
                  <a:pt x="2500" y="18720"/>
                </a:cubicBezTo>
                <a:cubicBezTo>
                  <a:pt x="2378" y="18720"/>
                  <a:pt x="2280" y="18622"/>
                  <a:pt x="2280" y="18500"/>
                </a:cubicBezTo>
                <a:cubicBezTo>
                  <a:pt x="2280" y="18378"/>
                  <a:pt x="2378" y="18280"/>
                  <a:pt x="2500" y="18280"/>
                </a:cubicBezTo>
                <a:cubicBezTo>
                  <a:pt x="2622" y="18280"/>
                  <a:pt x="2720" y="18378"/>
                  <a:pt x="2720" y="18500"/>
                </a:cubicBezTo>
                <a:close/>
                <a:moveTo>
                  <a:pt x="3720" y="18500"/>
                </a:moveTo>
                <a:cubicBezTo>
                  <a:pt x="3720" y="18622"/>
                  <a:pt x="3622" y="18720"/>
                  <a:pt x="3500" y="18720"/>
                </a:cubicBezTo>
                <a:cubicBezTo>
                  <a:pt x="3378" y="18720"/>
                  <a:pt x="3280" y="18622"/>
                  <a:pt x="3280" y="18500"/>
                </a:cubicBezTo>
                <a:cubicBezTo>
                  <a:pt x="3280" y="18378"/>
                  <a:pt x="3378" y="18280"/>
                  <a:pt x="3500" y="18280"/>
                </a:cubicBezTo>
                <a:cubicBezTo>
                  <a:pt x="3622" y="18280"/>
                  <a:pt x="3720" y="18378"/>
                  <a:pt x="3720" y="18500"/>
                </a:cubicBezTo>
                <a:close/>
                <a:moveTo>
                  <a:pt x="4720" y="18500"/>
                </a:moveTo>
                <a:cubicBezTo>
                  <a:pt x="4720" y="18622"/>
                  <a:pt x="4622" y="18720"/>
                  <a:pt x="4500" y="18720"/>
                </a:cubicBezTo>
                <a:cubicBezTo>
                  <a:pt x="4378" y="18720"/>
                  <a:pt x="4280" y="18622"/>
                  <a:pt x="4280" y="18500"/>
                </a:cubicBezTo>
                <a:cubicBezTo>
                  <a:pt x="4280" y="18378"/>
                  <a:pt x="4378" y="18280"/>
                  <a:pt x="4500" y="18280"/>
                </a:cubicBezTo>
                <a:cubicBezTo>
                  <a:pt x="4622" y="18280"/>
                  <a:pt x="4720" y="18378"/>
                  <a:pt x="4720" y="18500"/>
                </a:cubicBezTo>
                <a:close/>
                <a:moveTo>
                  <a:pt x="5720" y="18500"/>
                </a:moveTo>
                <a:cubicBezTo>
                  <a:pt x="5720" y="18622"/>
                  <a:pt x="5622" y="18720"/>
                  <a:pt x="5500" y="18720"/>
                </a:cubicBezTo>
                <a:cubicBezTo>
                  <a:pt x="5378" y="18720"/>
                  <a:pt x="5280" y="18622"/>
                  <a:pt x="5280" y="18500"/>
                </a:cubicBezTo>
                <a:cubicBezTo>
                  <a:pt x="5280" y="18378"/>
                  <a:pt x="5378" y="18280"/>
                  <a:pt x="5500" y="18280"/>
                </a:cubicBezTo>
                <a:cubicBezTo>
                  <a:pt x="5622" y="18280"/>
                  <a:pt x="5720" y="18378"/>
                  <a:pt x="5720" y="18500"/>
                </a:cubicBezTo>
                <a:close/>
                <a:moveTo>
                  <a:pt x="6720" y="18500"/>
                </a:moveTo>
                <a:cubicBezTo>
                  <a:pt x="6720" y="18622"/>
                  <a:pt x="6622" y="18720"/>
                  <a:pt x="6500" y="18720"/>
                </a:cubicBezTo>
                <a:cubicBezTo>
                  <a:pt x="6378" y="18720"/>
                  <a:pt x="6280" y="18622"/>
                  <a:pt x="6280" y="18500"/>
                </a:cubicBezTo>
                <a:cubicBezTo>
                  <a:pt x="6280" y="18378"/>
                  <a:pt x="6378" y="18280"/>
                  <a:pt x="6500" y="18280"/>
                </a:cubicBezTo>
                <a:cubicBezTo>
                  <a:pt x="6622" y="18280"/>
                  <a:pt x="6720" y="18378"/>
                  <a:pt x="6720" y="18500"/>
                </a:cubicBezTo>
                <a:close/>
                <a:moveTo>
                  <a:pt x="7720" y="18500"/>
                </a:moveTo>
                <a:cubicBezTo>
                  <a:pt x="7720" y="18622"/>
                  <a:pt x="7622" y="18720"/>
                  <a:pt x="7500" y="18720"/>
                </a:cubicBezTo>
                <a:cubicBezTo>
                  <a:pt x="7378" y="18720"/>
                  <a:pt x="7280" y="18622"/>
                  <a:pt x="7280" y="18500"/>
                </a:cubicBezTo>
                <a:cubicBezTo>
                  <a:pt x="7280" y="18378"/>
                  <a:pt x="7378" y="18280"/>
                  <a:pt x="7500" y="18280"/>
                </a:cubicBezTo>
                <a:cubicBezTo>
                  <a:pt x="7622" y="18280"/>
                  <a:pt x="7720" y="18378"/>
                  <a:pt x="7720" y="18500"/>
                </a:cubicBezTo>
                <a:close/>
                <a:moveTo>
                  <a:pt x="720" y="19500"/>
                </a:moveTo>
                <a:cubicBezTo>
                  <a:pt x="720" y="19622"/>
                  <a:pt x="622" y="19720"/>
                  <a:pt x="500" y="19720"/>
                </a:cubicBezTo>
                <a:cubicBezTo>
                  <a:pt x="378" y="19720"/>
                  <a:pt x="280" y="19622"/>
                  <a:pt x="280" y="19500"/>
                </a:cubicBezTo>
                <a:cubicBezTo>
                  <a:pt x="280" y="19378"/>
                  <a:pt x="378" y="19280"/>
                  <a:pt x="500" y="19280"/>
                </a:cubicBezTo>
                <a:cubicBezTo>
                  <a:pt x="622" y="19280"/>
                  <a:pt x="720" y="19378"/>
                  <a:pt x="720" y="19500"/>
                </a:cubicBezTo>
                <a:close/>
                <a:moveTo>
                  <a:pt x="1720" y="19500"/>
                </a:moveTo>
                <a:cubicBezTo>
                  <a:pt x="1720" y="19622"/>
                  <a:pt x="1622" y="19720"/>
                  <a:pt x="1500" y="19720"/>
                </a:cubicBezTo>
                <a:cubicBezTo>
                  <a:pt x="1378" y="19720"/>
                  <a:pt x="1280" y="19622"/>
                  <a:pt x="1280" y="19500"/>
                </a:cubicBezTo>
                <a:cubicBezTo>
                  <a:pt x="1280" y="19378"/>
                  <a:pt x="1378" y="19280"/>
                  <a:pt x="1500" y="19280"/>
                </a:cubicBezTo>
                <a:cubicBezTo>
                  <a:pt x="1622" y="19280"/>
                  <a:pt x="1720" y="19378"/>
                  <a:pt x="1720" y="19500"/>
                </a:cubicBezTo>
                <a:close/>
                <a:moveTo>
                  <a:pt x="2720" y="19500"/>
                </a:moveTo>
                <a:cubicBezTo>
                  <a:pt x="2720" y="19622"/>
                  <a:pt x="2622" y="19720"/>
                  <a:pt x="2500" y="19720"/>
                </a:cubicBezTo>
                <a:cubicBezTo>
                  <a:pt x="2378" y="19720"/>
                  <a:pt x="2280" y="19622"/>
                  <a:pt x="2280" y="19500"/>
                </a:cubicBezTo>
                <a:cubicBezTo>
                  <a:pt x="2280" y="19378"/>
                  <a:pt x="2378" y="19280"/>
                  <a:pt x="2500" y="19280"/>
                </a:cubicBezTo>
                <a:cubicBezTo>
                  <a:pt x="2622" y="19280"/>
                  <a:pt x="2720" y="19378"/>
                  <a:pt x="2720" y="19500"/>
                </a:cubicBezTo>
                <a:close/>
                <a:moveTo>
                  <a:pt x="3720" y="19500"/>
                </a:moveTo>
                <a:cubicBezTo>
                  <a:pt x="3720" y="19622"/>
                  <a:pt x="3622" y="19720"/>
                  <a:pt x="3500" y="19720"/>
                </a:cubicBezTo>
                <a:cubicBezTo>
                  <a:pt x="3378" y="19720"/>
                  <a:pt x="3280" y="19622"/>
                  <a:pt x="3280" y="19500"/>
                </a:cubicBezTo>
                <a:cubicBezTo>
                  <a:pt x="3280" y="19378"/>
                  <a:pt x="3378" y="19280"/>
                  <a:pt x="3500" y="19280"/>
                </a:cubicBezTo>
                <a:cubicBezTo>
                  <a:pt x="3622" y="19280"/>
                  <a:pt x="3720" y="19378"/>
                  <a:pt x="3720" y="19500"/>
                </a:cubicBezTo>
                <a:close/>
                <a:moveTo>
                  <a:pt x="4720" y="19500"/>
                </a:moveTo>
                <a:cubicBezTo>
                  <a:pt x="4720" y="19622"/>
                  <a:pt x="4622" y="19720"/>
                  <a:pt x="4500" y="19720"/>
                </a:cubicBezTo>
                <a:cubicBezTo>
                  <a:pt x="4378" y="19720"/>
                  <a:pt x="4280" y="19622"/>
                  <a:pt x="4280" y="19500"/>
                </a:cubicBezTo>
                <a:cubicBezTo>
                  <a:pt x="4280" y="19378"/>
                  <a:pt x="4378" y="19280"/>
                  <a:pt x="4500" y="19280"/>
                </a:cubicBezTo>
                <a:cubicBezTo>
                  <a:pt x="4622" y="19280"/>
                  <a:pt x="4720" y="19378"/>
                  <a:pt x="4720" y="19500"/>
                </a:cubicBezTo>
                <a:close/>
                <a:moveTo>
                  <a:pt x="5720" y="19500"/>
                </a:moveTo>
                <a:cubicBezTo>
                  <a:pt x="5720" y="19622"/>
                  <a:pt x="5622" y="19720"/>
                  <a:pt x="5500" y="19720"/>
                </a:cubicBezTo>
                <a:cubicBezTo>
                  <a:pt x="5378" y="19720"/>
                  <a:pt x="5280" y="19622"/>
                  <a:pt x="5280" y="19500"/>
                </a:cubicBezTo>
                <a:cubicBezTo>
                  <a:pt x="5280" y="19378"/>
                  <a:pt x="5378" y="19280"/>
                  <a:pt x="5500" y="19280"/>
                </a:cubicBezTo>
                <a:cubicBezTo>
                  <a:pt x="5622" y="19280"/>
                  <a:pt x="5720" y="19378"/>
                  <a:pt x="5720" y="19500"/>
                </a:cubicBezTo>
                <a:close/>
                <a:moveTo>
                  <a:pt x="6720" y="19500"/>
                </a:moveTo>
                <a:cubicBezTo>
                  <a:pt x="6720" y="19622"/>
                  <a:pt x="6622" y="19720"/>
                  <a:pt x="6500" y="19720"/>
                </a:cubicBezTo>
                <a:cubicBezTo>
                  <a:pt x="6378" y="19720"/>
                  <a:pt x="6280" y="19622"/>
                  <a:pt x="6280" y="19500"/>
                </a:cubicBezTo>
                <a:cubicBezTo>
                  <a:pt x="6280" y="19378"/>
                  <a:pt x="6378" y="19280"/>
                  <a:pt x="6500" y="19280"/>
                </a:cubicBezTo>
                <a:cubicBezTo>
                  <a:pt x="6622" y="19280"/>
                  <a:pt x="6720" y="19378"/>
                  <a:pt x="6720" y="19500"/>
                </a:cubicBezTo>
                <a:close/>
                <a:moveTo>
                  <a:pt x="7720" y="19500"/>
                </a:moveTo>
                <a:cubicBezTo>
                  <a:pt x="7720" y="19622"/>
                  <a:pt x="7622" y="19720"/>
                  <a:pt x="7500" y="19720"/>
                </a:cubicBezTo>
                <a:cubicBezTo>
                  <a:pt x="7378" y="19720"/>
                  <a:pt x="7280" y="19622"/>
                  <a:pt x="7280" y="19500"/>
                </a:cubicBezTo>
                <a:cubicBezTo>
                  <a:pt x="7280" y="19378"/>
                  <a:pt x="7378" y="19280"/>
                  <a:pt x="7500" y="19280"/>
                </a:cubicBezTo>
                <a:cubicBezTo>
                  <a:pt x="7622" y="19280"/>
                  <a:pt x="7720" y="19378"/>
                  <a:pt x="7720" y="19500"/>
                </a:cubicBezTo>
                <a:close/>
                <a:moveTo>
                  <a:pt x="720" y="20500"/>
                </a:moveTo>
                <a:cubicBezTo>
                  <a:pt x="720" y="20622"/>
                  <a:pt x="622" y="20720"/>
                  <a:pt x="500" y="20720"/>
                </a:cubicBezTo>
                <a:cubicBezTo>
                  <a:pt x="378" y="20720"/>
                  <a:pt x="280" y="20622"/>
                  <a:pt x="280" y="20500"/>
                </a:cubicBezTo>
                <a:cubicBezTo>
                  <a:pt x="280" y="20378"/>
                  <a:pt x="378" y="20280"/>
                  <a:pt x="500" y="20280"/>
                </a:cubicBezTo>
                <a:cubicBezTo>
                  <a:pt x="622" y="20280"/>
                  <a:pt x="720" y="20378"/>
                  <a:pt x="720" y="20500"/>
                </a:cubicBezTo>
                <a:close/>
                <a:moveTo>
                  <a:pt x="1720" y="20500"/>
                </a:moveTo>
                <a:cubicBezTo>
                  <a:pt x="1720" y="20622"/>
                  <a:pt x="1622" y="20720"/>
                  <a:pt x="1500" y="20720"/>
                </a:cubicBezTo>
                <a:cubicBezTo>
                  <a:pt x="1378" y="20720"/>
                  <a:pt x="1280" y="20622"/>
                  <a:pt x="1280" y="20500"/>
                </a:cubicBezTo>
                <a:cubicBezTo>
                  <a:pt x="1280" y="20378"/>
                  <a:pt x="1378" y="20280"/>
                  <a:pt x="1500" y="20280"/>
                </a:cubicBezTo>
                <a:cubicBezTo>
                  <a:pt x="1622" y="20280"/>
                  <a:pt x="1720" y="20378"/>
                  <a:pt x="1720" y="20500"/>
                </a:cubicBezTo>
                <a:close/>
                <a:moveTo>
                  <a:pt x="2720" y="20500"/>
                </a:moveTo>
                <a:cubicBezTo>
                  <a:pt x="2720" y="20622"/>
                  <a:pt x="2622" y="20720"/>
                  <a:pt x="2500" y="20720"/>
                </a:cubicBezTo>
                <a:cubicBezTo>
                  <a:pt x="2378" y="20720"/>
                  <a:pt x="2280" y="20622"/>
                  <a:pt x="2280" y="20500"/>
                </a:cubicBezTo>
                <a:cubicBezTo>
                  <a:pt x="2280" y="20378"/>
                  <a:pt x="2378" y="20280"/>
                  <a:pt x="2500" y="20280"/>
                </a:cubicBezTo>
                <a:cubicBezTo>
                  <a:pt x="2622" y="20280"/>
                  <a:pt x="2720" y="20378"/>
                  <a:pt x="2720" y="20500"/>
                </a:cubicBezTo>
                <a:close/>
                <a:moveTo>
                  <a:pt x="3720" y="20500"/>
                </a:moveTo>
                <a:cubicBezTo>
                  <a:pt x="3720" y="20622"/>
                  <a:pt x="3622" y="20720"/>
                  <a:pt x="3500" y="20720"/>
                </a:cubicBezTo>
                <a:cubicBezTo>
                  <a:pt x="3378" y="20720"/>
                  <a:pt x="3280" y="20622"/>
                  <a:pt x="3280" y="20500"/>
                </a:cubicBezTo>
                <a:cubicBezTo>
                  <a:pt x="3280" y="20378"/>
                  <a:pt x="3378" y="20280"/>
                  <a:pt x="3500" y="20280"/>
                </a:cubicBezTo>
                <a:cubicBezTo>
                  <a:pt x="3622" y="20280"/>
                  <a:pt x="3720" y="20378"/>
                  <a:pt x="3720" y="20500"/>
                </a:cubicBezTo>
                <a:close/>
                <a:moveTo>
                  <a:pt x="4720" y="20500"/>
                </a:moveTo>
                <a:cubicBezTo>
                  <a:pt x="4720" y="20622"/>
                  <a:pt x="4622" y="20720"/>
                  <a:pt x="4500" y="20720"/>
                </a:cubicBezTo>
                <a:cubicBezTo>
                  <a:pt x="4378" y="20720"/>
                  <a:pt x="4280" y="20622"/>
                  <a:pt x="4280" y="20500"/>
                </a:cubicBezTo>
                <a:cubicBezTo>
                  <a:pt x="4280" y="20378"/>
                  <a:pt x="4378" y="20280"/>
                  <a:pt x="4500" y="20280"/>
                </a:cubicBezTo>
                <a:cubicBezTo>
                  <a:pt x="4622" y="20280"/>
                  <a:pt x="4720" y="20378"/>
                  <a:pt x="4720" y="20500"/>
                </a:cubicBezTo>
                <a:close/>
                <a:moveTo>
                  <a:pt x="5720" y="20500"/>
                </a:moveTo>
                <a:cubicBezTo>
                  <a:pt x="5720" y="20622"/>
                  <a:pt x="5622" y="20720"/>
                  <a:pt x="5500" y="20720"/>
                </a:cubicBezTo>
                <a:cubicBezTo>
                  <a:pt x="5378" y="20720"/>
                  <a:pt x="5280" y="20622"/>
                  <a:pt x="5280" y="20500"/>
                </a:cubicBezTo>
                <a:cubicBezTo>
                  <a:pt x="5280" y="20378"/>
                  <a:pt x="5378" y="20280"/>
                  <a:pt x="5500" y="20280"/>
                </a:cubicBezTo>
                <a:cubicBezTo>
                  <a:pt x="5622" y="20280"/>
                  <a:pt x="5720" y="20378"/>
                  <a:pt x="5720" y="20500"/>
                </a:cubicBezTo>
                <a:close/>
                <a:moveTo>
                  <a:pt x="6720" y="20500"/>
                </a:moveTo>
                <a:cubicBezTo>
                  <a:pt x="6720" y="20622"/>
                  <a:pt x="6622" y="20720"/>
                  <a:pt x="6500" y="20720"/>
                </a:cubicBezTo>
                <a:cubicBezTo>
                  <a:pt x="6378" y="20720"/>
                  <a:pt x="6280" y="20622"/>
                  <a:pt x="6280" y="20500"/>
                </a:cubicBezTo>
                <a:cubicBezTo>
                  <a:pt x="6280" y="20378"/>
                  <a:pt x="6378" y="20280"/>
                  <a:pt x="6500" y="20280"/>
                </a:cubicBezTo>
                <a:cubicBezTo>
                  <a:pt x="6622" y="20280"/>
                  <a:pt x="6720" y="20378"/>
                  <a:pt x="6720" y="20500"/>
                </a:cubicBezTo>
                <a:close/>
                <a:moveTo>
                  <a:pt x="7720" y="20500"/>
                </a:moveTo>
                <a:cubicBezTo>
                  <a:pt x="7720" y="20622"/>
                  <a:pt x="7622" y="20720"/>
                  <a:pt x="7500" y="20720"/>
                </a:cubicBezTo>
                <a:cubicBezTo>
                  <a:pt x="7378" y="20720"/>
                  <a:pt x="7280" y="20622"/>
                  <a:pt x="7280" y="20500"/>
                </a:cubicBezTo>
                <a:cubicBezTo>
                  <a:pt x="7280" y="20378"/>
                  <a:pt x="7378" y="20280"/>
                  <a:pt x="7500" y="20280"/>
                </a:cubicBezTo>
                <a:cubicBezTo>
                  <a:pt x="7622" y="20280"/>
                  <a:pt x="7720" y="20378"/>
                  <a:pt x="7720" y="20500"/>
                </a:cubicBezTo>
                <a:close/>
                <a:moveTo>
                  <a:pt x="720" y="21500"/>
                </a:moveTo>
                <a:cubicBezTo>
                  <a:pt x="720" y="21622"/>
                  <a:pt x="622" y="21720"/>
                  <a:pt x="500" y="21720"/>
                </a:cubicBezTo>
                <a:cubicBezTo>
                  <a:pt x="378" y="21720"/>
                  <a:pt x="280" y="21622"/>
                  <a:pt x="280" y="21500"/>
                </a:cubicBezTo>
                <a:cubicBezTo>
                  <a:pt x="280" y="21378"/>
                  <a:pt x="378" y="21280"/>
                  <a:pt x="500" y="21280"/>
                </a:cubicBezTo>
                <a:cubicBezTo>
                  <a:pt x="622" y="21280"/>
                  <a:pt x="720" y="21378"/>
                  <a:pt x="720" y="21500"/>
                </a:cubicBezTo>
                <a:close/>
                <a:moveTo>
                  <a:pt x="1720" y="21500"/>
                </a:moveTo>
                <a:cubicBezTo>
                  <a:pt x="1720" y="21622"/>
                  <a:pt x="1622" y="21720"/>
                  <a:pt x="1500" y="21720"/>
                </a:cubicBezTo>
                <a:cubicBezTo>
                  <a:pt x="1378" y="21720"/>
                  <a:pt x="1280" y="21622"/>
                  <a:pt x="1280" y="21500"/>
                </a:cubicBezTo>
                <a:cubicBezTo>
                  <a:pt x="1280" y="21378"/>
                  <a:pt x="1378" y="21280"/>
                  <a:pt x="1500" y="21280"/>
                </a:cubicBezTo>
                <a:cubicBezTo>
                  <a:pt x="1622" y="21280"/>
                  <a:pt x="1720" y="21378"/>
                  <a:pt x="1720" y="21500"/>
                </a:cubicBezTo>
                <a:close/>
                <a:moveTo>
                  <a:pt x="2720" y="21500"/>
                </a:moveTo>
                <a:cubicBezTo>
                  <a:pt x="2720" y="21622"/>
                  <a:pt x="2622" y="21720"/>
                  <a:pt x="2500" y="21720"/>
                </a:cubicBezTo>
                <a:cubicBezTo>
                  <a:pt x="2378" y="21720"/>
                  <a:pt x="2280" y="21622"/>
                  <a:pt x="2280" y="21500"/>
                </a:cubicBezTo>
                <a:cubicBezTo>
                  <a:pt x="2280" y="21378"/>
                  <a:pt x="2378" y="21280"/>
                  <a:pt x="2500" y="21280"/>
                </a:cubicBezTo>
                <a:cubicBezTo>
                  <a:pt x="2622" y="21280"/>
                  <a:pt x="2720" y="21378"/>
                  <a:pt x="2720" y="21500"/>
                </a:cubicBezTo>
                <a:close/>
                <a:moveTo>
                  <a:pt x="3720" y="21500"/>
                </a:moveTo>
                <a:cubicBezTo>
                  <a:pt x="3720" y="21622"/>
                  <a:pt x="3622" y="21720"/>
                  <a:pt x="3500" y="21720"/>
                </a:cubicBezTo>
                <a:cubicBezTo>
                  <a:pt x="3378" y="21720"/>
                  <a:pt x="3280" y="21622"/>
                  <a:pt x="3280" y="21500"/>
                </a:cubicBezTo>
                <a:cubicBezTo>
                  <a:pt x="3280" y="21378"/>
                  <a:pt x="3378" y="21280"/>
                  <a:pt x="3500" y="21280"/>
                </a:cubicBezTo>
                <a:cubicBezTo>
                  <a:pt x="3622" y="21280"/>
                  <a:pt x="3720" y="21378"/>
                  <a:pt x="3720" y="21500"/>
                </a:cubicBezTo>
                <a:close/>
                <a:moveTo>
                  <a:pt x="4720" y="21500"/>
                </a:moveTo>
                <a:cubicBezTo>
                  <a:pt x="4720" y="21622"/>
                  <a:pt x="4622" y="21720"/>
                  <a:pt x="4500" y="21720"/>
                </a:cubicBezTo>
                <a:cubicBezTo>
                  <a:pt x="4378" y="21720"/>
                  <a:pt x="4280" y="21622"/>
                  <a:pt x="4280" y="21500"/>
                </a:cubicBezTo>
                <a:cubicBezTo>
                  <a:pt x="4280" y="21378"/>
                  <a:pt x="4378" y="21280"/>
                  <a:pt x="4500" y="21280"/>
                </a:cubicBezTo>
                <a:cubicBezTo>
                  <a:pt x="4622" y="21280"/>
                  <a:pt x="4720" y="21378"/>
                  <a:pt x="4720" y="21500"/>
                </a:cubicBezTo>
                <a:close/>
                <a:moveTo>
                  <a:pt x="5720" y="21500"/>
                </a:moveTo>
                <a:cubicBezTo>
                  <a:pt x="5720" y="21622"/>
                  <a:pt x="5622" y="21720"/>
                  <a:pt x="5500" y="21720"/>
                </a:cubicBezTo>
                <a:cubicBezTo>
                  <a:pt x="5378" y="21720"/>
                  <a:pt x="5280" y="21622"/>
                  <a:pt x="5280" y="21500"/>
                </a:cubicBezTo>
                <a:cubicBezTo>
                  <a:pt x="5280" y="21378"/>
                  <a:pt x="5378" y="21280"/>
                  <a:pt x="5500" y="21280"/>
                </a:cubicBezTo>
                <a:cubicBezTo>
                  <a:pt x="5622" y="21280"/>
                  <a:pt x="5720" y="21378"/>
                  <a:pt x="5720" y="21500"/>
                </a:cubicBezTo>
                <a:close/>
                <a:moveTo>
                  <a:pt x="6720" y="21500"/>
                </a:moveTo>
                <a:cubicBezTo>
                  <a:pt x="6720" y="21622"/>
                  <a:pt x="6622" y="21720"/>
                  <a:pt x="6500" y="21720"/>
                </a:cubicBezTo>
                <a:cubicBezTo>
                  <a:pt x="6378" y="21720"/>
                  <a:pt x="6280" y="21622"/>
                  <a:pt x="6280" y="21500"/>
                </a:cubicBezTo>
                <a:cubicBezTo>
                  <a:pt x="6280" y="21378"/>
                  <a:pt x="6378" y="21280"/>
                  <a:pt x="6500" y="21280"/>
                </a:cubicBezTo>
                <a:cubicBezTo>
                  <a:pt x="6622" y="21280"/>
                  <a:pt x="6720" y="21378"/>
                  <a:pt x="6720" y="21500"/>
                </a:cubicBezTo>
                <a:close/>
                <a:moveTo>
                  <a:pt x="7720" y="21500"/>
                </a:moveTo>
                <a:cubicBezTo>
                  <a:pt x="7720" y="21622"/>
                  <a:pt x="7622" y="21720"/>
                  <a:pt x="7500" y="21720"/>
                </a:cubicBezTo>
                <a:cubicBezTo>
                  <a:pt x="7378" y="21720"/>
                  <a:pt x="7280" y="21622"/>
                  <a:pt x="7280" y="21500"/>
                </a:cubicBezTo>
                <a:cubicBezTo>
                  <a:pt x="7280" y="21378"/>
                  <a:pt x="7378" y="21280"/>
                  <a:pt x="7500" y="21280"/>
                </a:cubicBezTo>
                <a:cubicBezTo>
                  <a:pt x="7622" y="21280"/>
                  <a:pt x="7720" y="21378"/>
                  <a:pt x="7720" y="21500"/>
                </a:cubicBezTo>
                <a:close/>
                <a:moveTo>
                  <a:pt x="720" y="22500"/>
                </a:moveTo>
                <a:cubicBezTo>
                  <a:pt x="720" y="22622"/>
                  <a:pt x="622" y="22720"/>
                  <a:pt x="500" y="22720"/>
                </a:cubicBezTo>
                <a:cubicBezTo>
                  <a:pt x="378" y="22720"/>
                  <a:pt x="280" y="22622"/>
                  <a:pt x="280" y="22500"/>
                </a:cubicBezTo>
                <a:cubicBezTo>
                  <a:pt x="280" y="22378"/>
                  <a:pt x="378" y="22280"/>
                  <a:pt x="500" y="22280"/>
                </a:cubicBezTo>
                <a:cubicBezTo>
                  <a:pt x="622" y="22280"/>
                  <a:pt x="720" y="22378"/>
                  <a:pt x="720" y="22500"/>
                </a:cubicBezTo>
                <a:close/>
                <a:moveTo>
                  <a:pt x="1720" y="22500"/>
                </a:moveTo>
                <a:cubicBezTo>
                  <a:pt x="1720" y="22622"/>
                  <a:pt x="1622" y="22720"/>
                  <a:pt x="1500" y="22720"/>
                </a:cubicBezTo>
                <a:cubicBezTo>
                  <a:pt x="1378" y="22720"/>
                  <a:pt x="1280" y="22622"/>
                  <a:pt x="1280" y="22500"/>
                </a:cubicBezTo>
                <a:cubicBezTo>
                  <a:pt x="1280" y="22378"/>
                  <a:pt x="1378" y="22280"/>
                  <a:pt x="1500" y="22280"/>
                </a:cubicBezTo>
                <a:cubicBezTo>
                  <a:pt x="1622" y="22280"/>
                  <a:pt x="1720" y="22378"/>
                  <a:pt x="1720" y="22500"/>
                </a:cubicBezTo>
                <a:close/>
                <a:moveTo>
                  <a:pt x="2720" y="22500"/>
                </a:moveTo>
                <a:cubicBezTo>
                  <a:pt x="2720" y="22622"/>
                  <a:pt x="2622" y="22720"/>
                  <a:pt x="2500" y="22720"/>
                </a:cubicBezTo>
                <a:cubicBezTo>
                  <a:pt x="2378" y="22720"/>
                  <a:pt x="2280" y="22622"/>
                  <a:pt x="2280" y="22500"/>
                </a:cubicBezTo>
                <a:cubicBezTo>
                  <a:pt x="2280" y="22378"/>
                  <a:pt x="2378" y="22280"/>
                  <a:pt x="2500" y="22280"/>
                </a:cubicBezTo>
                <a:cubicBezTo>
                  <a:pt x="2622" y="22280"/>
                  <a:pt x="2720" y="22378"/>
                  <a:pt x="2720" y="22500"/>
                </a:cubicBezTo>
                <a:close/>
                <a:moveTo>
                  <a:pt x="3720" y="22500"/>
                </a:moveTo>
                <a:cubicBezTo>
                  <a:pt x="3720" y="22622"/>
                  <a:pt x="3622" y="22720"/>
                  <a:pt x="3500" y="22720"/>
                </a:cubicBezTo>
                <a:cubicBezTo>
                  <a:pt x="3378" y="22720"/>
                  <a:pt x="3280" y="22622"/>
                  <a:pt x="3280" y="22500"/>
                </a:cubicBezTo>
                <a:cubicBezTo>
                  <a:pt x="3280" y="22378"/>
                  <a:pt x="3378" y="22280"/>
                  <a:pt x="3500" y="22280"/>
                </a:cubicBezTo>
                <a:cubicBezTo>
                  <a:pt x="3622" y="22280"/>
                  <a:pt x="3720" y="22378"/>
                  <a:pt x="3720" y="22500"/>
                </a:cubicBezTo>
                <a:close/>
                <a:moveTo>
                  <a:pt x="4720" y="22500"/>
                </a:moveTo>
                <a:cubicBezTo>
                  <a:pt x="4720" y="22622"/>
                  <a:pt x="4622" y="22720"/>
                  <a:pt x="4500" y="22720"/>
                </a:cubicBezTo>
                <a:cubicBezTo>
                  <a:pt x="4378" y="22720"/>
                  <a:pt x="4280" y="22622"/>
                  <a:pt x="4280" y="22500"/>
                </a:cubicBezTo>
                <a:cubicBezTo>
                  <a:pt x="4280" y="22378"/>
                  <a:pt x="4378" y="22280"/>
                  <a:pt x="4500" y="22280"/>
                </a:cubicBezTo>
                <a:cubicBezTo>
                  <a:pt x="4622" y="22280"/>
                  <a:pt x="4720" y="22378"/>
                  <a:pt x="4720" y="22500"/>
                </a:cubicBezTo>
                <a:close/>
                <a:moveTo>
                  <a:pt x="5720" y="22500"/>
                </a:moveTo>
                <a:cubicBezTo>
                  <a:pt x="5720" y="22622"/>
                  <a:pt x="5622" y="22720"/>
                  <a:pt x="5500" y="22720"/>
                </a:cubicBezTo>
                <a:cubicBezTo>
                  <a:pt x="5378" y="22720"/>
                  <a:pt x="5280" y="22622"/>
                  <a:pt x="5280" y="22500"/>
                </a:cubicBezTo>
                <a:cubicBezTo>
                  <a:pt x="5280" y="22378"/>
                  <a:pt x="5378" y="22280"/>
                  <a:pt x="5500" y="22280"/>
                </a:cubicBezTo>
                <a:cubicBezTo>
                  <a:pt x="5622" y="22280"/>
                  <a:pt x="5720" y="22378"/>
                  <a:pt x="5720" y="22500"/>
                </a:cubicBezTo>
                <a:close/>
                <a:moveTo>
                  <a:pt x="6720" y="22500"/>
                </a:moveTo>
                <a:cubicBezTo>
                  <a:pt x="6720" y="22622"/>
                  <a:pt x="6622" y="22720"/>
                  <a:pt x="6500" y="22720"/>
                </a:cubicBezTo>
                <a:cubicBezTo>
                  <a:pt x="6378" y="22720"/>
                  <a:pt x="6280" y="22622"/>
                  <a:pt x="6280" y="22500"/>
                </a:cubicBezTo>
                <a:cubicBezTo>
                  <a:pt x="6280" y="22378"/>
                  <a:pt x="6378" y="22280"/>
                  <a:pt x="6500" y="22280"/>
                </a:cubicBezTo>
                <a:cubicBezTo>
                  <a:pt x="6622" y="22280"/>
                  <a:pt x="6720" y="22378"/>
                  <a:pt x="6720" y="22500"/>
                </a:cubicBezTo>
                <a:close/>
                <a:moveTo>
                  <a:pt x="7720" y="22500"/>
                </a:moveTo>
                <a:cubicBezTo>
                  <a:pt x="7720" y="22622"/>
                  <a:pt x="7622" y="22720"/>
                  <a:pt x="7500" y="22720"/>
                </a:cubicBezTo>
                <a:cubicBezTo>
                  <a:pt x="7378" y="22720"/>
                  <a:pt x="7280" y="22622"/>
                  <a:pt x="7280" y="22500"/>
                </a:cubicBezTo>
                <a:cubicBezTo>
                  <a:pt x="7280" y="22378"/>
                  <a:pt x="7378" y="22280"/>
                  <a:pt x="7500" y="22280"/>
                </a:cubicBezTo>
                <a:cubicBezTo>
                  <a:pt x="7622" y="22280"/>
                  <a:pt x="7720" y="22378"/>
                  <a:pt x="7720" y="22500"/>
                </a:cubicBezTo>
                <a:close/>
                <a:moveTo>
                  <a:pt x="720" y="23500"/>
                </a:moveTo>
                <a:cubicBezTo>
                  <a:pt x="720" y="23622"/>
                  <a:pt x="622" y="23720"/>
                  <a:pt x="500" y="23720"/>
                </a:cubicBezTo>
                <a:cubicBezTo>
                  <a:pt x="378" y="23720"/>
                  <a:pt x="280" y="23622"/>
                  <a:pt x="280" y="23500"/>
                </a:cubicBezTo>
                <a:cubicBezTo>
                  <a:pt x="280" y="23378"/>
                  <a:pt x="378" y="23280"/>
                  <a:pt x="500" y="23280"/>
                </a:cubicBezTo>
                <a:cubicBezTo>
                  <a:pt x="622" y="23280"/>
                  <a:pt x="720" y="23378"/>
                  <a:pt x="720" y="23500"/>
                </a:cubicBezTo>
                <a:close/>
                <a:moveTo>
                  <a:pt x="1720" y="23500"/>
                </a:moveTo>
                <a:cubicBezTo>
                  <a:pt x="1720" y="23622"/>
                  <a:pt x="1622" y="23720"/>
                  <a:pt x="1500" y="23720"/>
                </a:cubicBezTo>
                <a:cubicBezTo>
                  <a:pt x="1378" y="23720"/>
                  <a:pt x="1280" y="23622"/>
                  <a:pt x="1280" y="23500"/>
                </a:cubicBezTo>
                <a:cubicBezTo>
                  <a:pt x="1280" y="23378"/>
                  <a:pt x="1378" y="23280"/>
                  <a:pt x="1500" y="23280"/>
                </a:cubicBezTo>
                <a:cubicBezTo>
                  <a:pt x="1622" y="23280"/>
                  <a:pt x="1720" y="23378"/>
                  <a:pt x="1720" y="23500"/>
                </a:cubicBezTo>
                <a:close/>
                <a:moveTo>
                  <a:pt x="2720" y="23500"/>
                </a:moveTo>
                <a:cubicBezTo>
                  <a:pt x="2720" y="23622"/>
                  <a:pt x="2622" y="23720"/>
                  <a:pt x="2500" y="23720"/>
                </a:cubicBezTo>
                <a:cubicBezTo>
                  <a:pt x="2378" y="23720"/>
                  <a:pt x="2280" y="23622"/>
                  <a:pt x="2280" y="23500"/>
                </a:cubicBezTo>
                <a:cubicBezTo>
                  <a:pt x="2280" y="23378"/>
                  <a:pt x="2378" y="23280"/>
                  <a:pt x="2500" y="23280"/>
                </a:cubicBezTo>
                <a:cubicBezTo>
                  <a:pt x="2622" y="23280"/>
                  <a:pt x="2720" y="23378"/>
                  <a:pt x="2720" y="23500"/>
                </a:cubicBezTo>
                <a:close/>
                <a:moveTo>
                  <a:pt x="3720" y="23500"/>
                </a:moveTo>
                <a:cubicBezTo>
                  <a:pt x="3720" y="23622"/>
                  <a:pt x="3622" y="23720"/>
                  <a:pt x="3500" y="23720"/>
                </a:cubicBezTo>
                <a:cubicBezTo>
                  <a:pt x="3378" y="23720"/>
                  <a:pt x="3280" y="23622"/>
                  <a:pt x="3280" y="23500"/>
                </a:cubicBezTo>
                <a:cubicBezTo>
                  <a:pt x="3280" y="23378"/>
                  <a:pt x="3378" y="23280"/>
                  <a:pt x="3500" y="23280"/>
                </a:cubicBezTo>
                <a:cubicBezTo>
                  <a:pt x="3622" y="23280"/>
                  <a:pt x="3720" y="23378"/>
                  <a:pt x="3720" y="23500"/>
                </a:cubicBezTo>
                <a:close/>
                <a:moveTo>
                  <a:pt x="4720" y="23500"/>
                </a:moveTo>
                <a:cubicBezTo>
                  <a:pt x="4720" y="23622"/>
                  <a:pt x="4622" y="23720"/>
                  <a:pt x="4500" y="23720"/>
                </a:cubicBezTo>
                <a:cubicBezTo>
                  <a:pt x="4378" y="23720"/>
                  <a:pt x="4280" y="23622"/>
                  <a:pt x="4280" y="23500"/>
                </a:cubicBezTo>
                <a:cubicBezTo>
                  <a:pt x="4280" y="23378"/>
                  <a:pt x="4378" y="23280"/>
                  <a:pt x="4500" y="23280"/>
                </a:cubicBezTo>
                <a:cubicBezTo>
                  <a:pt x="4622" y="23280"/>
                  <a:pt x="4720" y="23378"/>
                  <a:pt x="4720" y="23500"/>
                </a:cubicBezTo>
                <a:close/>
                <a:moveTo>
                  <a:pt x="5720" y="23500"/>
                </a:moveTo>
                <a:cubicBezTo>
                  <a:pt x="5720" y="23622"/>
                  <a:pt x="5622" y="23720"/>
                  <a:pt x="5500" y="23720"/>
                </a:cubicBezTo>
                <a:cubicBezTo>
                  <a:pt x="5378" y="23720"/>
                  <a:pt x="5280" y="23622"/>
                  <a:pt x="5280" y="23500"/>
                </a:cubicBezTo>
                <a:cubicBezTo>
                  <a:pt x="5280" y="23378"/>
                  <a:pt x="5378" y="23280"/>
                  <a:pt x="5500" y="23280"/>
                </a:cubicBezTo>
                <a:cubicBezTo>
                  <a:pt x="5622" y="23280"/>
                  <a:pt x="5720" y="23378"/>
                  <a:pt x="5720" y="23500"/>
                </a:cubicBezTo>
                <a:close/>
                <a:moveTo>
                  <a:pt x="6720" y="23500"/>
                </a:moveTo>
                <a:cubicBezTo>
                  <a:pt x="6720" y="23622"/>
                  <a:pt x="6622" y="23720"/>
                  <a:pt x="6500" y="23720"/>
                </a:cubicBezTo>
                <a:cubicBezTo>
                  <a:pt x="6378" y="23720"/>
                  <a:pt x="6280" y="23622"/>
                  <a:pt x="6280" y="23500"/>
                </a:cubicBezTo>
                <a:cubicBezTo>
                  <a:pt x="6280" y="23378"/>
                  <a:pt x="6378" y="23280"/>
                  <a:pt x="6500" y="23280"/>
                </a:cubicBezTo>
                <a:cubicBezTo>
                  <a:pt x="6622" y="23280"/>
                  <a:pt x="6720" y="23378"/>
                  <a:pt x="6720" y="23500"/>
                </a:cubicBezTo>
                <a:close/>
                <a:moveTo>
                  <a:pt x="7720" y="23500"/>
                </a:moveTo>
                <a:cubicBezTo>
                  <a:pt x="7720" y="23622"/>
                  <a:pt x="7622" y="23720"/>
                  <a:pt x="7500" y="23720"/>
                </a:cubicBezTo>
                <a:cubicBezTo>
                  <a:pt x="7378" y="23720"/>
                  <a:pt x="7280" y="23622"/>
                  <a:pt x="7280" y="23500"/>
                </a:cubicBezTo>
                <a:cubicBezTo>
                  <a:pt x="7280" y="23378"/>
                  <a:pt x="7378" y="23280"/>
                  <a:pt x="7500" y="23280"/>
                </a:cubicBezTo>
                <a:cubicBezTo>
                  <a:pt x="7622" y="23280"/>
                  <a:pt x="7720" y="23378"/>
                  <a:pt x="7720" y="2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win"/>
          <p:cNvSpPr/>
          <p:nvPr/>
        </p:nvSpPr>
        <p:spPr>
          <a:xfrm>
            <a:off x="508000" y="381000"/>
            <a:ext cx="11049000" cy="5969000"/>
          </a:xfrm>
          <a:prstGeom prst="rect">
            <a:avLst/>
          </a:prstGeom>
          <a:solidFill>
            <a:srgbClr val="FBF5E9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cxnSp>
        <p:nvCxnSpPr>
          <p:cNvPr id="5" name="bar"/>
          <p:cNvCxnSpPr/>
          <p:nvPr/>
        </p:nvCxnSpPr>
        <p:spPr>
          <a:xfrm>
            <a:off x="508000" y="838200"/>
            <a:ext cx="11049000" cy="0"/>
          </a:xfrm>
          <a:prstGeom prst="line">
            <a:avLst/>
          </a:prstGeom>
          <a:ln w="31750" cap="rnd">
            <a:solidFill>
              <a:srgbClr val="111111"/>
            </a:solidFill>
            <a:round/>
          </a:ln>
        </p:spPr>
      </p:cxnSp>
      <p:sp>
        <p:nvSpPr>
          <p:cNvPr id="6" name="bartxt"/>
          <p:cNvSpPr txBox="1"/>
          <p:nvPr/>
        </p:nvSpPr>
        <p:spPr>
          <a:xfrm>
            <a:off x="762000" y="5207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dirty="0">
                <a:solidFill>
                  <a:srgbClr val="111111"/>
                </a:solidFill>
                <a:latin typeface="Cascadia Mono"/>
                <a:cs typeface="Cascadia Mono"/>
              </a:rPr>
              <a:t>цены.xls</a:t>
            </a:r>
            <a:endParaRPr lang="ru-RU" sz="1100" dirty="0">
              <a:solidFill>
                <a:srgbClr val="111111"/>
              </a:solidFill>
              <a:latin typeface="Cascadia Mono"/>
              <a:cs typeface="Cascadia Mono"/>
            </a:endParaRPr>
          </a:p>
        </p:txBody>
      </p:sp>
      <p:sp>
        <p:nvSpPr>
          <p:cNvPr id="7" name="b1"/>
          <p:cNvSpPr/>
          <p:nvPr/>
        </p:nvSpPr>
        <p:spPr>
          <a:xfrm>
            <a:off x="10388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12000"/>
                </a:moveTo>
                <a:lnTo>
                  <a:pt x="19000" y="12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8" name="b2"/>
          <p:cNvSpPr/>
          <p:nvPr/>
        </p:nvSpPr>
        <p:spPr>
          <a:xfrm>
            <a:off x="10769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b3"/>
          <p:cNvSpPr/>
          <p:nvPr/>
        </p:nvSpPr>
        <p:spPr>
          <a:xfrm>
            <a:off x="11150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8000" y="6000"/>
                </a:moveTo>
                <a:lnTo>
                  <a:pt x="6000" y="18000"/>
                </a:lnTo>
              </a:path>
              <a:path w="24000" h="24000" fill="none">
                <a:moveTo>
                  <a:pt x="6000" y="6000"/>
                </a:moveTo>
                <a:lnTo>
                  <a:pt x="18000" y="18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h"/>
          <p:cNvSpPr txBox="1"/>
          <p:nvPr/>
        </p:nvSpPr>
        <p:spPr>
          <a:xfrm>
            <a:off x="1016000" y="1117600"/>
            <a:ext cx="558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3600" dirty="0">
                <a:solidFill>
                  <a:srgbClr val="111111"/>
                </a:solidFill>
                <a:latin typeface="Unbounded ExtraBold"/>
                <a:cs typeface="Unbounded ExtraBold"/>
              </a:rPr>
              <a:t>Пакеты и цены</a:t>
            </a:r>
            <a:endParaRPr lang="ru-RU" sz="3600" dirty="0">
              <a:solidFill>
                <a:srgbClr val="111111"/>
              </a:solidFill>
              <a:latin typeface="Unbounded ExtraBold"/>
              <a:cs typeface="Unbounded ExtraBold"/>
            </a:endParaRPr>
          </a:p>
        </p:txBody>
      </p:sp>
      <p:sp>
        <p:nvSpPr>
          <p:cNvPr id="11" name="hs"/>
          <p:cNvSpPr txBox="1"/>
          <p:nvPr/>
        </p:nvSpPr>
        <p:spPr>
          <a:xfrm>
            <a:off x="9271000" y="11938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ru-RU" sz="1250" dirty="0">
                <a:solidFill>
                  <a:srgbClr val="3A322B"/>
                </a:solidFill>
                <a:latin typeface="+mn-lt"/>
                <a:cs typeface="+mn-lt"/>
              </a:rPr>
              <a:t>Три формата —</a:t>
            </a:r>
            <a:br>
              <a:rPr lang="ru-RU" sz="1250" dirty="0">
                <a:solidFill>
                  <a:srgbClr val="3A322B"/>
                </a:solidFill>
                <a:latin typeface="+mn-lt"/>
                <a:cs typeface="+mn-lt"/>
              </a:rPr>
            </a:br>
            <a:r>
              <a:rPr lang="ru-RU" sz="1250" dirty="0">
                <a:solidFill>
                  <a:srgbClr val="3A322B"/>
                </a:solidFill>
                <a:latin typeface="+mn-lt"/>
                <a:cs typeface="+mn-lt"/>
              </a:rPr>
              <a:t>выберите свой темп</a:t>
            </a:r>
            <a:endParaRPr lang="ru-RU" sz="1250" dirty="0">
              <a:solidFill>
                <a:srgbClr val="3A322B"/>
              </a:solidFill>
              <a:latin typeface="+mn-lt"/>
              <a:cs typeface="+mn-lt"/>
            </a:endParaRPr>
          </a:p>
        </p:txBody>
      </p:sp>
      <p:grpSp>
        <p:nvGrpSpPr>
          <p:cNvPr id="12" name="tbl"/>
          <p:cNvGrpSpPr/>
          <p:nvPr/>
        </p:nvGrpSpPr>
        <p:grpSpPr>
          <a:xfrm>
            <a:off x="1009650" y="1898650"/>
            <a:ext cx="10045700" cy="3695700"/>
            <a:chOff x="1009650" y="1898650"/>
            <a:chExt cx="10045700" cy="3695700"/>
          </a:xfrm>
        </p:grpSpPr>
        <p:sp>
          <p:nvSpPr>
            <p:cNvPr id="13" name="shape 13"/>
            <p:cNvSpPr/>
            <p:nvPr/>
          </p:nvSpPr>
          <p:spPr>
            <a:xfrm>
              <a:off x="1016000" y="1905000"/>
              <a:ext cx="10033000" cy="36830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graphicFrame>
          <p:nvGraphicFramePr>
            <p:cNvPr id="14" name="table 14"/>
            <p:cNvGraphicFramePr>
              <a:graphicFrameLocks noGrp="1"/>
            </p:cNvGraphicFramePr>
            <p:nvPr/>
          </p:nvGraphicFramePr>
          <p:xfrm>
            <a:off x="1016000" y="1905000"/>
            <a:ext cx="10033000" cy="3683000"/>
          </p:xfrm>
          <a:graphic>
            <a:graphicData uri="http://schemas.openxmlformats.org/drawingml/2006/table">
              <a:tbl>
                <a:tblPr>
                  <a:tableStyleId>{2D5ABB26-0587-4C30-8999-92F81FD0307C}</a:tableStyleId>
                </a:tblPr>
                <a:tblGrid>
                  <a:gridCol w="2508250"/>
                  <a:gridCol w="2508250"/>
                  <a:gridCol w="2508250"/>
                  <a:gridCol w="2508250"/>
                </a:tblGrid>
                <a:tr h="6096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ru-RU" sz="1100" b="1" dirty="0">
                            <a:solidFill>
                              <a:srgbClr val="6B6259"/>
                            </a:solidFill>
                            <a:latin typeface="Cascadia Mono"/>
                            <a:cs typeface="Cascadia Mono"/>
                          </a:rPr>
                          <a:t>пакет →</a:t>
                        </a:r>
                        <a:endParaRPr lang="ru-RU" sz="1100" b="1" dirty="0">
                          <a:solidFill>
                            <a:srgbClr val="6B6259"/>
                          </a:solidFill>
                          <a:latin typeface="Cascadia Mono"/>
                          <a:cs typeface="Cascadia Mono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3EAD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500" b="1" dirty="0">
                            <a:solidFill>
                              <a:srgbClr val="111111"/>
                            </a:solidFill>
                            <a:latin typeface="Unbounded ExtraBold"/>
                            <a:cs typeface="Unbounded ExtraBold"/>
                          </a:rPr>
                          <a:t>Старт</a:t>
                        </a:r>
                        <a:endParaRPr lang="ru-RU" sz="1500" b="1" dirty="0">
                          <a:solidFill>
                            <a:srgbClr val="111111"/>
                          </a:solidFill>
                          <a:latin typeface="Unbounded ExtraBold"/>
                          <a:cs typeface="Unbounded ExtraBold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chemeClr val="accen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500" b="1" dirty="0">
                            <a:solidFill>
                              <a:srgbClr val="111111"/>
                            </a:solidFill>
                            <a:latin typeface="Unbounded ExtraBold"/>
                            <a:cs typeface="Unbounded ExtraBold"/>
                          </a:rPr>
                          <a:t>Продукт</a:t>
                        </a:r>
                        <a:endParaRPr lang="ru-RU" sz="1500" b="1" dirty="0">
                          <a:solidFill>
                            <a:srgbClr val="111111"/>
                          </a:solidFill>
                          <a:latin typeface="Unbounded ExtraBold"/>
                          <a:cs typeface="Unbounded ExtraBold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500" b="1" dirty="0">
                            <a:solidFill>
                              <a:srgbClr val="111111"/>
                            </a:solidFill>
                            <a:latin typeface="Unbounded ExtraBold"/>
                            <a:cs typeface="Unbounded ExtraBold"/>
                          </a:rPr>
                          <a:t>Партнёр</a:t>
                        </a:r>
                        <a:endParaRPr lang="ru-RU" sz="1500" b="1" dirty="0">
                          <a:solidFill>
                            <a:srgbClr val="111111"/>
                          </a:solidFill>
                          <a:latin typeface="Unbounded ExtraBold"/>
                          <a:cs typeface="Unbounded ExtraBold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chemeClr val="accent3"/>
                      </a:solidFill>
                    </a:tcPr>
                  </a:tc>
                </a:tr>
                <a:tr h="5588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ru-RU" sz="1250" b="1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Срок</a:t>
                        </a:r>
                        <a:endParaRPr lang="ru-RU" sz="1250" b="1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3EAD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3–4 недели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8–10 недель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от 6 месяцев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</a:tr>
                <a:tr h="7620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ru-RU" sz="1250" b="1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Что делаем</a:t>
                        </a:r>
                        <a:endParaRPr lang="ru-RU" sz="1250" b="1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3EAD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Аудит и редизайн одного сценария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Продукт под ключ: UX, UI и прототип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Выделенная команда и дизайн-система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</a:tr>
                <a:tr h="5588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ru-RU" sz="1250" b="1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Команда</a:t>
                        </a:r>
                        <a:endParaRPr lang="ru-RU" sz="1250" b="1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3EAD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2 дизайнера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4 специалиста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6+ человек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</a:tr>
                <a:tr h="5588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ru-RU" sz="1250" b="1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Поддержка</a:t>
                        </a:r>
                        <a:endParaRPr lang="ru-RU" sz="1250" b="1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3EAD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2 недели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2 месяца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250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весь срок</a:t>
                        </a:r>
                        <a:endParaRPr lang="ru-RU" sz="1250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rgbClr val="FBF5E9"/>
                      </a:solidFill>
                    </a:tcPr>
                  </a:tc>
                </a:tr>
                <a:tr h="6350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ru-RU" sz="1250" b="1" dirty="0">
                            <a:solidFill>
                              <a:srgbClr val="111111"/>
                            </a:solidFill>
                            <a:latin typeface="+mn-lt"/>
                            <a:cs typeface="+mn-lt"/>
                          </a:rPr>
                          <a:t>Стоимость</a:t>
                        </a:r>
                        <a:endParaRPr lang="ru-RU" sz="1250" b="1" dirty="0">
                          <a:solidFill>
                            <a:srgbClr val="111111"/>
                          </a:solidFill>
                          <a:latin typeface="+mn-lt"/>
                          <a:cs typeface="+mn-lt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chemeClr val="accent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300" dirty="0">
                            <a:solidFill>
                              <a:srgbClr val="111111"/>
                            </a:solidFill>
                            <a:latin typeface="Unbounded ExtraBold"/>
                            <a:cs typeface="Unbounded ExtraBold"/>
                          </a:rPr>
                          <a:t>от 450 тыс. </a:t>
                        </a:r>
                        <a:r>
                          <a:rPr lang="ru-RU" sz="1300" dirty="0">
                            <a:solidFill>
                              <a:srgbClr val="111111"/>
                            </a:solidFill>
                            <a:latin typeface="Segoe UI"/>
                            <a:cs typeface="Segoe UI"/>
                          </a:rPr>
                          <a:t>₽</a:t>
                        </a:r>
                        <a:endParaRPr lang="ru-RU" sz="1300" dirty="0">
                          <a:solidFill>
                            <a:srgbClr val="111111"/>
                          </a:solidFill>
                          <a:latin typeface="Unbounded ExtraBold"/>
                          <a:cs typeface="Unbounded ExtraBold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chemeClr val="accent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300" dirty="0">
                            <a:solidFill>
                              <a:srgbClr val="111111"/>
                            </a:solidFill>
                            <a:latin typeface="Unbounded ExtraBold"/>
                            <a:cs typeface="Unbounded ExtraBold"/>
                          </a:rPr>
                          <a:t>от 1,6 млн </a:t>
                        </a:r>
                        <a:r>
                          <a:rPr lang="ru-RU" sz="1300" dirty="0">
                            <a:solidFill>
                              <a:srgbClr val="111111"/>
                            </a:solidFill>
                            <a:latin typeface="Segoe UI"/>
                            <a:cs typeface="Segoe UI"/>
                          </a:rPr>
                          <a:t>₽</a:t>
                        </a:r>
                        <a:endParaRPr lang="ru-RU" sz="1300" dirty="0">
                          <a:solidFill>
                            <a:srgbClr val="111111"/>
                          </a:solidFill>
                          <a:latin typeface="Unbounded ExtraBold"/>
                          <a:cs typeface="Unbounded ExtraBold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chemeClr val="accent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ru-RU" sz="1300" dirty="0">
                            <a:solidFill>
                              <a:srgbClr val="111111"/>
                            </a:solidFill>
                            <a:latin typeface="Unbounded ExtraBold"/>
                            <a:cs typeface="Unbounded ExtraBold"/>
                          </a:rPr>
                          <a:t>900 тыс. </a:t>
                        </a:r>
                        <a:r>
                          <a:rPr lang="ru-RU" sz="1300" dirty="0">
                            <a:solidFill>
                              <a:srgbClr val="111111"/>
                            </a:solidFill>
                            <a:latin typeface="Segoe UI"/>
                            <a:cs typeface="Segoe UI"/>
                          </a:rPr>
                          <a:t>₽</a:t>
                        </a:r>
                        <a:r>
                          <a:rPr lang="ru-RU" sz="1300" dirty="0">
                            <a:solidFill>
                              <a:srgbClr val="111111"/>
                            </a:solidFill>
                            <a:latin typeface="Unbounded ExtraBold"/>
                            <a:cs typeface="Unbounded ExtraBold"/>
                          </a:rPr>
                          <a:t>/мес</a:t>
                        </a:r>
                        <a:endParaRPr lang="ru-RU" sz="1300" dirty="0">
                          <a:solidFill>
                            <a:srgbClr val="111111"/>
                          </a:solidFill>
                          <a:latin typeface="Unbounded ExtraBold"/>
                          <a:cs typeface="Unbounded ExtraBold"/>
                        </a:endParaRPr>
                      </a:p>
                    </a:txBody>
                    <a:tcPr marL="101600" marR="101600" marT="76200" marB="76200" anchor="ctr">
                      <a:lnL w="31750" cap="rnd">
                        <a:solidFill>
                          <a:srgbClr val="111111"/>
                        </a:solidFill>
                        <a:round/>
                      </a:lnL>
                      <a:lnR w="31750" cap="rnd">
                        <a:solidFill>
                          <a:srgbClr val="111111"/>
                        </a:solidFill>
                        <a:round/>
                      </a:lnR>
                      <a:lnT w="31750" cap="rnd">
                        <a:solidFill>
                          <a:srgbClr val="111111"/>
                        </a:solidFill>
                        <a:round/>
                      </a:lnT>
                      <a:lnB w="31750" cap="rnd">
                        <a:solidFill>
                          <a:srgbClr val="111111"/>
                        </a:solidFill>
                        <a:round/>
                      </a:lnB>
                      <a:solidFill>
                        <a:schemeClr val="accent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5" name="shape 15"/>
            <p:cNvSpPr/>
            <p:nvPr/>
          </p:nvSpPr>
          <p:spPr>
            <a:xfrm>
              <a:off x="1009650" y="1898650"/>
              <a:ext cx="10045700" cy="3695700"/>
            </a:xfrm>
            <a:prstGeom prst="rect">
              <a:avLst/>
            </a:prstGeom>
            <a:noFill/>
            <a:ln w="508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sp>
        <p:nvSpPr>
          <p:cNvPr id="16" name="focus"/>
          <p:cNvSpPr/>
          <p:nvPr/>
        </p:nvSpPr>
        <p:spPr>
          <a:xfrm>
            <a:off x="6032500" y="1905000"/>
            <a:ext cx="2508250" cy="3683000"/>
          </a:xfrm>
          <a:prstGeom prst="rect">
            <a:avLst/>
          </a:prstGeom>
          <a:noFill/>
          <a:ln w="57150" cap="rnd">
            <a:solidFill>
              <a:srgbClr val="111111"/>
            </a:solidFill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17" name="hit"/>
          <p:cNvSpPr/>
          <p:nvPr/>
        </p:nvSpPr>
        <p:spPr>
          <a:xfrm rot="-720000">
            <a:off x="7975600" y="1320800"/>
            <a:ext cx="812800" cy="812800"/>
          </a:xfrm>
          <a:prstGeom prst="star12">
            <a:avLst/>
          </a:prstGeom>
          <a:solidFill>
            <a:schemeClr val="accent5"/>
          </a:solidFill>
          <a:ln w="2540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ru-RU" sz="1100" dirty="0">
                <a:solidFill>
                  <a:srgbClr val="111111"/>
                </a:solidFill>
                <a:latin typeface="Unbounded ExtraBold"/>
                <a:cs typeface="Unbounded ExtraBold"/>
              </a:rPr>
              <a:t>ХИТ</a:t>
            </a:r>
            <a:endParaRPr lang="ru-RU" sz="1100" dirty="0">
              <a:solidFill>
                <a:srgbClr val="111111"/>
              </a:solidFill>
              <a:latin typeface="Unbounded ExtraBold"/>
              <a:cs typeface="Unbounded ExtraBold"/>
            </a:endParaRPr>
          </a:p>
        </p:txBody>
      </p:sp>
      <p:grpSp>
        <p:nvGrpSpPr>
          <p:cNvPr id="18" name="calc"/>
          <p:cNvGrpSpPr/>
          <p:nvPr/>
        </p:nvGrpSpPr>
        <p:grpSpPr>
          <a:xfrm>
            <a:off x="9448800" y="5791200"/>
            <a:ext cx="2235200" cy="838200"/>
            <a:chOff x="9448800" y="5791200"/>
            <a:chExt cx="2235200" cy="838200"/>
          </a:xfrm>
        </p:grpSpPr>
        <p:sp>
          <p:nvSpPr>
            <p:cNvPr id="19" name="shape 19"/>
            <p:cNvSpPr/>
            <p:nvPr/>
          </p:nvSpPr>
          <p:spPr>
            <a:xfrm>
              <a:off x="9448800" y="5791200"/>
              <a:ext cx="2235200" cy="8382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20" name="line 20"/>
            <p:cNvCxnSpPr/>
            <p:nvPr/>
          </p:nvCxnSpPr>
          <p:spPr>
            <a:xfrm>
              <a:off x="9448800" y="6019800"/>
              <a:ext cx="2235200" cy="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21" name="text 21"/>
            <p:cNvSpPr txBox="1"/>
            <p:nvPr/>
          </p:nvSpPr>
          <p:spPr>
            <a:xfrm>
              <a:off x="9550400" y="5829300"/>
              <a:ext cx="1778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00" dirty="0">
                  <a:solidFill>
                    <a:srgbClr val="111111"/>
                  </a:solidFill>
                  <a:latin typeface="Cascadia Mono"/>
                  <a:cs typeface="Cascadia Mono"/>
                </a:rPr>
                <a:t>смета.calc</a:t>
              </a:r>
              <a:endParaRPr lang="ru-RU" sz="800" dirty="0">
                <a:solidFill>
                  <a:srgbClr val="111111"/>
                </a:solidFill>
                <a:latin typeface="Cascadia Mono"/>
                <a:cs typeface="Cascadia Mono"/>
              </a:endParaRPr>
            </a:p>
          </p:txBody>
        </p:sp>
        <p:sp>
          <p:nvSpPr>
            <p:cNvPr id="22" name="shape 22"/>
            <p:cNvSpPr/>
            <p:nvPr/>
          </p:nvSpPr>
          <p:spPr>
            <a:xfrm>
              <a:off x="9601200" y="614680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3" name="icon 23"/>
            <p:cNvSpPr/>
            <p:nvPr/>
          </p:nvSpPr>
          <p:spPr>
            <a:xfrm>
              <a:off x="9677400" y="6223000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8000" y="6000"/>
                  </a:moveTo>
                  <a:lnTo>
                    <a:pt x="16000" y="6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00" y="18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  <a:path w="24000" h="24000" fill="none">
                  <a:moveTo>
                    <a:pt x="12000" y="18000"/>
                  </a:moveTo>
                  <a:lnTo>
                    <a:pt x="12010" y="18000"/>
                  </a:lnTo>
                </a:path>
                <a:path w="24000" h="24000" fill="none">
                  <a:moveTo>
                    <a:pt x="8000" y="18000"/>
                  </a:moveTo>
                  <a:lnTo>
                    <a:pt x="8010" y="18000"/>
                  </a:lnTo>
                </a:path>
              </a:pathLst>
            </a:custGeom>
            <a:noFill/>
            <a:ln w="22860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text 24"/>
            <p:cNvSpPr txBox="1"/>
            <p:nvPr/>
          </p:nvSpPr>
          <p:spPr>
            <a:xfrm>
              <a:off x="10109200" y="6121400"/>
              <a:ext cx="1524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50" dirty="0">
                  <a:solidFill>
                    <a:srgbClr val="111111"/>
                  </a:solidFill>
                  <a:latin typeface="Manrope ExtraBold"/>
                  <a:cs typeface="Manrope ExtraBold"/>
                </a:rPr>
                <a:t>за 2 рабочих дня</a:t>
              </a:r>
              <a:endParaRPr lang="ru-RU" sz="1150" dirty="0">
                <a:solidFill>
                  <a:srgbClr val="111111"/>
                </a:solidFill>
                <a:latin typeface="Manrope ExtraBold"/>
                <a:cs typeface="Manrope ExtraBold"/>
              </a:endParaRPr>
            </a:p>
          </p:txBody>
        </p:sp>
        <p:sp>
          <p:nvSpPr>
            <p:cNvPr id="25" name="text 25"/>
            <p:cNvSpPr txBox="1"/>
            <p:nvPr/>
          </p:nvSpPr>
          <p:spPr>
            <a:xfrm>
              <a:off x="10109200" y="6337300"/>
              <a:ext cx="1524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3A322B"/>
                  </a:solidFill>
                  <a:latin typeface="+mn-lt"/>
                  <a:cs typeface="+mn-lt"/>
                </a:rPr>
                <a:t>после брифа</a:t>
              </a:r>
              <a:endParaRPr lang="ru-RU" sz="95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</p:grpSp>
      <p:sp>
        <p:nvSpPr>
          <p:cNvPr id="26" name="ptr"/>
          <p:cNvSpPr/>
          <p:nvPr/>
        </p:nvSpPr>
        <p:spPr>
          <a:xfrm>
            <a:off x="7975600" y="5257800"/>
            <a:ext cx="508000" cy="508000"/>
          </a:xfrm>
          <a:custGeom>
            <a:avLst/>
            <a:gdLst/>
            <a:ahLst/>
            <a:cxnLst/>
            <a:rect l="0" t="0" r="r" b="b"/>
            <a:pathLst>
              <a:path w="24000" h="24000">
                <a:moveTo>
                  <a:pt x="4037" y="4688"/>
                </a:moveTo>
                <a:cubicBezTo>
                  <a:pt x="3956" y="4502"/>
                  <a:pt x="3998" y="4285"/>
                  <a:pt x="4141" y="4141"/>
                </a:cubicBezTo>
                <a:cubicBezTo>
                  <a:pt x="4285" y="3998"/>
                  <a:pt x="4502" y="3956"/>
                  <a:pt x="4688" y="4037"/>
                </a:cubicBezTo>
                <a:lnTo>
                  <a:pt x="20688" y="10537"/>
                </a:lnTo>
                <a:cubicBezTo>
                  <a:pt x="20888" y="10618"/>
                  <a:pt x="21013" y="10818"/>
                  <a:pt x="20998" y="11033"/>
                </a:cubicBezTo>
                <a:cubicBezTo>
                  <a:pt x="20984" y="11248"/>
                  <a:pt x="20834" y="11430"/>
                  <a:pt x="20625" y="11484"/>
                </a:cubicBezTo>
                <a:lnTo>
                  <a:pt x="14501" y="13064"/>
                </a:lnTo>
                <a:cubicBezTo>
                  <a:pt x="13796" y="13245"/>
                  <a:pt x="13246" y="13795"/>
                  <a:pt x="13063" y="14499"/>
                </a:cubicBezTo>
                <a:lnTo>
                  <a:pt x="11484" y="20625"/>
                </a:lnTo>
                <a:cubicBezTo>
                  <a:pt x="11430" y="20834"/>
                  <a:pt x="11248" y="20984"/>
                  <a:pt x="11033" y="20998"/>
                </a:cubicBezTo>
                <a:cubicBezTo>
                  <a:pt x="10818" y="21013"/>
                  <a:pt x="10618" y="20888"/>
                  <a:pt x="10537" y="20688"/>
                </a:cubicBezTo>
                <a:close/>
              </a:path>
            </a:pathLst>
          </a:custGeom>
          <a:solidFill>
            <a:srgbClr val="FFFFFF"/>
          </a:solidFill>
          <a:ln w="42333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7" name="text 27"/>
          <p:cNvSpPr txBox="1"/>
          <p:nvPr/>
        </p:nvSpPr>
        <p:spPr>
          <a:xfrm>
            <a:off x="1016000" y="58674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050" dirty="0">
                <a:solidFill>
                  <a:srgbClr val="6B6259"/>
                </a:solidFill>
                <a:latin typeface="+mn-lt"/>
                <a:cs typeface="+mn-lt"/>
              </a:rPr>
              <a:t>Цены ориентировочные, без НДС. Точную смету готовим после брифа.</a:t>
            </a:r>
            <a:endParaRPr lang="ru-RU" sz="1050" dirty="0">
              <a:solidFill>
                <a:srgbClr val="6B6259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5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6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D9CF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s 2"/>
          <p:cNvSpPr/>
          <p:nvPr/>
        </p:nvSpPr>
        <p:spPr>
          <a:xfrm>
            <a:off x="0" y="5080000"/>
            <a:ext cx="2286000" cy="1778000"/>
          </a:xfrm>
          <a:custGeom>
            <a:avLst/>
            <a:gdLst/>
            <a:ahLst/>
            <a:cxnLst/>
            <a:rect l="0" t="0" r="r" b="b"/>
            <a:pathLst>
              <a:path w="18000" h="1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8720" y="500"/>
                </a:moveTo>
                <a:cubicBezTo>
                  <a:pt x="8720" y="622"/>
                  <a:pt x="8622" y="720"/>
                  <a:pt x="8500" y="720"/>
                </a:cubicBezTo>
                <a:cubicBezTo>
                  <a:pt x="8378" y="720"/>
                  <a:pt x="8280" y="622"/>
                  <a:pt x="8280" y="500"/>
                </a:cubicBezTo>
                <a:cubicBezTo>
                  <a:pt x="8280" y="378"/>
                  <a:pt x="8378" y="280"/>
                  <a:pt x="8500" y="280"/>
                </a:cubicBezTo>
                <a:cubicBezTo>
                  <a:pt x="8622" y="280"/>
                  <a:pt x="8720" y="378"/>
                  <a:pt x="8720" y="500"/>
                </a:cubicBezTo>
                <a:close/>
                <a:moveTo>
                  <a:pt x="9720" y="500"/>
                </a:moveTo>
                <a:cubicBezTo>
                  <a:pt x="9720" y="622"/>
                  <a:pt x="9622" y="720"/>
                  <a:pt x="9500" y="720"/>
                </a:cubicBezTo>
                <a:cubicBezTo>
                  <a:pt x="9378" y="720"/>
                  <a:pt x="9280" y="622"/>
                  <a:pt x="9280" y="500"/>
                </a:cubicBezTo>
                <a:cubicBezTo>
                  <a:pt x="9280" y="378"/>
                  <a:pt x="9378" y="280"/>
                  <a:pt x="9500" y="280"/>
                </a:cubicBezTo>
                <a:cubicBezTo>
                  <a:pt x="9622" y="280"/>
                  <a:pt x="9720" y="378"/>
                  <a:pt x="9720" y="500"/>
                </a:cubicBezTo>
                <a:close/>
                <a:moveTo>
                  <a:pt x="10720" y="500"/>
                </a:moveTo>
                <a:cubicBezTo>
                  <a:pt x="10720" y="622"/>
                  <a:pt x="10622" y="720"/>
                  <a:pt x="10500" y="720"/>
                </a:cubicBezTo>
                <a:cubicBezTo>
                  <a:pt x="10378" y="720"/>
                  <a:pt x="10280" y="622"/>
                  <a:pt x="10280" y="500"/>
                </a:cubicBezTo>
                <a:cubicBezTo>
                  <a:pt x="10280" y="378"/>
                  <a:pt x="10378" y="280"/>
                  <a:pt x="10500" y="280"/>
                </a:cubicBezTo>
                <a:cubicBezTo>
                  <a:pt x="10622" y="280"/>
                  <a:pt x="10720" y="378"/>
                  <a:pt x="10720" y="500"/>
                </a:cubicBezTo>
                <a:close/>
                <a:moveTo>
                  <a:pt x="11720" y="500"/>
                </a:moveTo>
                <a:cubicBezTo>
                  <a:pt x="11720" y="622"/>
                  <a:pt x="11622" y="720"/>
                  <a:pt x="11500" y="720"/>
                </a:cubicBezTo>
                <a:cubicBezTo>
                  <a:pt x="11378" y="720"/>
                  <a:pt x="11280" y="622"/>
                  <a:pt x="11280" y="500"/>
                </a:cubicBezTo>
                <a:cubicBezTo>
                  <a:pt x="11280" y="378"/>
                  <a:pt x="11378" y="280"/>
                  <a:pt x="11500" y="280"/>
                </a:cubicBezTo>
                <a:cubicBezTo>
                  <a:pt x="11622" y="280"/>
                  <a:pt x="11720" y="378"/>
                  <a:pt x="11720" y="500"/>
                </a:cubicBezTo>
                <a:close/>
                <a:moveTo>
                  <a:pt x="12720" y="500"/>
                </a:moveTo>
                <a:cubicBezTo>
                  <a:pt x="12720" y="622"/>
                  <a:pt x="12622" y="720"/>
                  <a:pt x="12500" y="720"/>
                </a:cubicBezTo>
                <a:cubicBezTo>
                  <a:pt x="12378" y="720"/>
                  <a:pt x="12280" y="622"/>
                  <a:pt x="12280" y="500"/>
                </a:cubicBezTo>
                <a:cubicBezTo>
                  <a:pt x="12280" y="378"/>
                  <a:pt x="12378" y="280"/>
                  <a:pt x="12500" y="280"/>
                </a:cubicBezTo>
                <a:cubicBezTo>
                  <a:pt x="12622" y="280"/>
                  <a:pt x="12720" y="378"/>
                  <a:pt x="12720" y="500"/>
                </a:cubicBezTo>
                <a:close/>
                <a:moveTo>
                  <a:pt x="13720" y="500"/>
                </a:moveTo>
                <a:cubicBezTo>
                  <a:pt x="13720" y="622"/>
                  <a:pt x="13622" y="720"/>
                  <a:pt x="13500" y="720"/>
                </a:cubicBezTo>
                <a:cubicBezTo>
                  <a:pt x="13378" y="720"/>
                  <a:pt x="13280" y="622"/>
                  <a:pt x="13280" y="500"/>
                </a:cubicBezTo>
                <a:cubicBezTo>
                  <a:pt x="13280" y="378"/>
                  <a:pt x="13378" y="280"/>
                  <a:pt x="13500" y="280"/>
                </a:cubicBezTo>
                <a:cubicBezTo>
                  <a:pt x="13622" y="280"/>
                  <a:pt x="13720" y="378"/>
                  <a:pt x="13720" y="500"/>
                </a:cubicBezTo>
                <a:close/>
                <a:moveTo>
                  <a:pt x="14720" y="500"/>
                </a:moveTo>
                <a:cubicBezTo>
                  <a:pt x="14720" y="622"/>
                  <a:pt x="14622" y="720"/>
                  <a:pt x="14500" y="720"/>
                </a:cubicBezTo>
                <a:cubicBezTo>
                  <a:pt x="14378" y="720"/>
                  <a:pt x="14280" y="622"/>
                  <a:pt x="14280" y="500"/>
                </a:cubicBezTo>
                <a:cubicBezTo>
                  <a:pt x="14280" y="378"/>
                  <a:pt x="14378" y="280"/>
                  <a:pt x="14500" y="280"/>
                </a:cubicBezTo>
                <a:cubicBezTo>
                  <a:pt x="14622" y="280"/>
                  <a:pt x="14720" y="378"/>
                  <a:pt x="14720" y="500"/>
                </a:cubicBezTo>
                <a:close/>
                <a:moveTo>
                  <a:pt x="15720" y="500"/>
                </a:moveTo>
                <a:cubicBezTo>
                  <a:pt x="15720" y="622"/>
                  <a:pt x="15622" y="720"/>
                  <a:pt x="15500" y="720"/>
                </a:cubicBezTo>
                <a:cubicBezTo>
                  <a:pt x="15378" y="720"/>
                  <a:pt x="15280" y="622"/>
                  <a:pt x="15280" y="500"/>
                </a:cubicBezTo>
                <a:cubicBezTo>
                  <a:pt x="15280" y="378"/>
                  <a:pt x="15378" y="280"/>
                  <a:pt x="15500" y="280"/>
                </a:cubicBezTo>
                <a:cubicBezTo>
                  <a:pt x="15622" y="280"/>
                  <a:pt x="15720" y="378"/>
                  <a:pt x="15720" y="500"/>
                </a:cubicBezTo>
                <a:close/>
                <a:moveTo>
                  <a:pt x="16720" y="500"/>
                </a:moveTo>
                <a:cubicBezTo>
                  <a:pt x="16720" y="622"/>
                  <a:pt x="16622" y="720"/>
                  <a:pt x="16500" y="720"/>
                </a:cubicBezTo>
                <a:cubicBezTo>
                  <a:pt x="16378" y="720"/>
                  <a:pt x="16280" y="622"/>
                  <a:pt x="16280" y="500"/>
                </a:cubicBezTo>
                <a:cubicBezTo>
                  <a:pt x="16280" y="378"/>
                  <a:pt x="16378" y="280"/>
                  <a:pt x="16500" y="280"/>
                </a:cubicBezTo>
                <a:cubicBezTo>
                  <a:pt x="16622" y="280"/>
                  <a:pt x="16720" y="378"/>
                  <a:pt x="16720" y="500"/>
                </a:cubicBezTo>
                <a:close/>
                <a:moveTo>
                  <a:pt x="17720" y="500"/>
                </a:moveTo>
                <a:cubicBezTo>
                  <a:pt x="17720" y="622"/>
                  <a:pt x="17622" y="720"/>
                  <a:pt x="17500" y="720"/>
                </a:cubicBezTo>
                <a:cubicBezTo>
                  <a:pt x="17378" y="720"/>
                  <a:pt x="17280" y="622"/>
                  <a:pt x="17280" y="500"/>
                </a:cubicBezTo>
                <a:cubicBezTo>
                  <a:pt x="17280" y="378"/>
                  <a:pt x="17378" y="280"/>
                  <a:pt x="17500" y="280"/>
                </a:cubicBezTo>
                <a:cubicBezTo>
                  <a:pt x="17622" y="280"/>
                  <a:pt x="17720" y="378"/>
                  <a:pt x="1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8720" y="1500"/>
                </a:moveTo>
                <a:cubicBezTo>
                  <a:pt x="8720" y="1622"/>
                  <a:pt x="8622" y="1720"/>
                  <a:pt x="8500" y="1720"/>
                </a:cubicBezTo>
                <a:cubicBezTo>
                  <a:pt x="8378" y="1720"/>
                  <a:pt x="8280" y="1622"/>
                  <a:pt x="8280" y="1500"/>
                </a:cubicBezTo>
                <a:cubicBezTo>
                  <a:pt x="8280" y="1378"/>
                  <a:pt x="8378" y="1280"/>
                  <a:pt x="8500" y="1280"/>
                </a:cubicBezTo>
                <a:cubicBezTo>
                  <a:pt x="8622" y="1280"/>
                  <a:pt x="8720" y="1378"/>
                  <a:pt x="8720" y="1500"/>
                </a:cubicBezTo>
                <a:close/>
                <a:moveTo>
                  <a:pt x="9720" y="1500"/>
                </a:moveTo>
                <a:cubicBezTo>
                  <a:pt x="9720" y="1622"/>
                  <a:pt x="9622" y="1720"/>
                  <a:pt x="9500" y="1720"/>
                </a:cubicBezTo>
                <a:cubicBezTo>
                  <a:pt x="9378" y="1720"/>
                  <a:pt x="9280" y="1622"/>
                  <a:pt x="9280" y="1500"/>
                </a:cubicBezTo>
                <a:cubicBezTo>
                  <a:pt x="9280" y="1378"/>
                  <a:pt x="9378" y="1280"/>
                  <a:pt x="9500" y="1280"/>
                </a:cubicBezTo>
                <a:cubicBezTo>
                  <a:pt x="9622" y="1280"/>
                  <a:pt x="9720" y="1378"/>
                  <a:pt x="9720" y="1500"/>
                </a:cubicBezTo>
                <a:close/>
                <a:moveTo>
                  <a:pt x="10720" y="1500"/>
                </a:moveTo>
                <a:cubicBezTo>
                  <a:pt x="10720" y="1622"/>
                  <a:pt x="10622" y="1720"/>
                  <a:pt x="10500" y="1720"/>
                </a:cubicBezTo>
                <a:cubicBezTo>
                  <a:pt x="10378" y="1720"/>
                  <a:pt x="10280" y="1622"/>
                  <a:pt x="10280" y="1500"/>
                </a:cubicBezTo>
                <a:cubicBezTo>
                  <a:pt x="10280" y="1378"/>
                  <a:pt x="10378" y="1280"/>
                  <a:pt x="10500" y="1280"/>
                </a:cubicBezTo>
                <a:cubicBezTo>
                  <a:pt x="10622" y="1280"/>
                  <a:pt x="10720" y="1378"/>
                  <a:pt x="10720" y="1500"/>
                </a:cubicBezTo>
                <a:close/>
                <a:moveTo>
                  <a:pt x="11720" y="1500"/>
                </a:moveTo>
                <a:cubicBezTo>
                  <a:pt x="11720" y="1622"/>
                  <a:pt x="11622" y="1720"/>
                  <a:pt x="11500" y="1720"/>
                </a:cubicBezTo>
                <a:cubicBezTo>
                  <a:pt x="11378" y="1720"/>
                  <a:pt x="11280" y="1622"/>
                  <a:pt x="11280" y="1500"/>
                </a:cubicBezTo>
                <a:cubicBezTo>
                  <a:pt x="11280" y="1378"/>
                  <a:pt x="11378" y="1280"/>
                  <a:pt x="11500" y="1280"/>
                </a:cubicBezTo>
                <a:cubicBezTo>
                  <a:pt x="11622" y="1280"/>
                  <a:pt x="11720" y="1378"/>
                  <a:pt x="11720" y="1500"/>
                </a:cubicBezTo>
                <a:close/>
                <a:moveTo>
                  <a:pt x="12720" y="1500"/>
                </a:moveTo>
                <a:cubicBezTo>
                  <a:pt x="12720" y="1622"/>
                  <a:pt x="12622" y="1720"/>
                  <a:pt x="12500" y="1720"/>
                </a:cubicBezTo>
                <a:cubicBezTo>
                  <a:pt x="12378" y="1720"/>
                  <a:pt x="12280" y="1622"/>
                  <a:pt x="12280" y="1500"/>
                </a:cubicBezTo>
                <a:cubicBezTo>
                  <a:pt x="12280" y="1378"/>
                  <a:pt x="12378" y="1280"/>
                  <a:pt x="12500" y="1280"/>
                </a:cubicBezTo>
                <a:cubicBezTo>
                  <a:pt x="12622" y="1280"/>
                  <a:pt x="12720" y="1378"/>
                  <a:pt x="12720" y="1500"/>
                </a:cubicBezTo>
                <a:close/>
                <a:moveTo>
                  <a:pt x="13720" y="1500"/>
                </a:moveTo>
                <a:cubicBezTo>
                  <a:pt x="13720" y="1622"/>
                  <a:pt x="13622" y="1720"/>
                  <a:pt x="13500" y="1720"/>
                </a:cubicBezTo>
                <a:cubicBezTo>
                  <a:pt x="13378" y="1720"/>
                  <a:pt x="13280" y="1622"/>
                  <a:pt x="13280" y="1500"/>
                </a:cubicBezTo>
                <a:cubicBezTo>
                  <a:pt x="13280" y="1378"/>
                  <a:pt x="13378" y="1280"/>
                  <a:pt x="13500" y="1280"/>
                </a:cubicBezTo>
                <a:cubicBezTo>
                  <a:pt x="13622" y="1280"/>
                  <a:pt x="13720" y="1378"/>
                  <a:pt x="13720" y="1500"/>
                </a:cubicBezTo>
                <a:close/>
                <a:moveTo>
                  <a:pt x="14720" y="1500"/>
                </a:moveTo>
                <a:cubicBezTo>
                  <a:pt x="14720" y="1622"/>
                  <a:pt x="14622" y="1720"/>
                  <a:pt x="14500" y="1720"/>
                </a:cubicBezTo>
                <a:cubicBezTo>
                  <a:pt x="14378" y="1720"/>
                  <a:pt x="14280" y="1622"/>
                  <a:pt x="14280" y="1500"/>
                </a:cubicBezTo>
                <a:cubicBezTo>
                  <a:pt x="14280" y="1378"/>
                  <a:pt x="14378" y="1280"/>
                  <a:pt x="14500" y="1280"/>
                </a:cubicBezTo>
                <a:cubicBezTo>
                  <a:pt x="14622" y="1280"/>
                  <a:pt x="14720" y="1378"/>
                  <a:pt x="14720" y="1500"/>
                </a:cubicBezTo>
                <a:close/>
                <a:moveTo>
                  <a:pt x="15720" y="1500"/>
                </a:moveTo>
                <a:cubicBezTo>
                  <a:pt x="15720" y="1622"/>
                  <a:pt x="15622" y="1720"/>
                  <a:pt x="15500" y="1720"/>
                </a:cubicBezTo>
                <a:cubicBezTo>
                  <a:pt x="15378" y="1720"/>
                  <a:pt x="15280" y="1622"/>
                  <a:pt x="15280" y="1500"/>
                </a:cubicBezTo>
                <a:cubicBezTo>
                  <a:pt x="15280" y="1378"/>
                  <a:pt x="15378" y="1280"/>
                  <a:pt x="15500" y="1280"/>
                </a:cubicBezTo>
                <a:cubicBezTo>
                  <a:pt x="15622" y="1280"/>
                  <a:pt x="15720" y="1378"/>
                  <a:pt x="15720" y="1500"/>
                </a:cubicBezTo>
                <a:close/>
                <a:moveTo>
                  <a:pt x="16720" y="1500"/>
                </a:moveTo>
                <a:cubicBezTo>
                  <a:pt x="16720" y="1622"/>
                  <a:pt x="16622" y="1720"/>
                  <a:pt x="16500" y="1720"/>
                </a:cubicBezTo>
                <a:cubicBezTo>
                  <a:pt x="16378" y="1720"/>
                  <a:pt x="16280" y="1622"/>
                  <a:pt x="16280" y="1500"/>
                </a:cubicBezTo>
                <a:cubicBezTo>
                  <a:pt x="16280" y="1378"/>
                  <a:pt x="16378" y="1280"/>
                  <a:pt x="16500" y="1280"/>
                </a:cubicBezTo>
                <a:cubicBezTo>
                  <a:pt x="16622" y="1280"/>
                  <a:pt x="16720" y="1378"/>
                  <a:pt x="16720" y="1500"/>
                </a:cubicBezTo>
                <a:close/>
                <a:moveTo>
                  <a:pt x="17720" y="1500"/>
                </a:moveTo>
                <a:cubicBezTo>
                  <a:pt x="17720" y="1622"/>
                  <a:pt x="17622" y="1720"/>
                  <a:pt x="17500" y="1720"/>
                </a:cubicBezTo>
                <a:cubicBezTo>
                  <a:pt x="17378" y="1720"/>
                  <a:pt x="17280" y="1622"/>
                  <a:pt x="17280" y="1500"/>
                </a:cubicBezTo>
                <a:cubicBezTo>
                  <a:pt x="17280" y="1378"/>
                  <a:pt x="17378" y="1280"/>
                  <a:pt x="17500" y="1280"/>
                </a:cubicBezTo>
                <a:cubicBezTo>
                  <a:pt x="17622" y="1280"/>
                  <a:pt x="17720" y="1378"/>
                  <a:pt x="1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8720" y="2500"/>
                </a:moveTo>
                <a:cubicBezTo>
                  <a:pt x="8720" y="2622"/>
                  <a:pt x="8622" y="2720"/>
                  <a:pt x="8500" y="2720"/>
                </a:cubicBezTo>
                <a:cubicBezTo>
                  <a:pt x="8378" y="2720"/>
                  <a:pt x="8280" y="2622"/>
                  <a:pt x="8280" y="2500"/>
                </a:cubicBezTo>
                <a:cubicBezTo>
                  <a:pt x="8280" y="2378"/>
                  <a:pt x="8378" y="2280"/>
                  <a:pt x="8500" y="2280"/>
                </a:cubicBezTo>
                <a:cubicBezTo>
                  <a:pt x="8622" y="2280"/>
                  <a:pt x="8720" y="2378"/>
                  <a:pt x="8720" y="2500"/>
                </a:cubicBezTo>
                <a:close/>
                <a:moveTo>
                  <a:pt x="9720" y="2500"/>
                </a:moveTo>
                <a:cubicBezTo>
                  <a:pt x="9720" y="2622"/>
                  <a:pt x="9622" y="2720"/>
                  <a:pt x="9500" y="2720"/>
                </a:cubicBezTo>
                <a:cubicBezTo>
                  <a:pt x="9378" y="2720"/>
                  <a:pt x="9280" y="2622"/>
                  <a:pt x="9280" y="2500"/>
                </a:cubicBezTo>
                <a:cubicBezTo>
                  <a:pt x="9280" y="2378"/>
                  <a:pt x="9378" y="2280"/>
                  <a:pt x="9500" y="2280"/>
                </a:cubicBezTo>
                <a:cubicBezTo>
                  <a:pt x="9622" y="2280"/>
                  <a:pt x="9720" y="2378"/>
                  <a:pt x="9720" y="2500"/>
                </a:cubicBezTo>
                <a:close/>
                <a:moveTo>
                  <a:pt x="10720" y="2500"/>
                </a:moveTo>
                <a:cubicBezTo>
                  <a:pt x="10720" y="2622"/>
                  <a:pt x="10622" y="2720"/>
                  <a:pt x="10500" y="2720"/>
                </a:cubicBezTo>
                <a:cubicBezTo>
                  <a:pt x="10378" y="2720"/>
                  <a:pt x="10280" y="2622"/>
                  <a:pt x="10280" y="2500"/>
                </a:cubicBezTo>
                <a:cubicBezTo>
                  <a:pt x="10280" y="2378"/>
                  <a:pt x="10378" y="2280"/>
                  <a:pt x="10500" y="2280"/>
                </a:cubicBezTo>
                <a:cubicBezTo>
                  <a:pt x="10622" y="2280"/>
                  <a:pt x="10720" y="2378"/>
                  <a:pt x="10720" y="2500"/>
                </a:cubicBezTo>
                <a:close/>
                <a:moveTo>
                  <a:pt x="11720" y="2500"/>
                </a:moveTo>
                <a:cubicBezTo>
                  <a:pt x="11720" y="2622"/>
                  <a:pt x="11622" y="2720"/>
                  <a:pt x="11500" y="2720"/>
                </a:cubicBezTo>
                <a:cubicBezTo>
                  <a:pt x="11378" y="2720"/>
                  <a:pt x="11280" y="2622"/>
                  <a:pt x="11280" y="2500"/>
                </a:cubicBezTo>
                <a:cubicBezTo>
                  <a:pt x="11280" y="2378"/>
                  <a:pt x="11378" y="2280"/>
                  <a:pt x="11500" y="2280"/>
                </a:cubicBezTo>
                <a:cubicBezTo>
                  <a:pt x="11622" y="2280"/>
                  <a:pt x="11720" y="2378"/>
                  <a:pt x="11720" y="2500"/>
                </a:cubicBezTo>
                <a:close/>
                <a:moveTo>
                  <a:pt x="12720" y="2500"/>
                </a:moveTo>
                <a:cubicBezTo>
                  <a:pt x="12720" y="2622"/>
                  <a:pt x="12622" y="2720"/>
                  <a:pt x="12500" y="2720"/>
                </a:cubicBezTo>
                <a:cubicBezTo>
                  <a:pt x="12378" y="2720"/>
                  <a:pt x="12280" y="2622"/>
                  <a:pt x="12280" y="2500"/>
                </a:cubicBezTo>
                <a:cubicBezTo>
                  <a:pt x="12280" y="2378"/>
                  <a:pt x="12378" y="2280"/>
                  <a:pt x="12500" y="2280"/>
                </a:cubicBezTo>
                <a:cubicBezTo>
                  <a:pt x="12622" y="2280"/>
                  <a:pt x="12720" y="2378"/>
                  <a:pt x="12720" y="2500"/>
                </a:cubicBezTo>
                <a:close/>
                <a:moveTo>
                  <a:pt x="13720" y="2500"/>
                </a:moveTo>
                <a:cubicBezTo>
                  <a:pt x="13720" y="2622"/>
                  <a:pt x="13622" y="2720"/>
                  <a:pt x="13500" y="2720"/>
                </a:cubicBezTo>
                <a:cubicBezTo>
                  <a:pt x="13378" y="2720"/>
                  <a:pt x="13280" y="2622"/>
                  <a:pt x="13280" y="2500"/>
                </a:cubicBezTo>
                <a:cubicBezTo>
                  <a:pt x="13280" y="2378"/>
                  <a:pt x="13378" y="2280"/>
                  <a:pt x="13500" y="2280"/>
                </a:cubicBezTo>
                <a:cubicBezTo>
                  <a:pt x="13622" y="2280"/>
                  <a:pt x="13720" y="2378"/>
                  <a:pt x="13720" y="2500"/>
                </a:cubicBezTo>
                <a:close/>
                <a:moveTo>
                  <a:pt x="14720" y="2500"/>
                </a:moveTo>
                <a:cubicBezTo>
                  <a:pt x="14720" y="2622"/>
                  <a:pt x="14622" y="2720"/>
                  <a:pt x="14500" y="2720"/>
                </a:cubicBezTo>
                <a:cubicBezTo>
                  <a:pt x="14378" y="2720"/>
                  <a:pt x="14280" y="2622"/>
                  <a:pt x="14280" y="2500"/>
                </a:cubicBezTo>
                <a:cubicBezTo>
                  <a:pt x="14280" y="2378"/>
                  <a:pt x="14378" y="2280"/>
                  <a:pt x="14500" y="2280"/>
                </a:cubicBezTo>
                <a:cubicBezTo>
                  <a:pt x="14622" y="2280"/>
                  <a:pt x="14720" y="2378"/>
                  <a:pt x="14720" y="2500"/>
                </a:cubicBezTo>
                <a:close/>
                <a:moveTo>
                  <a:pt x="15720" y="2500"/>
                </a:moveTo>
                <a:cubicBezTo>
                  <a:pt x="15720" y="2622"/>
                  <a:pt x="15622" y="2720"/>
                  <a:pt x="15500" y="2720"/>
                </a:cubicBezTo>
                <a:cubicBezTo>
                  <a:pt x="15378" y="2720"/>
                  <a:pt x="15280" y="2622"/>
                  <a:pt x="15280" y="2500"/>
                </a:cubicBezTo>
                <a:cubicBezTo>
                  <a:pt x="15280" y="2378"/>
                  <a:pt x="15378" y="2280"/>
                  <a:pt x="15500" y="2280"/>
                </a:cubicBezTo>
                <a:cubicBezTo>
                  <a:pt x="15622" y="2280"/>
                  <a:pt x="15720" y="2378"/>
                  <a:pt x="15720" y="2500"/>
                </a:cubicBezTo>
                <a:close/>
                <a:moveTo>
                  <a:pt x="16720" y="2500"/>
                </a:moveTo>
                <a:cubicBezTo>
                  <a:pt x="16720" y="2622"/>
                  <a:pt x="16622" y="2720"/>
                  <a:pt x="16500" y="2720"/>
                </a:cubicBezTo>
                <a:cubicBezTo>
                  <a:pt x="16378" y="2720"/>
                  <a:pt x="16280" y="2622"/>
                  <a:pt x="16280" y="2500"/>
                </a:cubicBezTo>
                <a:cubicBezTo>
                  <a:pt x="16280" y="2378"/>
                  <a:pt x="16378" y="2280"/>
                  <a:pt x="16500" y="2280"/>
                </a:cubicBezTo>
                <a:cubicBezTo>
                  <a:pt x="16622" y="2280"/>
                  <a:pt x="16720" y="2378"/>
                  <a:pt x="16720" y="2500"/>
                </a:cubicBezTo>
                <a:close/>
                <a:moveTo>
                  <a:pt x="17720" y="2500"/>
                </a:moveTo>
                <a:cubicBezTo>
                  <a:pt x="17720" y="2622"/>
                  <a:pt x="17622" y="2720"/>
                  <a:pt x="17500" y="2720"/>
                </a:cubicBezTo>
                <a:cubicBezTo>
                  <a:pt x="17378" y="2720"/>
                  <a:pt x="17280" y="2622"/>
                  <a:pt x="17280" y="2500"/>
                </a:cubicBezTo>
                <a:cubicBezTo>
                  <a:pt x="17280" y="2378"/>
                  <a:pt x="17378" y="2280"/>
                  <a:pt x="17500" y="2280"/>
                </a:cubicBezTo>
                <a:cubicBezTo>
                  <a:pt x="17622" y="2280"/>
                  <a:pt x="17720" y="2378"/>
                  <a:pt x="1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8720" y="3500"/>
                </a:moveTo>
                <a:cubicBezTo>
                  <a:pt x="8720" y="3622"/>
                  <a:pt x="8622" y="3720"/>
                  <a:pt x="8500" y="3720"/>
                </a:cubicBezTo>
                <a:cubicBezTo>
                  <a:pt x="8378" y="3720"/>
                  <a:pt x="8280" y="3622"/>
                  <a:pt x="8280" y="3500"/>
                </a:cubicBezTo>
                <a:cubicBezTo>
                  <a:pt x="8280" y="3378"/>
                  <a:pt x="8378" y="3280"/>
                  <a:pt x="8500" y="3280"/>
                </a:cubicBezTo>
                <a:cubicBezTo>
                  <a:pt x="8622" y="3280"/>
                  <a:pt x="8720" y="3378"/>
                  <a:pt x="8720" y="3500"/>
                </a:cubicBezTo>
                <a:close/>
                <a:moveTo>
                  <a:pt x="9720" y="3500"/>
                </a:moveTo>
                <a:cubicBezTo>
                  <a:pt x="9720" y="3622"/>
                  <a:pt x="9622" y="3720"/>
                  <a:pt x="9500" y="3720"/>
                </a:cubicBezTo>
                <a:cubicBezTo>
                  <a:pt x="9378" y="3720"/>
                  <a:pt x="9280" y="3622"/>
                  <a:pt x="9280" y="3500"/>
                </a:cubicBezTo>
                <a:cubicBezTo>
                  <a:pt x="9280" y="3378"/>
                  <a:pt x="9378" y="3280"/>
                  <a:pt x="9500" y="3280"/>
                </a:cubicBezTo>
                <a:cubicBezTo>
                  <a:pt x="9622" y="3280"/>
                  <a:pt x="9720" y="3378"/>
                  <a:pt x="9720" y="3500"/>
                </a:cubicBezTo>
                <a:close/>
                <a:moveTo>
                  <a:pt x="10720" y="3500"/>
                </a:moveTo>
                <a:cubicBezTo>
                  <a:pt x="10720" y="3622"/>
                  <a:pt x="10622" y="3720"/>
                  <a:pt x="10500" y="3720"/>
                </a:cubicBezTo>
                <a:cubicBezTo>
                  <a:pt x="10378" y="3720"/>
                  <a:pt x="10280" y="3622"/>
                  <a:pt x="10280" y="3500"/>
                </a:cubicBezTo>
                <a:cubicBezTo>
                  <a:pt x="10280" y="3378"/>
                  <a:pt x="10378" y="3280"/>
                  <a:pt x="10500" y="3280"/>
                </a:cubicBezTo>
                <a:cubicBezTo>
                  <a:pt x="10622" y="3280"/>
                  <a:pt x="10720" y="3378"/>
                  <a:pt x="10720" y="3500"/>
                </a:cubicBezTo>
                <a:close/>
                <a:moveTo>
                  <a:pt x="11720" y="3500"/>
                </a:moveTo>
                <a:cubicBezTo>
                  <a:pt x="11720" y="3622"/>
                  <a:pt x="11622" y="3720"/>
                  <a:pt x="11500" y="3720"/>
                </a:cubicBezTo>
                <a:cubicBezTo>
                  <a:pt x="11378" y="3720"/>
                  <a:pt x="11280" y="3622"/>
                  <a:pt x="11280" y="3500"/>
                </a:cubicBezTo>
                <a:cubicBezTo>
                  <a:pt x="11280" y="3378"/>
                  <a:pt x="11378" y="3280"/>
                  <a:pt x="11500" y="3280"/>
                </a:cubicBezTo>
                <a:cubicBezTo>
                  <a:pt x="11622" y="3280"/>
                  <a:pt x="11720" y="3378"/>
                  <a:pt x="11720" y="3500"/>
                </a:cubicBezTo>
                <a:close/>
                <a:moveTo>
                  <a:pt x="12720" y="3500"/>
                </a:moveTo>
                <a:cubicBezTo>
                  <a:pt x="12720" y="3622"/>
                  <a:pt x="12622" y="3720"/>
                  <a:pt x="12500" y="3720"/>
                </a:cubicBezTo>
                <a:cubicBezTo>
                  <a:pt x="12378" y="3720"/>
                  <a:pt x="12280" y="3622"/>
                  <a:pt x="12280" y="3500"/>
                </a:cubicBezTo>
                <a:cubicBezTo>
                  <a:pt x="12280" y="3378"/>
                  <a:pt x="12378" y="3280"/>
                  <a:pt x="12500" y="3280"/>
                </a:cubicBezTo>
                <a:cubicBezTo>
                  <a:pt x="12622" y="3280"/>
                  <a:pt x="12720" y="3378"/>
                  <a:pt x="12720" y="3500"/>
                </a:cubicBezTo>
                <a:close/>
                <a:moveTo>
                  <a:pt x="13720" y="3500"/>
                </a:moveTo>
                <a:cubicBezTo>
                  <a:pt x="13720" y="3622"/>
                  <a:pt x="13622" y="3720"/>
                  <a:pt x="13500" y="3720"/>
                </a:cubicBezTo>
                <a:cubicBezTo>
                  <a:pt x="13378" y="3720"/>
                  <a:pt x="13280" y="3622"/>
                  <a:pt x="13280" y="3500"/>
                </a:cubicBezTo>
                <a:cubicBezTo>
                  <a:pt x="13280" y="3378"/>
                  <a:pt x="13378" y="3280"/>
                  <a:pt x="13500" y="3280"/>
                </a:cubicBezTo>
                <a:cubicBezTo>
                  <a:pt x="13622" y="3280"/>
                  <a:pt x="13720" y="3378"/>
                  <a:pt x="13720" y="3500"/>
                </a:cubicBezTo>
                <a:close/>
                <a:moveTo>
                  <a:pt x="14720" y="3500"/>
                </a:moveTo>
                <a:cubicBezTo>
                  <a:pt x="14720" y="3622"/>
                  <a:pt x="14622" y="3720"/>
                  <a:pt x="14500" y="3720"/>
                </a:cubicBezTo>
                <a:cubicBezTo>
                  <a:pt x="14378" y="3720"/>
                  <a:pt x="14280" y="3622"/>
                  <a:pt x="14280" y="3500"/>
                </a:cubicBezTo>
                <a:cubicBezTo>
                  <a:pt x="14280" y="3378"/>
                  <a:pt x="14378" y="3280"/>
                  <a:pt x="14500" y="3280"/>
                </a:cubicBezTo>
                <a:cubicBezTo>
                  <a:pt x="14622" y="3280"/>
                  <a:pt x="14720" y="3378"/>
                  <a:pt x="14720" y="3500"/>
                </a:cubicBezTo>
                <a:close/>
                <a:moveTo>
                  <a:pt x="15720" y="3500"/>
                </a:moveTo>
                <a:cubicBezTo>
                  <a:pt x="15720" y="3622"/>
                  <a:pt x="15622" y="3720"/>
                  <a:pt x="15500" y="3720"/>
                </a:cubicBezTo>
                <a:cubicBezTo>
                  <a:pt x="15378" y="3720"/>
                  <a:pt x="15280" y="3622"/>
                  <a:pt x="15280" y="3500"/>
                </a:cubicBezTo>
                <a:cubicBezTo>
                  <a:pt x="15280" y="3378"/>
                  <a:pt x="15378" y="3280"/>
                  <a:pt x="15500" y="3280"/>
                </a:cubicBezTo>
                <a:cubicBezTo>
                  <a:pt x="15622" y="3280"/>
                  <a:pt x="15720" y="3378"/>
                  <a:pt x="15720" y="3500"/>
                </a:cubicBezTo>
                <a:close/>
                <a:moveTo>
                  <a:pt x="16720" y="3500"/>
                </a:moveTo>
                <a:cubicBezTo>
                  <a:pt x="16720" y="3622"/>
                  <a:pt x="16622" y="3720"/>
                  <a:pt x="16500" y="3720"/>
                </a:cubicBezTo>
                <a:cubicBezTo>
                  <a:pt x="16378" y="3720"/>
                  <a:pt x="16280" y="3622"/>
                  <a:pt x="16280" y="3500"/>
                </a:cubicBezTo>
                <a:cubicBezTo>
                  <a:pt x="16280" y="3378"/>
                  <a:pt x="16378" y="3280"/>
                  <a:pt x="16500" y="3280"/>
                </a:cubicBezTo>
                <a:cubicBezTo>
                  <a:pt x="16622" y="3280"/>
                  <a:pt x="16720" y="3378"/>
                  <a:pt x="16720" y="3500"/>
                </a:cubicBezTo>
                <a:close/>
                <a:moveTo>
                  <a:pt x="17720" y="3500"/>
                </a:moveTo>
                <a:cubicBezTo>
                  <a:pt x="17720" y="3622"/>
                  <a:pt x="17622" y="3720"/>
                  <a:pt x="17500" y="3720"/>
                </a:cubicBezTo>
                <a:cubicBezTo>
                  <a:pt x="17378" y="3720"/>
                  <a:pt x="17280" y="3622"/>
                  <a:pt x="17280" y="3500"/>
                </a:cubicBezTo>
                <a:cubicBezTo>
                  <a:pt x="17280" y="3378"/>
                  <a:pt x="17378" y="3280"/>
                  <a:pt x="17500" y="3280"/>
                </a:cubicBezTo>
                <a:cubicBezTo>
                  <a:pt x="17622" y="3280"/>
                  <a:pt x="17720" y="3378"/>
                  <a:pt x="1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8720" y="4500"/>
                </a:moveTo>
                <a:cubicBezTo>
                  <a:pt x="8720" y="4622"/>
                  <a:pt x="8622" y="4720"/>
                  <a:pt x="8500" y="4720"/>
                </a:cubicBezTo>
                <a:cubicBezTo>
                  <a:pt x="8378" y="4720"/>
                  <a:pt x="8280" y="4622"/>
                  <a:pt x="8280" y="4500"/>
                </a:cubicBezTo>
                <a:cubicBezTo>
                  <a:pt x="8280" y="4378"/>
                  <a:pt x="8378" y="4280"/>
                  <a:pt x="8500" y="4280"/>
                </a:cubicBezTo>
                <a:cubicBezTo>
                  <a:pt x="8622" y="4280"/>
                  <a:pt x="8720" y="4378"/>
                  <a:pt x="8720" y="4500"/>
                </a:cubicBezTo>
                <a:close/>
                <a:moveTo>
                  <a:pt x="9720" y="4500"/>
                </a:moveTo>
                <a:cubicBezTo>
                  <a:pt x="9720" y="4622"/>
                  <a:pt x="9622" y="4720"/>
                  <a:pt x="9500" y="4720"/>
                </a:cubicBezTo>
                <a:cubicBezTo>
                  <a:pt x="9378" y="4720"/>
                  <a:pt x="9280" y="4622"/>
                  <a:pt x="9280" y="4500"/>
                </a:cubicBezTo>
                <a:cubicBezTo>
                  <a:pt x="9280" y="4378"/>
                  <a:pt x="9378" y="4280"/>
                  <a:pt x="9500" y="4280"/>
                </a:cubicBezTo>
                <a:cubicBezTo>
                  <a:pt x="9622" y="4280"/>
                  <a:pt x="9720" y="4378"/>
                  <a:pt x="9720" y="4500"/>
                </a:cubicBezTo>
                <a:close/>
                <a:moveTo>
                  <a:pt x="10720" y="4500"/>
                </a:moveTo>
                <a:cubicBezTo>
                  <a:pt x="10720" y="4622"/>
                  <a:pt x="10622" y="4720"/>
                  <a:pt x="10500" y="4720"/>
                </a:cubicBezTo>
                <a:cubicBezTo>
                  <a:pt x="10378" y="4720"/>
                  <a:pt x="10280" y="4622"/>
                  <a:pt x="10280" y="4500"/>
                </a:cubicBezTo>
                <a:cubicBezTo>
                  <a:pt x="10280" y="4378"/>
                  <a:pt x="10378" y="4280"/>
                  <a:pt x="10500" y="4280"/>
                </a:cubicBezTo>
                <a:cubicBezTo>
                  <a:pt x="10622" y="4280"/>
                  <a:pt x="10720" y="4378"/>
                  <a:pt x="10720" y="4500"/>
                </a:cubicBezTo>
                <a:close/>
                <a:moveTo>
                  <a:pt x="11720" y="4500"/>
                </a:moveTo>
                <a:cubicBezTo>
                  <a:pt x="11720" y="4622"/>
                  <a:pt x="11622" y="4720"/>
                  <a:pt x="11500" y="4720"/>
                </a:cubicBezTo>
                <a:cubicBezTo>
                  <a:pt x="11378" y="4720"/>
                  <a:pt x="11280" y="4622"/>
                  <a:pt x="11280" y="4500"/>
                </a:cubicBezTo>
                <a:cubicBezTo>
                  <a:pt x="11280" y="4378"/>
                  <a:pt x="11378" y="4280"/>
                  <a:pt x="11500" y="4280"/>
                </a:cubicBezTo>
                <a:cubicBezTo>
                  <a:pt x="11622" y="4280"/>
                  <a:pt x="11720" y="4378"/>
                  <a:pt x="11720" y="4500"/>
                </a:cubicBezTo>
                <a:close/>
                <a:moveTo>
                  <a:pt x="12720" y="4500"/>
                </a:moveTo>
                <a:cubicBezTo>
                  <a:pt x="12720" y="4622"/>
                  <a:pt x="12622" y="4720"/>
                  <a:pt x="12500" y="4720"/>
                </a:cubicBezTo>
                <a:cubicBezTo>
                  <a:pt x="12378" y="4720"/>
                  <a:pt x="12280" y="4622"/>
                  <a:pt x="12280" y="4500"/>
                </a:cubicBezTo>
                <a:cubicBezTo>
                  <a:pt x="12280" y="4378"/>
                  <a:pt x="12378" y="4280"/>
                  <a:pt x="12500" y="4280"/>
                </a:cubicBezTo>
                <a:cubicBezTo>
                  <a:pt x="12622" y="4280"/>
                  <a:pt x="12720" y="4378"/>
                  <a:pt x="12720" y="4500"/>
                </a:cubicBezTo>
                <a:close/>
                <a:moveTo>
                  <a:pt x="13720" y="4500"/>
                </a:moveTo>
                <a:cubicBezTo>
                  <a:pt x="13720" y="4622"/>
                  <a:pt x="13622" y="4720"/>
                  <a:pt x="13500" y="4720"/>
                </a:cubicBezTo>
                <a:cubicBezTo>
                  <a:pt x="13378" y="4720"/>
                  <a:pt x="13280" y="4622"/>
                  <a:pt x="13280" y="4500"/>
                </a:cubicBezTo>
                <a:cubicBezTo>
                  <a:pt x="13280" y="4378"/>
                  <a:pt x="13378" y="4280"/>
                  <a:pt x="13500" y="4280"/>
                </a:cubicBezTo>
                <a:cubicBezTo>
                  <a:pt x="13622" y="4280"/>
                  <a:pt x="13720" y="4378"/>
                  <a:pt x="13720" y="4500"/>
                </a:cubicBezTo>
                <a:close/>
                <a:moveTo>
                  <a:pt x="14720" y="4500"/>
                </a:moveTo>
                <a:cubicBezTo>
                  <a:pt x="14720" y="4622"/>
                  <a:pt x="14622" y="4720"/>
                  <a:pt x="14500" y="4720"/>
                </a:cubicBezTo>
                <a:cubicBezTo>
                  <a:pt x="14378" y="4720"/>
                  <a:pt x="14280" y="4622"/>
                  <a:pt x="14280" y="4500"/>
                </a:cubicBezTo>
                <a:cubicBezTo>
                  <a:pt x="14280" y="4378"/>
                  <a:pt x="14378" y="4280"/>
                  <a:pt x="14500" y="4280"/>
                </a:cubicBezTo>
                <a:cubicBezTo>
                  <a:pt x="14622" y="4280"/>
                  <a:pt x="14720" y="4378"/>
                  <a:pt x="14720" y="4500"/>
                </a:cubicBezTo>
                <a:close/>
                <a:moveTo>
                  <a:pt x="15720" y="4500"/>
                </a:moveTo>
                <a:cubicBezTo>
                  <a:pt x="15720" y="4622"/>
                  <a:pt x="15622" y="4720"/>
                  <a:pt x="15500" y="4720"/>
                </a:cubicBezTo>
                <a:cubicBezTo>
                  <a:pt x="15378" y="4720"/>
                  <a:pt x="15280" y="4622"/>
                  <a:pt x="15280" y="4500"/>
                </a:cubicBezTo>
                <a:cubicBezTo>
                  <a:pt x="15280" y="4378"/>
                  <a:pt x="15378" y="4280"/>
                  <a:pt x="15500" y="4280"/>
                </a:cubicBezTo>
                <a:cubicBezTo>
                  <a:pt x="15622" y="4280"/>
                  <a:pt x="15720" y="4378"/>
                  <a:pt x="15720" y="4500"/>
                </a:cubicBezTo>
                <a:close/>
                <a:moveTo>
                  <a:pt x="16720" y="4500"/>
                </a:moveTo>
                <a:cubicBezTo>
                  <a:pt x="16720" y="4622"/>
                  <a:pt x="16622" y="4720"/>
                  <a:pt x="16500" y="4720"/>
                </a:cubicBezTo>
                <a:cubicBezTo>
                  <a:pt x="16378" y="4720"/>
                  <a:pt x="16280" y="4622"/>
                  <a:pt x="16280" y="4500"/>
                </a:cubicBezTo>
                <a:cubicBezTo>
                  <a:pt x="16280" y="4378"/>
                  <a:pt x="16378" y="4280"/>
                  <a:pt x="16500" y="4280"/>
                </a:cubicBezTo>
                <a:cubicBezTo>
                  <a:pt x="16622" y="4280"/>
                  <a:pt x="16720" y="4378"/>
                  <a:pt x="16720" y="4500"/>
                </a:cubicBezTo>
                <a:close/>
                <a:moveTo>
                  <a:pt x="17720" y="4500"/>
                </a:moveTo>
                <a:cubicBezTo>
                  <a:pt x="17720" y="4622"/>
                  <a:pt x="17622" y="4720"/>
                  <a:pt x="17500" y="4720"/>
                </a:cubicBezTo>
                <a:cubicBezTo>
                  <a:pt x="17378" y="4720"/>
                  <a:pt x="17280" y="4622"/>
                  <a:pt x="17280" y="4500"/>
                </a:cubicBezTo>
                <a:cubicBezTo>
                  <a:pt x="17280" y="4378"/>
                  <a:pt x="17378" y="4280"/>
                  <a:pt x="17500" y="4280"/>
                </a:cubicBezTo>
                <a:cubicBezTo>
                  <a:pt x="17622" y="4280"/>
                  <a:pt x="17720" y="4378"/>
                  <a:pt x="1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8720" y="5500"/>
                </a:moveTo>
                <a:cubicBezTo>
                  <a:pt x="8720" y="5622"/>
                  <a:pt x="8622" y="5720"/>
                  <a:pt x="8500" y="5720"/>
                </a:cubicBezTo>
                <a:cubicBezTo>
                  <a:pt x="8378" y="5720"/>
                  <a:pt x="8280" y="5622"/>
                  <a:pt x="8280" y="5500"/>
                </a:cubicBezTo>
                <a:cubicBezTo>
                  <a:pt x="8280" y="5378"/>
                  <a:pt x="8378" y="5280"/>
                  <a:pt x="8500" y="5280"/>
                </a:cubicBezTo>
                <a:cubicBezTo>
                  <a:pt x="8622" y="5280"/>
                  <a:pt x="8720" y="5378"/>
                  <a:pt x="8720" y="5500"/>
                </a:cubicBezTo>
                <a:close/>
                <a:moveTo>
                  <a:pt x="9720" y="5500"/>
                </a:moveTo>
                <a:cubicBezTo>
                  <a:pt x="9720" y="5622"/>
                  <a:pt x="9622" y="5720"/>
                  <a:pt x="9500" y="5720"/>
                </a:cubicBezTo>
                <a:cubicBezTo>
                  <a:pt x="9378" y="5720"/>
                  <a:pt x="9280" y="5622"/>
                  <a:pt x="9280" y="5500"/>
                </a:cubicBezTo>
                <a:cubicBezTo>
                  <a:pt x="9280" y="5378"/>
                  <a:pt x="9378" y="5280"/>
                  <a:pt x="9500" y="5280"/>
                </a:cubicBezTo>
                <a:cubicBezTo>
                  <a:pt x="9622" y="5280"/>
                  <a:pt x="9720" y="5378"/>
                  <a:pt x="9720" y="5500"/>
                </a:cubicBezTo>
                <a:close/>
                <a:moveTo>
                  <a:pt x="10720" y="5500"/>
                </a:moveTo>
                <a:cubicBezTo>
                  <a:pt x="10720" y="5622"/>
                  <a:pt x="10622" y="5720"/>
                  <a:pt x="10500" y="5720"/>
                </a:cubicBezTo>
                <a:cubicBezTo>
                  <a:pt x="10378" y="5720"/>
                  <a:pt x="10280" y="5622"/>
                  <a:pt x="10280" y="5500"/>
                </a:cubicBezTo>
                <a:cubicBezTo>
                  <a:pt x="10280" y="5378"/>
                  <a:pt x="10378" y="5280"/>
                  <a:pt x="10500" y="5280"/>
                </a:cubicBezTo>
                <a:cubicBezTo>
                  <a:pt x="10622" y="5280"/>
                  <a:pt x="10720" y="5378"/>
                  <a:pt x="10720" y="5500"/>
                </a:cubicBezTo>
                <a:close/>
                <a:moveTo>
                  <a:pt x="11720" y="5500"/>
                </a:moveTo>
                <a:cubicBezTo>
                  <a:pt x="11720" y="5622"/>
                  <a:pt x="11622" y="5720"/>
                  <a:pt x="11500" y="5720"/>
                </a:cubicBezTo>
                <a:cubicBezTo>
                  <a:pt x="11378" y="5720"/>
                  <a:pt x="11280" y="5622"/>
                  <a:pt x="11280" y="5500"/>
                </a:cubicBezTo>
                <a:cubicBezTo>
                  <a:pt x="11280" y="5378"/>
                  <a:pt x="11378" y="5280"/>
                  <a:pt x="11500" y="5280"/>
                </a:cubicBezTo>
                <a:cubicBezTo>
                  <a:pt x="11622" y="5280"/>
                  <a:pt x="11720" y="5378"/>
                  <a:pt x="11720" y="5500"/>
                </a:cubicBezTo>
                <a:close/>
                <a:moveTo>
                  <a:pt x="12720" y="5500"/>
                </a:moveTo>
                <a:cubicBezTo>
                  <a:pt x="12720" y="5622"/>
                  <a:pt x="12622" y="5720"/>
                  <a:pt x="12500" y="5720"/>
                </a:cubicBezTo>
                <a:cubicBezTo>
                  <a:pt x="12378" y="5720"/>
                  <a:pt x="12280" y="5622"/>
                  <a:pt x="12280" y="5500"/>
                </a:cubicBezTo>
                <a:cubicBezTo>
                  <a:pt x="12280" y="5378"/>
                  <a:pt x="12378" y="5280"/>
                  <a:pt x="12500" y="5280"/>
                </a:cubicBezTo>
                <a:cubicBezTo>
                  <a:pt x="12622" y="5280"/>
                  <a:pt x="12720" y="5378"/>
                  <a:pt x="12720" y="5500"/>
                </a:cubicBezTo>
                <a:close/>
                <a:moveTo>
                  <a:pt x="13720" y="5500"/>
                </a:moveTo>
                <a:cubicBezTo>
                  <a:pt x="13720" y="5622"/>
                  <a:pt x="13622" y="5720"/>
                  <a:pt x="13500" y="5720"/>
                </a:cubicBezTo>
                <a:cubicBezTo>
                  <a:pt x="13378" y="5720"/>
                  <a:pt x="13280" y="5622"/>
                  <a:pt x="13280" y="5500"/>
                </a:cubicBezTo>
                <a:cubicBezTo>
                  <a:pt x="13280" y="5378"/>
                  <a:pt x="13378" y="5280"/>
                  <a:pt x="13500" y="5280"/>
                </a:cubicBezTo>
                <a:cubicBezTo>
                  <a:pt x="13622" y="5280"/>
                  <a:pt x="13720" y="5378"/>
                  <a:pt x="13720" y="5500"/>
                </a:cubicBezTo>
                <a:close/>
                <a:moveTo>
                  <a:pt x="14720" y="5500"/>
                </a:moveTo>
                <a:cubicBezTo>
                  <a:pt x="14720" y="5622"/>
                  <a:pt x="14622" y="5720"/>
                  <a:pt x="14500" y="5720"/>
                </a:cubicBezTo>
                <a:cubicBezTo>
                  <a:pt x="14378" y="5720"/>
                  <a:pt x="14280" y="5622"/>
                  <a:pt x="14280" y="5500"/>
                </a:cubicBezTo>
                <a:cubicBezTo>
                  <a:pt x="14280" y="5378"/>
                  <a:pt x="14378" y="5280"/>
                  <a:pt x="14500" y="5280"/>
                </a:cubicBezTo>
                <a:cubicBezTo>
                  <a:pt x="14622" y="5280"/>
                  <a:pt x="14720" y="5378"/>
                  <a:pt x="14720" y="5500"/>
                </a:cubicBezTo>
                <a:close/>
                <a:moveTo>
                  <a:pt x="15720" y="5500"/>
                </a:moveTo>
                <a:cubicBezTo>
                  <a:pt x="15720" y="5622"/>
                  <a:pt x="15622" y="5720"/>
                  <a:pt x="15500" y="5720"/>
                </a:cubicBezTo>
                <a:cubicBezTo>
                  <a:pt x="15378" y="5720"/>
                  <a:pt x="15280" y="5622"/>
                  <a:pt x="15280" y="5500"/>
                </a:cubicBezTo>
                <a:cubicBezTo>
                  <a:pt x="15280" y="5378"/>
                  <a:pt x="15378" y="5280"/>
                  <a:pt x="15500" y="5280"/>
                </a:cubicBezTo>
                <a:cubicBezTo>
                  <a:pt x="15622" y="5280"/>
                  <a:pt x="15720" y="5378"/>
                  <a:pt x="15720" y="5500"/>
                </a:cubicBezTo>
                <a:close/>
                <a:moveTo>
                  <a:pt x="16720" y="5500"/>
                </a:moveTo>
                <a:cubicBezTo>
                  <a:pt x="16720" y="5622"/>
                  <a:pt x="16622" y="5720"/>
                  <a:pt x="16500" y="5720"/>
                </a:cubicBezTo>
                <a:cubicBezTo>
                  <a:pt x="16378" y="5720"/>
                  <a:pt x="16280" y="5622"/>
                  <a:pt x="16280" y="5500"/>
                </a:cubicBezTo>
                <a:cubicBezTo>
                  <a:pt x="16280" y="5378"/>
                  <a:pt x="16378" y="5280"/>
                  <a:pt x="16500" y="5280"/>
                </a:cubicBezTo>
                <a:cubicBezTo>
                  <a:pt x="16622" y="5280"/>
                  <a:pt x="16720" y="5378"/>
                  <a:pt x="16720" y="5500"/>
                </a:cubicBezTo>
                <a:close/>
                <a:moveTo>
                  <a:pt x="17720" y="5500"/>
                </a:moveTo>
                <a:cubicBezTo>
                  <a:pt x="17720" y="5622"/>
                  <a:pt x="17622" y="5720"/>
                  <a:pt x="17500" y="5720"/>
                </a:cubicBezTo>
                <a:cubicBezTo>
                  <a:pt x="17378" y="5720"/>
                  <a:pt x="17280" y="5622"/>
                  <a:pt x="17280" y="5500"/>
                </a:cubicBezTo>
                <a:cubicBezTo>
                  <a:pt x="17280" y="5378"/>
                  <a:pt x="17378" y="5280"/>
                  <a:pt x="17500" y="5280"/>
                </a:cubicBezTo>
                <a:cubicBezTo>
                  <a:pt x="17622" y="5280"/>
                  <a:pt x="17720" y="5378"/>
                  <a:pt x="1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8720" y="6500"/>
                </a:moveTo>
                <a:cubicBezTo>
                  <a:pt x="8720" y="6622"/>
                  <a:pt x="8622" y="6720"/>
                  <a:pt x="8500" y="6720"/>
                </a:cubicBezTo>
                <a:cubicBezTo>
                  <a:pt x="8378" y="6720"/>
                  <a:pt x="8280" y="6622"/>
                  <a:pt x="8280" y="6500"/>
                </a:cubicBezTo>
                <a:cubicBezTo>
                  <a:pt x="8280" y="6378"/>
                  <a:pt x="8378" y="6280"/>
                  <a:pt x="8500" y="6280"/>
                </a:cubicBezTo>
                <a:cubicBezTo>
                  <a:pt x="8622" y="6280"/>
                  <a:pt x="8720" y="6378"/>
                  <a:pt x="8720" y="6500"/>
                </a:cubicBezTo>
                <a:close/>
                <a:moveTo>
                  <a:pt x="9720" y="6500"/>
                </a:moveTo>
                <a:cubicBezTo>
                  <a:pt x="9720" y="6622"/>
                  <a:pt x="9622" y="6720"/>
                  <a:pt x="9500" y="6720"/>
                </a:cubicBezTo>
                <a:cubicBezTo>
                  <a:pt x="9378" y="6720"/>
                  <a:pt x="9280" y="6622"/>
                  <a:pt x="9280" y="6500"/>
                </a:cubicBezTo>
                <a:cubicBezTo>
                  <a:pt x="9280" y="6378"/>
                  <a:pt x="9378" y="6280"/>
                  <a:pt x="9500" y="6280"/>
                </a:cubicBezTo>
                <a:cubicBezTo>
                  <a:pt x="9622" y="6280"/>
                  <a:pt x="9720" y="6378"/>
                  <a:pt x="9720" y="6500"/>
                </a:cubicBezTo>
                <a:close/>
                <a:moveTo>
                  <a:pt x="10720" y="6500"/>
                </a:moveTo>
                <a:cubicBezTo>
                  <a:pt x="10720" y="6622"/>
                  <a:pt x="10622" y="6720"/>
                  <a:pt x="10500" y="6720"/>
                </a:cubicBezTo>
                <a:cubicBezTo>
                  <a:pt x="10378" y="6720"/>
                  <a:pt x="10280" y="6622"/>
                  <a:pt x="10280" y="6500"/>
                </a:cubicBezTo>
                <a:cubicBezTo>
                  <a:pt x="10280" y="6378"/>
                  <a:pt x="10378" y="6280"/>
                  <a:pt x="10500" y="6280"/>
                </a:cubicBezTo>
                <a:cubicBezTo>
                  <a:pt x="10622" y="6280"/>
                  <a:pt x="10720" y="6378"/>
                  <a:pt x="10720" y="6500"/>
                </a:cubicBezTo>
                <a:close/>
                <a:moveTo>
                  <a:pt x="11720" y="6500"/>
                </a:moveTo>
                <a:cubicBezTo>
                  <a:pt x="11720" y="6622"/>
                  <a:pt x="11622" y="6720"/>
                  <a:pt x="11500" y="6720"/>
                </a:cubicBezTo>
                <a:cubicBezTo>
                  <a:pt x="11378" y="6720"/>
                  <a:pt x="11280" y="6622"/>
                  <a:pt x="11280" y="6500"/>
                </a:cubicBezTo>
                <a:cubicBezTo>
                  <a:pt x="11280" y="6378"/>
                  <a:pt x="11378" y="6280"/>
                  <a:pt x="11500" y="6280"/>
                </a:cubicBezTo>
                <a:cubicBezTo>
                  <a:pt x="11622" y="6280"/>
                  <a:pt x="11720" y="6378"/>
                  <a:pt x="11720" y="6500"/>
                </a:cubicBezTo>
                <a:close/>
                <a:moveTo>
                  <a:pt x="12720" y="6500"/>
                </a:moveTo>
                <a:cubicBezTo>
                  <a:pt x="12720" y="6622"/>
                  <a:pt x="12622" y="6720"/>
                  <a:pt x="12500" y="6720"/>
                </a:cubicBezTo>
                <a:cubicBezTo>
                  <a:pt x="12378" y="6720"/>
                  <a:pt x="12280" y="6622"/>
                  <a:pt x="12280" y="6500"/>
                </a:cubicBezTo>
                <a:cubicBezTo>
                  <a:pt x="12280" y="6378"/>
                  <a:pt x="12378" y="6280"/>
                  <a:pt x="12500" y="6280"/>
                </a:cubicBezTo>
                <a:cubicBezTo>
                  <a:pt x="12622" y="6280"/>
                  <a:pt x="12720" y="6378"/>
                  <a:pt x="12720" y="6500"/>
                </a:cubicBezTo>
                <a:close/>
                <a:moveTo>
                  <a:pt x="13720" y="6500"/>
                </a:moveTo>
                <a:cubicBezTo>
                  <a:pt x="13720" y="6622"/>
                  <a:pt x="13622" y="6720"/>
                  <a:pt x="13500" y="6720"/>
                </a:cubicBezTo>
                <a:cubicBezTo>
                  <a:pt x="13378" y="6720"/>
                  <a:pt x="13280" y="6622"/>
                  <a:pt x="13280" y="6500"/>
                </a:cubicBezTo>
                <a:cubicBezTo>
                  <a:pt x="13280" y="6378"/>
                  <a:pt x="13378" y="6280"/>
                  <a:pt x="13500" y="6280"/>
                </a:cubicBezTo>
                <a:cubicBezTo>
                  <a:pt x="13622" y="6280"/>
                  <a:pt x="13720" y="6378"/>
                  <a:pt x="13720" y="6500"/>
                </a:cubicBezTo>
                <a:close/>
                <a:moveTo>
                  <a:pt x="14720" y="6500"/>
                </a:moveTo>
                <a:cubicBezTo>
                  <a:pt x="14720" y="6622"/>
                  <a:pt x="14622" y="6720"/>
                  <a:pt x="14500" y="6720"/>
                </a:cubicBezTo>
                <a:cubicBezTo>
                  <a:pt x="14378" y="6720"/>
                  <a:pt x="14280" y="6622"/>
                  <a:pt x="14280" y="6500"/>
                </a:cubicBezTo>
                <a:cubicBezTo>
                  <a:pt x="14280" y="6378"/>
                  <a:pt x="14378" y="6280"/>
                  <a:pt x="14500" y="6280"/>
                </a:cubicBezTo>
                <a:cubicBezTo>
                  <a:pt x="14622" y="6280"/>
                  <a:pt x="14720" y="6378"/>
                  <a:pt x="14720" y="6500"/>
                </a:cubicBezTo>
                <a:close/>
                <a:moveTo>
                  <a:pt x="15720" y="6500"/>
                </a:moveTo>
                <a:cubicBezTo>
                  <a:pt x="15720" y="6622"/>
                  <a:pt x="15622" y="6720"/>
                  <a:pt x="15500" y="6720"/>
                </a:cubicBezTo>
                <a:cubicBezTo>
                  <a:pt x="15378" y="6720"/>
                  <a:pt x="15280" y="6622"/>
                  <a:pt x="15280" y="6500"/>
                </a:cubicBezTo>
                <a:cubicBezTo>
                  <a:pt x="15280" y="6378"/>
                  <a:pt x="15378" y="6280"/>
                  <a:pt x="15500" y="6280"/>
                </a:cubicBezTo>
                <a:cubicBezTo>
                  <a:pt x="15622" y="6280"/>
                  <a:pt x="15720" y="6378"/>
                  <a:pt x="15720" y="6500"/>
                </a:cubicBezTo>
                <a:close/>
                <a:moveTo>
                  <a:pt x="16720" y="6500"/>
                </a:moveTo>
                <a:cubicBezTo>
                  <a:pt x="16720" y="6622"/>
                  <a:pt x="16622" y="6720"/>
                  <a:pt x="16500" y="6720"/>
                </a:cubicBezTo>
                <a:cubicBezTo>
                  <a:pt x="16378" y="6720"/>
                  <a:pt x="16280" y="6622"/>
                  <a:pt x="16280" y="6500"/>
                </a:cubicBezTo>
                <a:cubicBezTo>
                  <a:pt x="16280" y="6378"/>
                  <a:pt x="16378" y="6280"/>
                  <a:pt x="16500" y="6280"/>
                </a:cubicBezTo>
                <a:cubicBezTo>
                  <a:pt x="16622" y="6280"/>
                  <a:pt x="16720" y="6378"/>
                  <a:pt x="16720" y="6500"/>
                </a:cubicBezTo>
                <a:close/>
                <a:moveTo>
                  <a:pt x="17720" y="6500"/>
                </a:moveTo>
                <a:cubicBezTo>
                  <a:pt x="17720" y="6622"/>
                  <a:pt x="17622" y="6720"/>
                  <a:pt x="17500" y="6720"/>
                </a:cubicBezTo>
                <a:cubicBezTo>
                  <a:pt x="17378" y="6720"/>
                  <a:pt x="17280" y="6622"/>
                  <a:pt x="17280" y="6500"/>
                </a:cubicBezTo>
                <a:cubicBezTo>
                  <a:pt x="17280" y="6378"/>
                  <a:pt x="17378" y="6280"/>
                  <a:pt x="17500" y="6280"/>
                </a:cubicBezTo>
                <a:cubicBezTo>
                  <a:pt x="17622" y="6280"/>
                  <a:pt x="17720" y="6378"/>
                  <a:pt x="1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8720" y="7500"/>
                </a:moveTo>
                <a:cubicBezTo>
                  <a:pt x="8720" y="7622"/>
                  <a:pt x="8622" y="7720"/>
                  <a:pt x="8500" y="7720"/>
                </a:cubicBezTo>
                <a:cubicBezTo>
                  <a:pt x="8378" y="7720"/>
                  <a:pt x="8280" y="7622"/>
                  <a:pt x="8280" y="7500"/>
                </a:cubicBezTo>
                <a:cubicBezTo>
                  <a:pt x="8280" y="7378"/>
                  <a:pt x="8378" y="7280"/>
                  <a:pt x="8500" y="7280"/>
                </a:cubicBezTo>
                <a:cubicBezTo>
                  <a:pt x="8622" y="7280"/>
                  <a:pt x="8720" y="7378"/>
                  <a:pt x="8720" y="7500"/>
                </a:cubicBezTo>
                <a:close/>
                <a:moveTo>
                  <a:pt x="9720" y="7500"/>
                </a:moveTo>
                <a:cubicBezTo>
                  <a:pt x="9720" y="7622"/>
                  <a:pt x="9622" y="7720"/>
                  <a:pt x="9500" y="7720"/>
                </a:cubicBezTo>
                <a:cubicBezTo>
                  <a:pt x="9378" y="7720"/>
                  <a:pt x="9280" y="7622"/>
                  <a:pt x="9280" y="7500"/>
                </a:cubicBezTo>
                <a:cubicBezTo>
                  <a:pt x="9280" y="7378"/>
                  <a:pt x="9378" y="7280"/>
                  <a:pt x="9500" y="7280"/>
                </a:cubicBezTo>
                <a:cubicBezTo>
                  <a:pt x="9622" y="7280"/>
                  <a:pt x="9720" y="7378"/>
                  <a:pt x="9720" y="7500"/>
                </a:cubicBezTo>
                <a:close/>
                <a:moveTo>
                  <a:pt x="10720" y="7500"/>
                </a:moveTo>
                <a:cubicBezTo>
                  <a:pt x="10720" y="7622"/>
                  <a:pt x="10622" y="7720"/>
                  <a:pt x="10500" y="7720"/>
                </a:cubicBezTo>
                <a:cubicBezTo>
                  <a:pt x="10378" y="7720"/>
                  <a:pt x="10280" y="7622"/>
                  <a:pt x="10280" y="7500"/>
                </a:cubicBezTo>
                <a:cubicBezTo>
                  <a:pt x="10280" y="7378"/>
                  <a:pt x="10378" y="7280"/>
                  <a:pt x="10500" y="7280"/>
                </a:cubicBezTo>
                <a:cubicBezTo>
                  <a:pt x="10622" y="7280"/>
                  <a:pt x="10720" y="7378"/>
                  <a:pt x="10720" y="7500"/>
                </a:cubicBezTo>
                <a:close/>
                <a:moveTo>
                  <a:pt x="11720" y="7500"/>
                </a:moveTo>
                <a:cubicBezTo>
                  <a:pt x="11720" y="7622"/>
                  <a:pt x="11622" y="7720"/>
                  <a:pt x="11500" y="7720"/>
                </a:cubicBezTo>
                <a:cubicBezTo>
                  <a:pt x="11378" y="7720"/>
                  <a:pt x="11280" y="7622"/>
                  <a:pt x="11280" y="7500"/>
                </a:cubicBezTo>
                <a:cubicBezTo>
                  <a:pt x="11280" y="7378"/>
                  <a:pt x="11378" y="7280"/>
                  <a:pt x="11500" y="7280"/>
                </a:cubicBezTo>
                <a:cubicBezTo>
                  <a:pt x="11622" y="7280"/>
                  <a:pt x="11720" y="7378"/>
                  <a:pt x="11720" y="7500"/>
                </a:cubicBezTo>
                <a:close/>
                <a:moveTo>
                  <a:pt x="12720" y="7500"/>
                </a:moveTo>
                <a:cubicBezTo>
                  <a:pt x="12720" y="7622"/>
                  <a:pt x="12622" y="7720"/>
                  <a:pt x="12500" y="7720"/>
                </a:cubicBezTo>
                <a:cubicBezTo>
                  <a:pt x="12378" y="7720"/>
                  <a:pt x="12280" y="7622"/>
                  <a:pt x="12280" y="7500"/>
                </a:cubicBezTo>
                <a:cubicBezTo>
                  <a:pt x="12280" y="7378"/>
                  <a:pt x="12378" y="7280"/>
                  <a:pt x="12500" y="7280"/>
                </a:cubicBezTo>
                <a:cubicBezTo>
                  <a:pt x="12622" y="7280"/>
                  <a:pt x="12720" y="7378"/>
                  <a:pt x="12720" y="7500"/>
                </a:cubicBezTo>
                <a:close/>
                <a:moveTo>
                  <a:pt x="13720" y="7500"/>
                </a:moveTo>
                <a:cubicBezTo>
                  <a:pt x="13720" y="7622"/>
                  <a:pt x="13622" y="7720"/>
                  <a:pt x="13500" y="7720"/>
                </a:cubicBezTo>
                <a:cubicBezTo>
                  <a:pt x="13378" y="7720"/>
                  <a:pt x="13280" y="7622"/>
                  <a:pt x="13280" y="7500"/>
                </a:cubicBezTo>
                <a:cubicBezTo>
                  <a:pt x="13280" y="7378"/>
                  <a:pt x="13378" y="7280"/>
                  <a:pt x="13500" y="7280"/>
                </a:cubicBezTo>
                <a:cubicBezTo>
                  <a:pt x="13622" y="7280"/>
                  <a:pt x="13720" y="7378"/>
                  <a:pt x="13720" y="7500"/>
                </a:cubicBezTo>
                <a:close/>
                <a:moveTo>
                  <a:pt x="14720" y="7500"/>
                </a:moveTo>
                <a:cubicBezTo>
                  <a:pt x="14720" y="7622"/>
                  <a:pt x="14622" y="7720"/>
                  <a:pt x="14500" y="7720"/>
                </a:cubicBezTo>
                <a:cubicBezTo>
                  <a:pt x="14378" y="7720"/>
                  <a:pt x="14280" y="7622"/>
                  <a:pt x="14280" y="7500"/>
                </a:cubicBezTo>
                <a:cubicBezTo>
                  <a:pt x="14280" y="7378"/>
                  <a:pt x="14378" y="7280"/>
                  <a:pt x="14500" y="7280"/>
                </a:cubicBezTo>
                <a:cubicBezTo>
                  <a:pt x="14622" y="7280"/>
                  <a:pt x="14720" y="7378"/>
                  <a:pt x="14720" y="7500"/>
                </a:cubicBezTo>
                <a:close/>
                <a:moveTo>
                  <a:pt x="15720" y="7500"/>
                </a:moveTo>
                <a:cubicBezTo>
                  <a:pt x="15720" y="7622"/>
                  <a:pt x="15622" y="7720"/>
                  <a:pt x="15500" y="7720"/>
                </a:cubicBezTo>
                <a:cubicBezTo>
                  <a:pt x="15378" y="7720"/>
                  <a:pt x="15280" y="7622"/>
                  <a:pt x="15280" y="7500"/>
                </a:cubicBezTo>
                <a:cubicBezTo>
                  <a:pt x="15280" y="7378"/>
                  <a:pt x="15378" y="7280"/>
                  <a:pt x="15500" y="7280"/>
                </a:cubicBezTo>
                <a:cubicBezTo>
                  <a:pt x="15622" y="7280"/>
                  <a:pt x="15720" y="7378"/>
                  <a:pt x="15720" y="7500"/>
                </a:cubicBezTo>
                <a:close/>
                <a:moveTo>
                  <a:pt x="16720" y="7500"/>
                </a:moveTo>
                <a:cubicBezTo>
                  <a:pt x="16720" y="7622"/>
                  <a:pt x="16622" y="7720"/>
                  <a:pt x="16500" y="7720"/>
                </a:cubicBezTo>
                <a:cubicBezTo>
                  <a:pt x="16378" y="7720"/>
                  <a:pt x="16280" y="7622"/>
                  <a:pt x="16280" y="7500"/>
                </a:cubicBezTo>
                <a:cubicBezTo>
                  <a:pt x="16280" y="7378"/>
                  <a:pt x="16378" y="7280"/>
                  <a:pt x="16500" y="7280"/>
                </a:cubicBezTo>
                <a:cubicBezTo>
                  <a:pt x="16622" y="7280"/>
                  <a:pt x="16720" y="7378"/>
                  <a:pt x="16720" y="7500"/>
                </a:cubicBezTo>
                <a:close/>
                <a:moveTo>
                  <a:pt x="17720" y="7500"/>
                </a:moveTo>
                <a:cubicBezTo>
                  <a:pt x="17720" y="7622"/>
                  <a:pt x="17622" y="7720"/>
                  <a:pt x="17500" y="7720"/>
                </a:cubicBezTo>
                <a:cubicBezTo>
                  <a:pt x="17378" y="7720"/>
                  <a:pt x="17280" y="7622"/>
                  <a:pt x="17280" y="7500"/>
                </a:cubicBezTo>
                <a:cubicBezTo>
                  <a:pt x="17280" y="7378"/>
                  <a:pt x="17378" y="7280"/>
                  <a:pt x="17500" y="7280"/>
                </a:cubicBezTo>
                <a:cubicBezTo>
                  <a:pt x="17622" y="7280"/>
                  <a:pt x="17720" y="7378"/>
                  <a:pt x="1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8720" y="8500"/>
                </a:moveTo>
                <a:cubicBezTo>
                  <a:pt x="8720" y="8622"/>
                  <a:pt x="8622" y="8720"/>
                  <a:pt x="8500" y="8720"/>
                </a:cubicBezTo>
                <a:cubicBezTo>
                  <a:pt x="8378" y="8720"/>
                  <a:pt x="8280" y="8622"/>
                  <a:pt x="8280" y="8500"/>
                </a:cubicBezTo>
                <a:cubicBezTo>
                  <a:pt x="8280" y="8378"/>
                  <a:pt x="8378" y="8280"/>
                  <a:pt x="8500" y="8280"/>
                </a:cubicBezTo>
                <a:cubicBezTo>
                  <a:pt x="8622" y="8280"/>
                  <a:pt x="8720" y="8378"/>
                  <a:pt x="8720" y="8500"/>
                </a:cubicBezTo>
                <a:close/>
                <a:moveTo>
                  <a:pt x="9720" y="8500"/>
                </a:moveTo>
                <a:cubicBezTo>
                  <a:pt x="9720" y="8622"/>
                  <a:pt x="9622" y="8720"/>
                  <a:pt x="9500" y="8720"/>
                </a:cubicBezTo>
                <a:cubicBezTo>
                  <a:pt x="9378" y="8720"/>
                  <a:pt x="9280" y="8622"/>
                  <a:pt x="9280" y="8500"/>
                </a:cubicBezTo>
                <a:cubicBezTo>
                  <a:pt x="9280" y="8378"/>
                  <a:pt x="9378" y="8280"/>
                  <a:pt x="9500" y="8280"/>
                </a:cubicBezTo>
                <a:cubicBezTo>
                  <a:pt x="9622" y="8280"/>
                  <a:pt x="9720" y="8378"/>
                  <a:pt x="9720" y="8500"/>
                </a:cubicBezTo>
                <a:close/>
                <a:moveTo>
                  <a:pt x="10720" y="8500"/>
                </a:moveTo>
                <a:cubicBezTo>
                  <a:pt x="10720" y="8622"/>
                  <a:pt x="10622" y="8720"/>
                  <a:pt x="10500" y="8720"/>
                </a:cubicBezTo>
                <a:cubicBezTo>
                  <a:pt x="10378" y="8720"/>
                  <a:pt x="10280" y="8622"/>
                  <a:pt x="10280" y="8500"/>
                </a:cubicBezTo>
                <a:cubicBezTo>
                  <a:pt x="10280" y="8378"/>
                  <a:pt x="10378" y="8280"/>
                  <a:pt x="10500" y="8280"/>
                </a:cubicBezTo>
                <a:cubicBezTo>
                  <a:pt x="10622" y="8280"/>
                  <a:pt x="10720" y="8378"/>
                  <a:pt x="10720" y="8500"/>
                </a:cubicBezTo>
                <a:close/>
                <a:moveTo>
                  <a:pt x="11720" y="8500"/>
                </a:moveTo>
                <a:cubicBezTo>
                  <a:pt x="11720" y="8622"/>
                  <a:pt x="11622" y="8720"/>
                  <a:pt x="11500" y="8720"/>
                </a:cubicBezTo>
                <a:cubicBezTo>
                  <a:pt x="11378" y="8720"/>
                  <a:pt x="11280" y="8622"/>
                  <a:pt x="11280" y="8500"/>
                </a:cubicBezTo>
                <a:cubicBezTo>
                  <a:pt x="11280" y="8378"/>
                  <a:pt x="11378" y="8280"/>
                  <a:pt x="11500" y="8280"/>
                </a:cubicBezTo>
                <a:cubicBezTo>
                  <a:pt x="11622" y="8280"/>
                  <a:pt x="11720" y="8378"/>
                  <a:pt x="11720" y="8500"/>
                </a:cubicBezTo>
                <a:close/>
                <a:moveTo>
                  <a:pt x="12720" y="8500"/>
                </a:moveTo>
                <a:cubicBezTo>
                  <a:pt x="12720" y="8622"/>
                  <a:pt x="12622" y="8720"/>
                  <a:pt x="12500" y="8720"/>
                </a:cubicBezTo>
                <a:cubicBezTo>
                  <a:pt x="12378" y="8720"/>
                  <a:pt x="12280" y="8622"/>
                  <a:pt x="12280" y="8500"/>
                </a:cubicBezTo>
                <a:cubicBezTo>
                  <a:pt x="12280" y="8378"/>
                  <a:pt x="12378" y="8280"/>
                  <a:pt x="12500" y="8280"/>
                </a:cubicBezTo>
                <a:cubicBezTo>
                  <a:pt x="12622" y="8280"/>
                  <a:pt x="12720" y="8378"/>
                  <a:pt x="12720" y="8500"/>
                </a:cubicBezTo>
                <a:close/>
                <a:moveTo>
                  <a:pt x="13720" y="8500"/>
                </a:moveTo>
                <a:cubicBezTo>
                  <a:pt x="13720" y="8622"/>
                  <a:pt x="13622" y="8720"/>
                  <a:pt x="13500" y="8720"/>
                </a:cubicBezTo>
                <a:cubicBezTo>
                  <a:pt x="13378" y="8720"/>
                  <a:pt x="13280" y="8622"/>
                  <a:pt x="13280" y="8500"/>
                </a:cubicBezTo>
                <a:cubicBezTo>
                  <a:pt x="13280" y="8378"/>
                  <a:pt x="13378" y="8280"/>
                  <a:pt x="13500" y="8280"/>
                </a:cubicBezTo>
                <a:cubicBezTo>
                  <a:pt x="13622" y="8280"/>
                  <a:pt x="13720" y="8378"/>
                  <a:pt x="13720" y="8500"/>
                </a:cubicBezTo>
                <a:close/>
                <a:moveTo>
                  <a:pt x="14720" y="8500"/>
                </a:moveTo>
                <a:cubicBezTo>
                  <a:pt x="14720" y="8622"/>
                  <a:pt x="14622" y="8720"/>
                  <a:pt x="14500" y="8720"/>
                </a:cubicBezTo>
                <a:cubicBezTo>
                  <a:pt x="14378" y="8720"/>
                  <a:pt x="14280" y="8622"/>
                  <a:pt x="14280" y="8500"/>
                </a:cubicBezTo>
                <a:cubicBezTo>
                  <a:pt x="14280" y="8378"/>
                  <a:pt x="14378" y="8280"/>
                  <a:pt x="14500" y="8280"/>
                </a:cubicBezTo>
                <a:cubicBezTo>
                  <a:pt x="14622" y="8280"/>
                  <a:pt x="14720" y="8378"/>
                  <a:pt x="14720" y="8500"/>
                </a:cubicBezTo>
                <a:close/>
                <a:moveTo>
                  <a:pt x="15720" y="8500"/>
                </a:moveTo>
                <a:cubicBezTo>
                  <a:pt x="15720" y="8622"/>
                  <a:pt x="15622" y="8720"/>
                  <a:pt x="15500" y="8720"/>
                </a:cubicBezTo>
                <a:cubicBezTo>
                  <a:pt x="15378" y="8720"/>
                  <a:pt x="15280" y="8622"/>
                  <a:pt x="15280" y="8500"/>
                </a:cubicBezTo>
                <a:cubicBezTo>
                  <a:pt x="15280" y="8378"/>
                  <a:pt x="15378" y="8280"/>
                  <a:pt x="15500" y="8280"/>
                </a:cubicBezTo>
                <a:cubicBezTo>
                  <a:pt x="15622" y="8280"/>
                  <a:pt x="15720" y="8378"/>
                  <a:pt x="15720" y="8500"/>
                </a:cubicBezTo>
                <a:close/>
                <a:moveTo>
                  <a:pt x="16720" y="8500"/>
                </a:moveTo>
                <a:cubicBezTo>
                  <a:pt x="16720" y="8622"/>
                  <a:pt x="16622" y="8720"/>
                  <a:pt x="16500" y="8720"/>
                </a:cubicBezTo>
                <a:cubicBezTo>
                  <a:pt x="16378" y="8720"/>
                  <a:pt x="16280" y="8622"/>
                  <a:pt x="16280" y="8500"/>
                </a:cubicBezTo>
                <a:cubicBezTo>
                  <a:pt x="16280" y="8378"/>
                  <a:pt x="16378" y="8280"/>
                  <a:pt x="16500" y="8280"/>
                </a:cubicBezTo>
                <a:cubicBezTo>
                  <a:pt x="16622" y="8280"/>
                  <a:pt x="16720" y="8378"/>
                  <a:pt x="16720" y="8500"/>
                </a:cubicBezTo>
                <a:close/>
                <a:moveTo>
                  <a:pt x="17720" y="8500"/>
                </a:moveTo>
                <a:cubicBezTo>
                  <a:pt x="17720" y="8622"/>
                  <a:pt x="17622" y="8720"/>
                  <a:pt x="17500" y="8720"/>
                </a:cubicBezTo>
                <a:cubicBezTo>
                  <a:pt x="17378" y="8720"/>
                  <a:pt x="17280" y="8622"/>
                  <a:pt x="17280" y="8500"/>
                </a:cubicBezTo>
                <a:cubicBezTo>
                  <a:pt x="17280" y="8378"/>
                  <a:pt x="17378" y="8280"/>
                  <a:pt x="17500" y="8280"/>
                </a:cubicBezTo>
                <a:cubicBezTo>
                  <a:pt x="17622" y="8280"/>
                  <a:pt x="17720" y="8378"/>
                  <a:pt x="1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8720" y="9500"/>
                </a:moveTo>
                <a:cubicBezTo>
                  <a:pt x="8720" y="9622"/>
                  <a:pt x="8622" y="9720"/>
                  <a:pt x="8500" y="9720"/>
                </a:cubicBezTo>
                <a:cubicBezTo>
                  <a:pt x="8378" y="9720"/>
                  <a:pt x="8280" y="9622"/>
                  <a:pt x="8280" y="9500"/>
                </a:cubicBezTo>
                <a:cubicBezTo>
                  <a:pt x="8280" y="9378"/>
                  <a:pt x="8378" y="9280"/>
                  <a:pt x="8500" y="9280"/>
                </a:cubicBezTo>
                <a:cubicBezTo>
                  <a:pt x="8622" y="9280"/>
                  <a:pt x="8720" y="9378"/>
                  <a:pt x="8720" y="9500"/>
                </a:cubicBezTo>
                <a:close/>
                <a:moveTo>
                  <a:pt x="9720" y="9500"/>
                </a:moveTo>
                <a:cubicBezTo>
                  <a:pt x="9720" y="9622"/>
                  <a:pt x="9622" y="9720"/>
                  <a:pt x="9500" y="9720"/>
                </a:cubicBezTo>
                <a:cubicBezTo>
                  <a:pt x="9378" y="9720"/>
                  <a:pt x="9280" y="9622"/>
                  <a:pt x="9280" y="9500"/>
                </a:cubicBezTo>
                <a:cubicBezTo>
                  <a:pt x="9280" y="9378"/>
                  <a:pt x="9378" y="9280"/>
                  <a:pt x="9500" y="9280"/>
                </a:cubicBezTo>
                <a:cubicBezTo>
                  <a:pt x="9622" y="9280"/>
                  <a:pt x="9720" y="9378"/>
                  <a:pt x="9720" y="9500"/>
                </a:cubicBezTo>
                <a:close/>
                <a:moveTo>
                  <a:pt x="10720" y="9500"/>
                </a:moveTo>
                <a:cubicBezTo>
                  <a:pt x="10720" y="9622"/>
                  <a:pt x="10622" y="9720"/>
                  <a:pt x="10500" y="9720"/>
                </a:cubicBezTo>
                <a:cubicBezTo>
                  <a:pt x="10378" y="9720"/>
                  <a:pt x="10280" y="9622"/>
                  <a:pt x="10280" y="9500"/>
                </a:cubicBezTo>
                <a:cubicBezTo>
                  <a:pt x="10280" y="9378"/>
                  <a:pt x="10378" y="9280"/>
                  <a:pt x="10500" y="9280"/>
                </a:cubicBezTo>
                <a:cubicBezTo>
                  <a:pt x="10622" y="9280"/>
                  <a:pt x="10720" y="9378"/>
                  <a:pt x="10720" y="9500"/>
                </a:cubicBezTo>
                <a:close/>
                <a:moveTo>
                  <a:pt x="11720" y="9500"/>
                </a:moveTo>
                <a:cubicBezTo>
                  <a:pt x="11720" y="9622"/>
                  <a:pt x="11622" y="9720"/>
                  <a:pt x="11500" y="9720"/>
                </a:cubicBezTo>
                <a:cubicBezTo>
                  <a:pt x="11378" y="9720"/>
                  <a:pt x="11280" y="9622"/>
                  <a:pt x="11280" y="9500"/>
                </a:cubicBezTo>
                <a:cubicBezTo>
                  <a:pt x="11280" y="9378"/>
                  <a:pt x="11378" y="9280"/>
                  <a:pt x="11500" y="9280"/>
                </a:cubicBezTo>
                <a:cubicBezTo>
                  <a:pt x="11622" y="9280"/>
                  <a:pt x="11720" y="9378"/>
                  <a:pt x="11720" y="9500"/>
                </a:cubicBezTo>
                <a:close/>
                <a:moveTo>
                  <a:pt x="12720" y="9500"/>
                </a:moveTo>
                <a:cubicBezTo>
                  <a:pt x="12720" y="9622"/>
                  <a:pt x="12622" y="9720"/>
                  <a:pt x="12500" y="9720"/>
                </a:cubicBezTo>
                <a:cubicBezTo>
                  <a:pt x="12378" y="9720"/>
                  <a:pt x="12280" y="9622"/>
                  <a:pt x="12280" y="9500"/>
                </a:cubicBezTo>
                <a:cubicBezTo>
                  <a:pt x="12280" y="9378"/>
                  <a:pt x="12378" y="9280"/>
                  <a:pt x="12500" y="9280"/>
                </a:cubicBezTo>
                <a:cubicBezTo>
                  <a:pt x="12622" y="9280"/>
                  <a:pt x="12720" y="9378"/>
                  <a:pt x="12720" y="9500"/>
                </a:cubicBezTo>
                <a:close/>
                <a:moveTo>
                  <a:pt x="13720" y="9500"/>
                </a:moveTo>
                <a:cubicBezTo>
                  <a:pt x="13720" y="9622"/>
                  <a:pt x="13622" y="9720"/>
                  <a:pt x="13500" y="9720"/>
                </a:cubicBezTo>
                <a:cubicBezTo>
                  <a:pt x="13378" y="9720"/>
                  <a:pt x="13280" y="9622"/>
                  <a:pt x="13280" y="9500"/>
                </a:cubicBezTo>
                <a:cubicBezTo>
                  <a:pt x="13280" y="9378"/>
                  <a:pt x="13378" y="9280"/>
                  <a:pt x="13500" y="9280"/>
                </a:cubicBezTo>
                <a:cubicBezTo>
                  <a:pt x="13622" y="9280"/>
                  <a:pt x="13720" y="9378"/>
                  <a:pt x="13720" y="9500"/>
                </a:cubicBezTo>
                <a:close/>
                <a:moveTo>
                  <a:pt x="14720" y="9500"/>
                </a:moveTo>
                <a:cubicBezTo>
                  <a:pt x="14720" y="9622"/>
                  <a:pt x="14622" y="9720"/>
                  <a:pt x="14500" y="9720"/>
                </a:cubicBezTo>
                <a:cubicBezTo>
                  <a:pt x="14378" y="9720"/>
                  <a:pt x="14280" y="9622"/>
                  <a:pt x="14280" y="9500"/>
                </a:cubicBezTo>
                <a:cubicBezTo>
                  <a:pt x="14280" y="9378"/>
                  <a:pt x="14378" y="9280"/>
                  <a:pt x="14500" y="9280"/>
                </a:cubicBezTo>
                <a:cubicBezTo>
                  <a:pt x="14622" y="9280"/>
                  <a:pt x="14720" y="9378"/>
                  <a:pt x="14720" y="9500"/>
                </a:cubicBezTo>
                <a:close/>
                <a:moveTo>
                  <a:pt x="15720" y="9500"/>
                </a:moveTo>
                <a:cubicBezTo>
                  <a:pt x="15720" y="9622"/>
                  <a:pt x="15622" y="9720"/>
                  <a:pt x="15500" y="9720"/>
                </a:cubicBezTo>
                <a:cubicBezTo>
                  <a:pt x="15378" y="9720"/>
                  <a:pt x="15280" y="9622"/>
                  <a:pt x="15280" y="9500"/>
                </a:cubicBezTo>
                <a:cubicBezTo>
                  <a:pt x="15280" y="9378"/>
                  <a:pt x="15378" y="9280"/>
                  <a:pt x="15500" y="9280"/>
                </a:cubicBezTo>
                <a:cubicBezTo>
                  <a:pt x="15622" y="9280"/>
                  <a:pt x="15720" y="9378"/>
                  <a:pt x="15720" y="9500"/>
                </a:cubicBezTo>
                <a:close/>
                <a:moveTo>
                  <a:pt x="16720" y="9500"/>
                </a:moveTo>
                <a:cubicBezTo>
                  <a:pt x="16720" y="9622"/>
                  <a:pt x="16622" y="9720"/>
                  <a:pt x="16500" y="9720"/>
                </a:cubicBezTo>
                <a:cubicBezTo>
                  <a:pt x="16378" y="9720"/>
                  <a:pt x="16280" y="9622"/>
                  <a:pt x="16280" y="9500"/>
                </a:cubicBezTo>
                <a:cubicBezTo>
                  <a:pt x="16280" y="9378"/>
                  <a:pt x="16378" y="9280"/>
                  <a:pt x="16500" y="9280"/>
                </a:cubicBezTo>
                <a:cubicBezTo>
                  <a:pt x="16622" y="9280"/>
                  <a:pt x="16720" y="9378"/>
                  <a:pt x="16720" y="9500"/>
                </a:cubicBezTo>
                <a:close/>
                <a:moveTo>
                  <a:pt x="17720" y="9500"/>
                </a:moveTo>
                <a:cubicBezTo>
                  <a:pt x="17720" y="9622"/>
                  <a:pt x="17622" y="9720"/>
                  <a:pt x="17500" y="9720"/>
                </a:cubicBezTo>
                <a:cubicBezTo>
                  <a:pt x="17378" y="9720"/>
                  <a:pt x="17280" y="9622"/>
                  <a:pt x="17280" y="9500"/>
                </a:cubicBezTo>
                <a:cubicBezTo>
                  <a:pt x="17280" y="9378"/>
                  <a:pt x="17378" y="9280"/>
                  <a:pt x="17500" y="9280"/>
                </a:cubicBezTo>
                <a:cubicBezTo>
                  <a:pt x="17622" y="9280"/>
                  <a:pt x="17720" y="9378"/>
                  <a:pt x="1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8720" y="10500"/>
                </a:moveTo>
                <a:cubicBezTo>
                  <a:pt x="8720" y="10622"/>
                  <a:pt x="8622" y="10720"/>
                  <a:pt x="8500" y="10720"/>
                </a:cubicBezTo>
                <a:cubicBezTo>
                  <a:pt x="8378" y="10720"/>
                  <a:pt x="8280" y="10622"/>
                  <a:pt x="8280" y="10500"/>
                </a:cubicBezTo>
                <a:cubicBezTo>
                  <a:pt x="8280" y="10378"/>
                  <a:pt x="8378" y="10280"/>
                  <a:pt x="8500" y="10280"/>
                </a:cubicBezTo>
                <a:cubicBezTo>
                  <a:pt x="8622" y="10280"/>
                  <a:pt x="8720" y="10378"/>
                  <a:pt x="8720" y="10500"/>
                </a:cubicBezTo>
                <a:close/>
                <a:moveTo>
                  <a:pt x="9720" y="10500"/>
                </a:moveTo>
                <a:cubicBezTo>
                  <a:pt x="9720" y="10622"/>
                  <a:pt x="9622" y="10720"/>
                  <a:pt x="9500" y="10720"/>
                </a:cubicBezTo>
                <a:cubicBezTo>
                  <a:pt x="9378" y="10720"/>
                  <a:pt x="9280" y="10622"/>
                  <a:pt x="9280" y="10500"/>
                </a:cubicBezTo>
                <a:cubicBezTo>
                  <a:pt x="9280" y="10378"/>
                  <a:pt x="9378" y="10280"/>
                  <a:pt x="9500" y="10280"/>
                </a:cubicBezTo>
                <a:cubicBezTo>
                  <a:pt x="9622" y="10280"/>
                  <a:pt x="9720" y="10378"/>
                  <a:pt x="9720" y="10500"/>
                </a:cubicBezTo>
                <a:close/>
                <a:moveTo>
                  <a:pt x="10720" y="10500"/>
                </a:moveTo>
                <a:cubicBezTo>
                  <a:pt x="10720" y="10622"/>
                  <a:pt x="10622" y="10720"/>
                  <a:pt x="10500" y="10720"/>
                </a:cubicBezTo>
                <a:cubicBezTo>
                  <a:pt x="10378" y="10720"/>
                  <a:pt x="10280" y="10622"/>
                  <a:pt x="10280" y="10500"/>
                </a:cubicBezTo>
                <a:cubicBezTo>
                  <a:pt x="10280" y="10378"/>
                  <a:pt x="10378" y="10280"/>
                  <a:pt x="10500" y="10280"/>
                </a:cubicBezTo>
                <a:cubicBezTo>
                  <a:pt x="10622" y="10280"/>
                  <a:pt x="10720" y="10378"/>
                  <a:pt x="10720" y="10500"/>
                </a:cubicBezTo>
                <a:close/>
                <a:moveTo>
                  <a:pt x="11720" y="10500"/>
                </a:moveTo>
                <a:cubicBezTo>
                  <a:pt x="11720" y="10622"/>
                  <a:pt x="11622" y="10720"/>
                  <a:pt x="11500" y="10720"/>
                </a:cubicBezTo>
                <a:cubicBezTo>
                  <a:pt x="11378" y="10720"/>
                  <a:pt x="11280" y="10622"/>
                  <a:pt x="11280" y="10500"/>
                </a:cubicBezTo>
                <a:cubicBezTo>
                  <a:pt x="11280" y="10378"/>
                  <a:pt x="11378" y="10280"/>
                  <a:pt x="11500" y="10280"/>
                </a:cubicBezTo>
                <a:cubicBezTo>
                  <a:pt x="11622" y="10280"/>
                  <a:pt x="11720" y="10378"/>
                  <a:pt x="11720" y="10500"/>
                </a:cubicBezTo>
                <a:close/>
                <a:moveTo>
                  <a:pt x="12720" y="10500"/>
                </a:moveTo>
                <a:cubicBezTo>
                  <a:pt x="12720" y="10622"/>
                  <a:pt x="12622" y="10720"/>
                  <a:pt x="12500" y="10720"/>
                </a:cubicBezTo>
                <a:cubicBezTo>
                  <a:pt x="12378" y="10720"/>
                  <a:pt x="12280" y="10622"/>
                  <a:pt x="12280" y="10500"/>
                </a:cubicBezTo>
                <a:cubicBezTo>
                  <a:pt x="12280" y="10378"/>
                  <a:pt x="12378" y="10280"/>
                  <a:pt x="12500" y="10280"/>
                </a:cubicBezTo>
                <a:cubicBezTo>
                  <a:pt x="12622" y="10280"/>
                  <a:pt x="12720" y="10378"/>
                  <a:pt x="12720" y="10500"/>
                </a:cubicBezTo>
                <a:close/>
                <a:moveTo>
                  <a:pt x="13720" y="10500"/>
                </a:moveTo>
                <a:cubicBezTo>
                  <a:pt x="13720" y="10622"/>
                  <a:pt x="13622" y="10720"/>
                  <a:pt x="13500" y="10720"/>
                </a:cubicBezTo>
                <a:cubicBezTo>
                  <a:pt x="13378" y="10720"/>
                  <a:pt x="13280" y="10622"/>
                  <a:pt x="13280" y="10500"/>
                </a:cubicBezTo>
                <a:cubicBezTo>
                  <a:pt x="13280" y="10378"/>
                  <a:pt x="13378" y="10280"/>
                  <a:pt x="13500" y="10280"/>
                </a:cubicBezTo>
                <a:cubicBezTo>
                  <a:pt x="13622" y="10280"/>
                  <a:pt x="13720" y="10378"/>
                  <a:pt x="13720" y="10500"/>
                </a:cubicBezTo>
                <a:close/>
                <a:moveTo>
                  <a:pt x="14720" y="10500"/>
                </a:moveTo>
                <a:cubicBezTo>
                  <a:pt x="14720" y="10622"/>
                  <a:pt x="14622" y="10720"/>
                  <a:pt x="14500" y="10720"/>
                </a:cubicBezTo>
                <a:cubicBezTo>
                  <a:pt x="14378" y="10720"/>
                  <a:pt x="14280" y="10622"/>
                  <a:pt x="14280" y="10500"/>
                </a:cubicBezTo>
                <a:cubicBezTo>
                  <a:pt x="14280" y="10378"/>
                  <a:pt x="14378" y="10280"/>
                  <a:pt x="14500" y="10280"/>
                </a:cubicBezTo>
                <a:cubicBezTo>
                  <a:pt x="14622" y="10280"/>
                  <a:pt x="14720" y="10378"/>
                  <a:pt x="14720" y="10500"/>
                </a:cubicBezTo>
                <a:close/>
                <a:moveTo>
                  <a:pt x="15720" y="10500"/>
                </a:moveTo>
                <a:cubicBezTo>
                  <a:pt x="15720" y="10622"/>
                  <a:pt x="15622" y="10720"/>
                  <a:pt x="15500" y="10720"/>
                </a:cubicBezTo>
                <a:cubicBezTo>
                  <a:pt x="15378" y="10720"/>
                  <a:pt x="15280" y="10622"/>
                  <a:pt x="15280" y="10500"/>
                </a:cubicBezTo>
                <a:cubicBezTo>
                  <a:pt x="15280" y="10378"/>
                  <a:pt x="15378" y="10280"/>
                  <a:pt x="15500" y="10280"/>
                </a:cubicBezTo>
                <a:cubicBezTo>
                  <a:pt x="15622" y="10280"/>
                  <a:pt x="15720" y="10378"/>
                  <a:pt x="15720" y="10500"/>
                </a:cubicBezTo>
                <a:close/>
                <a:moveTo>
                  <a:pt x="16720" y="10500"/>
                </a:moveTo>
                <a:cubicBezTo>
                  <a:pt x="16720" y="10622"/>
                  <a:pt x="16622" y="10720"/>
                  <a:pt x="16500" y="10720"/>
                </a:cubicBezTo>
                <a:cubicBezTo>
                  <a:pt x="16378" y="10720"/>
                  <a:pt x="16280" y="10622"/>
                  <a:pt x="16280" y="10500"/>
                </a:cubicBezTo>
                <a:cubicBezTo>
                  <a:pt x="16280" y="10378"/>
                  <a:pt x="16378" y="10280"/>
                  <a:pt x="16500" y="10280"/>
                </a:cubicBezTo>
                <a:cubicBezTo>
                  <a:pt x="16622" y="10280"/>
                  <a:pt x="16720" y="10378"/>
                  <a:pt x="16720" y="10500"/>
                </a:cubicBezTo>
                <a:close/>
                <a:moveTo>
                  <a:pt x="17720" y="10500"/>
                </a:moveTo>
                <a:cubicBezTo>
                  <a:pt x="17720" y="10622"/>
                  <a:pt x="17622" y="10720"/>
                  <a:pt x="17500" y="10720"/>
                </a:cubicBezTo>
                <a:cubicBezTo>
                  <a:pt x="17378" y="10720"/>
                  <a:pt x="17280" y="10622"/>
                  <a:pt x="17280" y="10500"/>
                </a:cubicBezTo>
                <a:cubicBezTo>
                  <a:pt x="17280" y="10378"/>
                  <a:pt x="17378" y="10280"/>
                  <a:pt x="17500" y="10280"/>
                </a:cubicBezTo>
                <a:cubicBezTo>
                  <a:pt x="17622" y="10280"/>
                  <a:pt x="17720" y="10378"/>
                  <a:pt x="1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8720" y="11500"/>
                </a:moveTo>
                <a:cubicBezTo>
                  <a:pt x="8720" y="11622"/>
                  <a:pt x="8622" y="11720"/>
                  <a:pt x="8500" y="11720"/>
                </a:cubicBezTo>
                <a:cubicBezTo>
                  <a:pt x="8378" y="11720"/>
                  <a:pt x="8280" y="11622"/>
                  <a:pt x="8280" y="11500"/>
                </a:cubicBezTo>
                <a:cubicBezTo>
                  <a:pt x="8280" y="11378"/>
                  <a:pt x="8378" y="11280"/>
                  <a:pt x="8500" y="11280"/>
                </a:cubicBezTo>
                <a:cubicBezTo>
                  <a:pt x="8622" y="11280"/>
                  <a:pt x="8720" y="11378"/>
                  <a:pt x="8720" y="11500"/>
                </a:cubicBezTo>
                <a:close/>
                <a:moveTo>
                  <a:pt x="9720" y="11500"/>
                </a:moveTo>
                <a:cubicBezTo>
                  <a:pt x="9720" y="11622"/>
                  <a:pt x="9622" y="11720"/>
                  <a:pt x="9500" y="11720"/>
                </a:cubicBezTo>
                <a:cubicBezTo>
                  <a:pt x="9378" y="11720"/>
                  <a:pt x="9280" y="11622"/>
                  <a:pt x="9280" y="11500"/>
                </a:cubicBezTo>
                <a:cubicBezTo>
                  <a:pt x="9280" y="11378"/>
                  <a:pt x="9378" y="11280"/>
                  <a:pt x="9500" y="11280"/>
                </a:cubicBezTo>
                <a:cubicBezTo>
                  <a:pt x="9622" y="11280"/>
                  <a:pt x="9720" y="11378"/>
                  <a:pt x="9720" y="11500"/>
                </a:cubicBezTo>
                <a:close/>
                <a:moveTo>
                  <a:pt x="10720" y="11500"/>
                </a:moveTo>
                <a:cubicBezTo>
                  <a:pt x="10720" y="11622"/>
                  <a:pt x="10622" y="11720"/>
                  <a:pt x="10500" y="11720"/>
                </a:cubicBezTo>
                <a:cubicBezTo>
                  <a:pt x="10378" y="11720"/>
                  <a:pt x="10280" y="11622"/>
                  <a:pt x="10280" y="11500"/>
                </a:cubicBezTo>
                <a:cubicBezTo>
                  <a:pt x="10280" y="11378"/>
                  <a:pt x="10378" y="11280"/>
                  <a:pt x="10500" y="11280"/>
                </a:cubicBezTo>
                <a:cubicBezTo>
                  <a:pt x="10622" y="11280"/>
                  <a:pt x="10720" y="11378"/>
                  <a:pt x="10720" y="11500"/>
                </a:cubicBezTo>
                <a:close/>
                <a:moveTo>
                  <a:pt x="11720" y="11500"/>
                </a:moveTo>
                <a:cubicBezTo>
                  <a:pt x="11720" y="11622"/>
                  <a:pt x="11622" y="11720"/>
                  <a:pt x="11500" y="11720"/>
                </a:cubicBezTo>
                <a:cubicBezTo>
                  <a:pt x="11378" y="11720"/>
                  <a:pt x="11280" y="11622"/>
                  <a:pt x="11280" y="11500"/>
                </a:cubicBezTo>
                <a:cubicBezTo>
                  <a:pt x="11280" y="11378"/>
                  <a:pt x="11378" y="11280"/>
                  <a:pt x="11500" y="11280"/>
                </a:cubicBezTo>
                <a:cubicBezTo>
                  <a:pt x="11622" y="11280"/>
                  <a:pt x="11720" y="11378"/>
                  <a:pt x="11720" y="11500"/>
                </a:cubicBezTo>
                <a:close/>
                <a:moveTo>
                  <a:pt x="12720" y="11500"/>
                </a:moveTo>
                <a:cubicBezTo>
                  <a:pt x="12720" y="11622"/>
                  <a:pt x="12622" y="11720"/>
                  <a:pt x="12500" y="11720"/>
                </a:cubicBezTo>
                <a:cubicBezTo>
                  <a:pt x="12378" y="11720"/>
                  <a:pt x="12280" y="11622"/>
                  <a:pt x="12280" y="11500"/>
                </a:cubicBezTo>
                <a:cubicBezTo>
                  <a:pt x="12280" y="11378"/>
                  <a:pt x="12378" y="11280"/>
                  <a:pt x="12500" y="11280"/>
                </a:cubicBezTo>
                <a:cubicBezTo>
                  <a:pt x="12622" y="11280"/>
                  <a:pt x="12720" y="11378"/>
                  <a:pt x="12720" y="11500"/>
                </a:cubicBezTo>
                <a:close/>
                <a:moveTo>
                  <a:pt x="13720" y="11500"/>
                </a:moveTo>
                <a:cubicBezTo>
                  <a:pt x="13720" y="11622"/>
                  <a:pt x="13622" y="11720"/>
                  <a:pt x="13500" y="11720"/>
                </a:cubicBezTo>
                <a:cubicBezTo>
                  <a:pt x="13378" y="11720"/>
                  <a:pt x="13280" y="11622"/>
                  <a:pt x="13280" y="11500"/>
                </a:cubicBezTo>
                <a:cubicBezTo>
                  <a:pt x="13280" y="11378"/>
                  <a:pt x="13378" y="11280"/>
                  <a:pt x="13500" y="11280"/>
                </a:cubicBezTo>
                <a:cubicBezTo>
                  <a:pt x="13622" y="11280"/>
                  <a:pt x="13720" y="11378"/>
                  <a:pt x="13720" y="11500"/>
                </a:cubicBezTo>
                <a:close/>
                <a:moveTo>
                  <a:pt x="14720" y="11500"/>
                </a:moveTo>
                <a:cubicBezTo>
                  <a:pt x="14720" y="11622"/>
                  <a:pt x="14622" y="11720"/>
                  <a:pt x="14500" y="11720"/>
                </a:cubicBezTo>
                <a:cubicBezTo>
                  <a:pt x="14378" y="11720"/>
                  <a:pt x="14280" y="11622"/>
                  <a:pt x="14280" y="11500"/>
                </a:cubicBezTo>
                <a:cubicBezTo>
                  <a:pt x="14280" y="11378"/>
                  <a:pt x="14378" y="11280"/>
                  <a:pt x="14500" y="11280"/>
                </a:cubicBezTo>
                <a:cubicBezTo>
                  <a:pt x="14622" y="11280"/>
                  <a:pt x="14720" y="11378"/>
                  <a:pt x="14720" y="11500"/>
                </a:cubicBezTo>
                <a:close/>
                <a:moveTo>
                  <a:pt x="15720" y="11500"/>
                </a:moveTo>
                <a:cubicBezTo>
                  <a:pt x="15720" y="11622"/>
                  <a:pt x="15622" y="11720"/>
                  <a:pt x="15500" y="11720"/>
                </a:cubicBezTo>
                <a:cubicBezTo>
                  <a:pt x="15378" y="11720"/>
                  <a:pt x="15280" y="11622"/>
                  <a:pt x="15280" y="11500"/>
                </a:cubicBezTo>
                <a:cubicBezTo>
                  <a:pt x="15280" y="11378"/>
                  <a:pt x="15378" y="11280"/>
                  <a:pt x="15500" y="11280"/>
                </a:cubicBezTo>
                <a:cubicBezTo>
                  <a:pt x="15622" y="11280"/>
                  <a:pt x="15720" y="11378"/>
                  <a:pt x="15720" y="11500"/>
                </a:cubicBezTo>
                <a:close/>
                <a:moveTo>
                  <a:pt x="16720" y="11500"/>
                </a:moveTo>
                <a:cubicBezTo>
                  <a:pt x="16720" y="11622"/>
                  <a:pt x="16622" y="11720"/>
                  <a:pt x="16500" y="11720"/>
                </a:cubicBezTo>
                <a:cubicBezTo>
                  <a:pt x="16378" y="11720"/>
                  <a:pt x="16280" y="11622"/>
                  <a:pt x="16280" y="11500"/>
                </a:cubicBezTo>
                <a:cubicBezTo>
                  <a:pt x="16280" y="11378"/>
                  <a:pt x="16378" y="11280"/>
                  <a:pt x="16500" y="11280"/>
                </a:cubicBezTo>
                <a:cubicBezTo>
                  <a:pt x="16622" y="11280"/>
                  <a:pt x="16720" y="11378"/>
                  <a:pt x="16720" y="11500"/>
                </a:cubicBezTo>
                <a:close/>
                <a:moveTo>
                  <a:pt x="17720" y="11500"/>
                </a:moveTo>
                <a:cubicBezTo>
                  <a:pt x="17720" y="11622"/>
                  <a:pt x="17622" y="11720"/>
                  <a:pt x="17500" y="11720"/>
                </a:cubicBezTo>
                <a:cubicBezTo>
                  <a:pt x="17378" y="11720"/>
                  <a:pt x="17280" y="11622"/>
                  <a:pt x="17280" y="11500"/>
                </a:cubicBezTo>
                <a:cubicBezTo>
                  <a:pt x="17280" y="11378"/>
                  <a:pt x="17378" y="11280"/>
                  <a:pt x="17500" y="11280"/>
                </a:cubicBezTo>
                <a:cubicBezTo>
                  <a:pt x="17622" y="11280"/>
                  <a:pt x="17720" y="11378"/>
                  <a:pt x="1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8720" y="12500"/>
                </a:moveTo>
                <a:cubicBezTo>
                  <a:pt x="8720" y="12622"/>
                  <a:pt x="8622" y="12720"/>
                  <a:pt x="8500" y="12720"/>
                </a:cubicBezTo>
                <a:cubicBezTo>
                  <a:pt x="8378" y="12720"/>
                  <a:pt x="8280" y="12622"/>
                  <a:pt x="8280" y="12500"/>
                </a:cubicBezTo>
                <a:cubicBezTo>
                  <a:pt x="8280" y="12378"/>
                  <a:pt x="8378" y="12280"/>
                  <a:pt x="8500" y="12280"/>
                </a:cubicBezTo>
                <a:cubicBezTo>
                  <a:pt x="8622" y="12280"/>
                  <a:pt x="8720" y="12378"/>
                  <a:pt x="8720" y="12500"/>
                </a:cubicBezTo>
                <a:close/>
                <a:moveTo>
                  <a:pt x="9720" y="12500"/>
                </a:moveTo>
                <a:cubicBezTo>
                  <a:pt x="9720" y="12622"/>
                  <a:pt x="9622" y="12720"/>
                  <a:pt x="9500" y="12720"/>
                </a:cubicBezTo>
                <a:cubicBezTo>
                  <a:pt x="9378" y="12720"/>
                  <a:pt x="9280" y="12622"/>
                  <a:pt x="9280" y="12500"/>
                </a:cubicBezTo>
                <a:cubicBezTo>
                  <a:pt x="9280" y="12378"/>
                  <a:pt x="9378" y="12280"/>
                  <a:pt x="9500" y="12280"/>
                </a:cubicBezTo>
                <a:cubicBezTo>
                  <a:pt x="9622" y="12280"/>
                  <a:pt x="9720" y="12378"/>
                  <a:pt x="9720" y="12500"/>
                </a:cubicBezTo>
                <a:close/>
                <a:moveTo>
                  <a:pt x="10720" y="12500"/>
                </a:moveTo>
                <a:cubicBezTo>
                  <a:pt x="10720" y="12622"/>
                  <a:pt x="10622" y="12720"/>
                  <a:pt x="10500" y="12720"/>
                </a:cubicBezTo>
                <a:cubicBezTo>
                  <a:pt x="10378" y="12720"/>
                  <a:pt x="10280" y="12622"/>
                  <a:pt x="10280" y="12500"/>
                </a:cubicBezTo>
                <a:cubicBezTo>
                  <a:pt x="10280" y="12378"/>
                  <a:pt x="10378" y="12280"/>
                  <a:pt x="10500" y="12280"/>
                </a:cubicBezTo>
                <a:cubicBezTo>
                  <a:pt x="10622" y="12280"/>
                  <a:pt x="10720" y="12378"/>
                  <a:pt x="10720" y="12500"/>
                </a:cubicBezTo>
                <a:close/>
                <a:moveTo>
                  <a:pt x="11720" y="12500"/>
                </a:moveTo>
                <a:cubicBezTo>
                  <a:pt x="11720" y="12622"/>
                  <a:pt x="11622" y="12720"/>
                  <a:pt x="11500" y="12720"/>
                </a:cubicBezTo>
                <a:cubicBezTo>
                  <a:pt x="11378" y="12720"/>
                  <a:pt x="11280" y="12622"/>
                  <a:pt x="11280" y="12500"/>
                </a:cubicBezTo>
                <a:cubicBezTo>
                  <a:pt x="11280" y="12378"/>
                  <a:pt x="11378" y="12280"/>
                  <a:pt x="11500" y="12280"/>
                </a:cubicBezTo>
                <a:cubicBezTo>
                  <a:pt x="11622" y="12280"/>
                  <a:pt x="11720" y="12378"/>
                  <a:pt x="11720" y="12500"/>
                </a:cubicBezTo>
                <a:close/>
                <a:moveTo>
                  <a:pt x="12720" y="12500"/>
                </a:moveTo>
                <a:cubicBezTo>
                  <a:pt x="12720" y="12622"/>
                  <a:pt x="12622" y="12720"/>
                  <a:pt x="12500" y="12720"/>
                </a:cubicBezTo>
                <a:cubicBezTo>
                  <a:pt x="12378" y="12720"/>
                  <a:pt x="12280" y="12622"/>
                  <a:pt x="12280" y="12500"/>
                </a:cubicBezTo>
                <a:cubicBezTo>
                  <a:pt x="12280" y="12378"/>
                  <a:pt x="12378" y="12280"/>
                  <a:pt x="12500" y="12280"/>
                </a:cubicBezTo>
                <a:cubicBezTo>
                  <a:pt x="12622" y="12280"/>
                  <a:pt x="12720" y="12378"/>
                  <a:pt x="12720" y="12500"/>
                </a:cubicBezTo>
                <a:close/>
                <a:moveTo>
                  <a:pt x="13720" y="12500"/>
                </a:moveTo>
                <a:cubicBezTo>
                  <a:pt x="13720" y="12622"/>
                  <a:pt x="13622" y="12720"/>
                  <a:pt x="13500" y="12720"/>
                </a:cubicBezTo>
                <a:cubicBezTo>
                  <a:pt x="13378" y="12720"/>
                  <a:pt x="13280" y="12622"/>
                  <a:pt x="13280" y="12500"/>
                </a:cubicBezTo>
                <a:cubicBezTo>
                  <a:pt x="13280" y="12378"/>
                  <a:pt x="13378" y="12280"/>
                  <a:pt x="13500" y="12280"/>
                </a:cubicBezTo>
                <a:cubicBezTo>
                  <a:pt x="13622" y="12280"/>
                  <a:pt x="13720" y="12378"/>
                  <a:pt x="13720" y="12500"/>
                </a:cubicBezTo>
                <a:close/>
                <a:moveTo>
                  <a:pt x="14720" y="12500"/>
                </a:moveTo>
                <a:cubicBezTo>
                  <a:pt x="14720" y="12622"/>
                  <a:pt x="14622" y="12720"/>
                  <a:pt x="14500" y="12720"/>
                </a:cubicBezTo>
                <a:cubicBezTo>
                  <a:pt x="14378" y="12720"/>
                  <a:pt x="14280" y="12622"/>
                  <a:pt x="14280" y="12500"/>
                </a:cubicBezTo>
                <a:cubicBezTo>
                  <a:pt x="14280" y="12378"/>
                  <a:pt x="14378" y="12280"/>
                  <a:pt x="14500" y="12280"/>
                </a:cubicBezTo>
                <a:cubicBezTo>
                  <a:pt x="14622" y="12280"/>
                  <a:pt x="14720" y="12378"/>
                  <a:pt x="14720" y="12500"/>
                </a:cubicBezTo>
                <a:close/>
                <a:moveTo>
                  <a:pt x="15720" y="12500"/>
                </a:moveTo>
                <a:cubicBezTo>
                  <a:pt x="15720" y="12622"/>
                  <a:pt x="15622" y="12720"/>
                  <a:pt x="15500" y="12720"/>
                </a:cubicBezTo>
                <a:cubicBezTo>
                  <a:pt x="15378" y="12720"/>
                  <a:pt x="15280" y="12622"/>
                  <a:pt x="15280" y="12500"/>
                </a:cubicBezTo>
                <a:cubicBezTo>
                  <a:pt x="15280" y="12378"/>
                  <a:pt x="15378" y="12280"/>
                  <a:pt x="15500" y="12280"/>
                </a:cubicBezTo>
                <a:cubicBezTo>
                  <a:pt x="15622" y="12280"/>
                  <a:pt x="15720" y="12378"/>
                  <a:pt x="15720" y="12500"/>
                </a:cubicBezTo>
                <a:close/>
                <a:moveTo>
                  <a:pt x="16720" y="12500"/>
                </a:moveTo>
                <a:cubicBezTo>
                  <a:pt x="16720" y="12622"/>
                  <a:pt x="16622" y="12720"/>
                  <a:pt x="16500" y="12720"/>
                </a:cubicBezTo>
                <a:cubicBezTo>
                  <a:pt x="16378" y="12720"/>
                  <a:pt x="16280" y="12622"/>
                  <a:pt x="16280" y="12500"/>
                </a:cubicBezTo>
                <a:cubicBezTo>
                  <a:pt x="16280" y="12378"/>
                  <a:pt x="16378" y="12280"/>
                  <a:pt x="16500" y="12280"/>
                </a:cubicBezTo>
                <a:cubicBezTo>
                  <a:pt x="16622" y="12280"/>
                  <a:pt x="16720" y="12378"/>
                  <a:pt x="16720" y="12500"/>
                </a:cubicBezTo>
                <a:close/>
                <a:moveTo>
                  <a:pt x="17720" y="12500"/>
                </a:moveTo>
                <a:cubicBezTo>
                  <a:pt x="17720" y="12622"/>
                  <a:pt x="17622" y="12720"/>
                  <a:pt x="17500" y="12720"/>
                </a:cubicBezTo>
                <a:cubicBezTo>
                  <a:pt x="17378" y="12720"/>
                  <a:pt x="17280" y="12622"/>
                  <a:pt x="17280" y="12500"/>
                </a:cubicBezTo>
                <a:cubicBezTo>
                  <a:pt x="17280" y="12378"/>
                  <a:pt x="17378" y="12280"/>
                  <a:pt x="17500" y="12280"/>
                </a:cubicBezTo>
                <a:cubicBezTo>
                  <a:pt x="17622" y="12280"/>
                  <a:pt x="17720" y="12378"/>
                  <a:pt x="1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8720" y="13500"/>
                </a:moveTo>
                <a:cubicBezTo>
                  <a:pt x="8720" y="13622"/>
                  <a:pt x="8622" y="13720"/>
                  <a:pt x="8500" y="13720"/>
                </a:cubicBezTo>
                <a:cubicBezTo>
                  <a:pt x="8378" y="13720"/>
                  <a:pt x="8280" y="13622"/>
                  <a:pt x="8280" y="13500"/>
                </a:cubicBezTo>
                <a:cubicBezTo>
                  <a:pt x="8280" y="13378"/>
                  <a:pt x="8378" y="13280"/>
                  <a:pt x="8500" y="13280"/>
                </a:cubicBezTo>
                <a:cubicBezTo>
                  <a:pt x="8622" y="13280"/>
                  <a:pt x="8720" y="13378"/>
                  <a:pt x="8720" y="13500"/>
                </a:cubicBezTo>
                <a:close/>
                <a:moveTo>
                  <a:pt x="9720" y="13500"/>
                </a:moveTo>
                <a:cubicBezTo>
                  <a:pt x="9720" y="13622"/>
                  <a:pt x="9622" y="13720"/>
                  <a:pt x="9500" y="13720"/>
                </a:cubicBezTo>
                <a:cubicBezTo>
                  <a:pt x="9378" y="13720"/>
                  <a:pt x="9280" y="13622"/>
                  <a:pt x="9280" y="13500"/>
                </a:cubicBezTo>
                <a:cubicBezTo>
                  <a:pt x="9280" y="13378"/>
                  <a:pt x="9378" y="13280"/>
                  <a:pt x="9500" y="13280"/>
                </a:cubicBezTo>
                <a:cubicBezTo>
                  <a:pt x="9622" y="13280"/>
                  <a:pt x="9720" y="13378"/>
                  <a:pt x="9720" y="13500"/>
                </a:cubicBezTo>
                <a:close/>
                <a:moveTo>
                  <a:pt x="10720" y="13500"/>
                </a:moveTo>
                <a:cubicBezTo>
                  <a:pt x="10720" y="13622"/>
                  <a:pt x="10622" y="13720"/>
                  <a:pt x="10500" y="13720"/>
                </a:cubicBezTo>
                <a:cubicBezTo>
                  <a:pt x="10378" y="13720"/>
                  <a:pt x="10280" y="13622"/>
                  <a:pt x="10280" y="13500"/>
                </a:cubicBezTo>
                <a:cubicBezTo>
                  <a:pt x="10280" y="13378"/>
                  <a:pt x="10378" y="13280"/>
                  <a:pt x="10500" y="13280"/>
                </a:cubicBezTo>
                <a:cubicBezTo>
                  <a:pt x="10622" y="13280"/>
                  <a:pt x="10720" y="13378"/>
                  <a:pt x="10720" y="13500"/>
                </a:cubicBezTo>
                <a:close/>
                <a:moveTo>
                  <a:pt x="11720" y="13500"/>
                </a:moveTo>
                <a:cubicBezTo>
                  <a:pt x="11720" y="13622"/>
                  <a:pt x="11622" y="13720"/>
                  <a:pt x="11500" y="13720"/>
                </a:cubicBezTo>
                <a:cubicBezTo>
                  <a:pt x="11378" y="13720"/>
                  <a:pt x="11280" y="13622"/>
                  <a:pt x="11280" y="13500"/>
                </a:cubicBezTo>
                <a:cubicBezTo>
                  <a:pt x="11280" y="13378"/>
                  <a:pt x="11378" y="13280"/>
                  <a:pt x="11500" y="13280"/>
                </a:cubicBezTo>
                <a:cubicBezTo>
                  <a:pt x="11622" y="13280"/>
                  <a:pt x="11720" y="13378"/>
                  <a:pt x="11720" y="13500"/>
                </a:cubicBezTo>
                <a:close/>
                <a:moveTo>
                  <a:pt x="12720" y="13500"/>
                </a:moveTo>
                <a:cubicBezTo>
                  <a:pt x="12720" y="13622"/>
                  <a:pt x="12622" y="13720"/>
                  <a:pt x="12500" y="13720"/>
                </a:cubicBezTo>
                <a:cubicBezTo>
                  <a:pt x="12378" y="13720"/>
                  <a:pt x="12280" y="13622"/>
                  <a:pt x="12280" y="13500"/>
                </a:cubicBezTo>
                <a:cubicBezTo>
                  <a:pt x="12280" y="13378"/>
                  <a:pt x="12378" y="13280"/>
                  <a:pt x="12500" y="13280"/>
                </a:cubicBezTo>
                <a:cubicBezTo>
                  <a:pt x="12622" y="13280"/>
                  <a:pt x="12720" y="13378"/>
                  <a:pt x="12720" y="13500"/>
                </a:cubicBezTo>
                <a:close/>
                <a:moveTo>
                  <a:pt x="13720" y="13500"/>
                </a:moveTo>
                <a:cubicBezTo>
                  <a:pt x="13720" y="13622"/>
                  <a:pt x="13622" y="13720"/>
                  <a:pt x="13500" y="13720"/>
                </a:cubicBezTo>
                <a:cubicBezTo>
                  <a:pt x="13378" y="13720"/>
                  <a:pt x="13280" y="13622"/>
                  <a:pt x="13280" y="13500"/>
                </a:cubicBezTo>
                <a:cubicBezTo>
                  <a:pt x="13280" y="13378"/>
                  <a:pt x="13378" y="13280"/>
                  <a:pt x="13500" y="13280"/>
                </a:cubicBezTo>
                <a:cubicBezTo>
                  <a:pt x="13622" y="13280"/>
                  <a:pt x="13720" y="13378"/>
                  <a:pt x="13720" y="13500"/>
                </a:cubicBezTo>
                <a:close/>
                <a:moveTo>
                  <a:pt x="14720" y="13500"/>
                </a:moveTo>
                <a:cubicBezTo>
                  <a:pt x="14720" y="13622"/>
                  <a:pt x="14622" y="13720"/>
                  <a:pt x="14500" y="13720"/>
                </a:cubicBezTo>
                <a:cubicBezTo>
                  <a:pt x="14378" y="13720"/>
                  <a:pt x="14280" y="13622"/>
                  <a:pt x="14280" y="13500"/>
                </a:cubicBezTo>
                <a:cubicBezTo>
                  <a:pt x="14280" y="13378"/>
                  <a:pt x="14378" y="13280"/>
                  <a:pt x="14500" y="13280"/>
                </a:cubicBezTo>
                <a:cubicBezTo>
                  <a:pt x="14622" y="13280"/>
                  <a:pt x="14720" y="13378"/>
                  <a:pt x="14720" y="13500"/>
                </a:cubicBezTo>
                <a:close/>
                <a:moveTo>
                  <a:pt x="15720" y="13500"/>
                </a:moveTo>
                <a:cubicBezTo>
                  <a:pt x="15720" y="13622"/>
                  <a:pt x="15622" y="13720"/>
                  <a:pt x="15500" y="13720"/>
                </a:cubicBezTo>
                <a:cubicBezTo>
                  <a:pt x="15378" y="13720"/>
                  <a:pt x="15280" y="13622"/>
                  <a:pt x="15280" y="13500"/>
                </a:cubicBezTo>
                <a:cubicBezTo>
                  <a:pt x="15280" y="13378"/>
                  <a:pt x="15378" y="13280"/>
                  <a:pt x="15500" y="13280"/>
                </a:cubicBezTo>
                <a:cubicBezTo>
                  <a:pt x="15622" y="13280"/>
                  <a:pt x="15720" y="13378"/>
                  <a:pt x="15720" y="13500"/>
                </a:cubicBezTo>
                <a:close/>
                <a:moveTo>
                  <a:pt x="16720" y="13500"/>
                </a:moveTo>
                <a:cubicBezTo>
                  <a:pt x="16720" y="13622"/>
                  <a:pt x="16622" y="13720"/>
                  <a:pt x="16500" y="13720"/>
                </a:cubicBezTo>
                <a:cubicBezTo>
                  <a:pt x="16378" y="13720"/>
                  <a:pt x="16280" y="13622"/>
                  <a:pt x="16280" y="13500"/>
                </a:cubicBezTo>
                <a:cubicBezTo>
                  <a:pt x="16280" y="13378"/>
                  <a:pt x="16378" y="13280"/>
                  <a:pt x="16500" y="13280"/>
                </a:cubicBezTo>
                <a:cubicBezTo>
                  <a:pt x="16622" y="13280"/>
                  <a:pt x="16720" y="13378"/>
                  <a:pt x="16720" y="13500"/>
                </a:cubicBezTo>
                <a:close/>
                <a:moveTo>
                  <a:pt x="17720" y="13500"/>
                </a:moveTo>
                <a:cubicBezTo>
                  <a:pt x="17720" y="13622"/>
                  <a:pt x="17622" y="13720"/>
                  <a:pt x="17500" y="13720"/>
                </a:cubicBezTo>
                <a:cubicBezTo>
                  <a:pt x="17378" y="13720"/>
                  <a:pt x="17280" y="13622"/>
                  <a:pt x="17280" y="13500"/>
                </a:cubicBezTo>
                <a:cubicBezTo>
                  <a:pt x="17280" y="13378"/>
                  <a:pt x="17378" y="13280"/>
                  <a:pt x="17500" y="13280"/>
                </a:cubicBezTo>
                <a:cubicBezTo>
                  <a:pt x="17622" y="13280"/>
                  <a:pt x="17720" y="13378"/>
                  <a:pt x="17720" y="1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dots 3"/>
          <p:cNvSpPr/>
          <p:nvPr/>
        </p:nvSpPr>
        <p:spPr>
          <a:xfrm>
            <a:off x="11176000" y="3810000"/>
            <a:ext cx="1016000" cy="3048000"/>
          </a:xfrm>
          <a:custGeom>
            <a:avLst/>
            <a:gdLst/>
            <a:ahLst/>
            <a:cxnLst/>
            <a:rect l="0" t="0" r="r" b="b"/>
            <a:pathLst>
              <a:path w="8000" h="24000" stroke="0">
                <a:moveTo>
                  <a:pt x="720" y="500"/>
                </a:moveTo>
                <a:cubicBezTo>
                  <a:pt x="720" y="622"/>
                  <a:pt x="622" y="720"/>
                  <a:pt x="500" y="720"/>
                </a:cubicBezTo>
                <a:cubicBezTo>
                  <a:pt x="378" y="720"/>
                  <a:pt x="280" y="622"/>
                  <a:pt x="280" y="500"/>
                </a:cubicBezTo>
                <a:cubicBezTo>
                  <a:pt x="280" y="378"/>
                  <a:pt x="378" y="280"/>
                  <a:pt x="500" y="280"/>
                </a:cubicBezTo>
                <a:cubicBezTo>
                  <a:pt x="622" y="280"/>
                  <a:pt x="720" y="378"/>
                  <a:pt x="720" y="500"/>
                </a:cubicBezTo>
                <a:close/>
                <a:moveTo>
                  <a:pt x="1720" y="500"/>
                </a:moveTo>
                <a:cubicBezTo>
                  <a:pt x="1720" y="622"/>
                  <a:pt x="1622" y="720"/>
                  <a:pt x="1500" y="720"/>
                </a:cubicBezTo>
                <a:cubicBezTo>
                  <a:pt x="1378" y="720"/>
                  <a:pt x="1280" y="622"/>
                  <a:pt x="1280" y="500"/>
                </a:cubicBezTo>
                <a:cubicBezTo>
                  <a:pt x="1280" y="378"/>
                  <a:pt x="1378" y="280"/>
                  <a:pt x="1500" y="280"/>
                </a:cubicBezTo>
                <a:cubicBezTo>
                  <a:pt x="1622" y="280"/>
                  <a:pt x="1720" y="378"/>
                  <a:pt x="1720" y="500"/>
                </a:cubicBezTo>
                <a:close/>
                <a:moveTo>
                  <a:pt x="2720" y="500"/>
                </a:moveTo>
                <a:cubicBezTo>
                  <a:pt x="2720" y="622"/>
                  <a:pt x="2622" y="720"/>
                  <a:pt x="2500" y="720"/>
                </a:cubicBezTo>
                <a:cubicBezTo>
                  <a:pt x="2378" y="720"/>
                  <a:pt x="2280" y="622"/>
                  <a:pt x="2280" y="500"/>
                </a:cubicBezTo>
                <a:cubicBezTo>
                  <a:pt x="2280" y="378"/>
                  <a:pt x="2378" y="280"/>
                  <a:pt x="2500" y="280"/>
                </a:cubicBezTo>
                <a:cubicBezTo>
                  <a:pt x="2622" y="280"/>
                  <a:pt x="2720" y="378"/>
                  <a:pt x="2720" y="500"/>
                </a:cubicBezTo>
                <a:close/>
                <a:moveTo>
                  <a:pt x="3720" y="500"/>
                </a:moveTo>
                <a:cubicBezTo>
                  <a:pt x="3720" y="622"/>
                  <a:pt x="3622" y="720"/>
                  <a:pt x="3500" y="720"/>
                </a:cubicBezTo>
                <a:cubicBezTo>
                  <a:pt x="3378" y="720"/>
                  <a:pt x="3280" y="622"/>
                  <a:pt x="3280" y="500"/>
                </a:cubicBezTo>
                <a:cubicBezTo>
                  <a:pt x="3280" y="378"/>
                  <a:pt x="3378" y="280"/>
                  <a:pt x="3500" y="280"/>
                </a:cubicBezTo>
                <a:cubicBezTo>
                  <a:pt x="3622" y="280"/>
                  <a:pt x="3720" y="378"/>
                  <a:pt x="3720" y="500"/>
                </a:cubicBezTo>
                <a:close/>
                <a:moveTo>
                  <a:pt x="4720" y="500"/>
                </a:moveTo>
                <a:cubicBezTo>
                  <a:pt x="4720" y="622"/>
                  <a:pt x="4622" y="720"/>
                  <a:pt x="4500" y="720"/>
                </a:cubicBezTo>
                <a:cubicBezTo>
                  <a:pt x="4378" y="720"/>
                  <a:pt x="4280" y="622"/>
                  <a:pt x="4280" y="500"/>
                </a:cubicBezTo>
                <a:cubicBezTo>
                  <a:pt x="4280" y="378"/>
                  <a:pt x="4378" y="280"/>
                  <a:pt x="4500" y="280"/>
                </a:cubicBezTo>
                <a:cubicBezTo>
                  <a:pt x="4622" y="280"/>
                  <a:pt x="4720" y="378"/>
                  <a:pt x="4720" y="500"/>
                </a:cubicBezTo>
                <a:close/>
                <a:moveTo>
                  <a:pt x="5720" y="500"/>
                </a:moveTo>
                <a:cubicBezTo>
                  <a:pt x="5720" y="622"/>
                  <a:pt x="5622" y="720"/>
                  <a:pt x="5500" y="720"/>
                </a:cubicBezTo>
                <a:cubicBezTo>
                  <a:pt x="5378" y="720"/>
                  <a:pt x="5280" y="622"/>
                  <a:pt x="5280" y="500"/>
                </a:cubicBezTo>
                <a:cubicBezTo>
                  <a:pt x="5280" y="378"/>
                  <a:pt x="5378" y="280"/>
                  <a:pt x="5500" y="280"/>
                </a:cubicBezTo>
                <a:cubicBezTo>
                  <a:pt x="5622" y="280"/>
                  <a:pt x="5720" y="378"/>
                  <a:pt x="5720" y="500"/>
                </a:cubicBezTo>
                <a:close/>
                <a:moveTo>
                  <a:pt x="6720" y="500"/>
                </a:moveTo>
                <a:cubicBezTo>
                  <a:pt x="6720" y="622"/>
                  <a:pt x="6622" y="720"/>
                  <a:pt x="6500" y="720"/>
                </a:cubicBezTo>
                <a:cubicBezTo>
                  <a:pt x="6378" y="720"/>
                  <a:pt x="6280" y="622"/>
                  <a:pt x="6280" y="500"/>
                </a:cubicBezTo>
                <a:cubicBezTo>
                  <a:pt x="6280" y="378"/>
                  <a:pt x="6378" y="280"/>
                  <a:pt x="6500" y="280"/>
                </a:cubicBezTo>
                <a:cubicBezTo>
                  <a:pt x="6622" y="280"/>
                  <a:pt x="6720" y="378"/>
                  <a:pt x="6720" y="500"/>
                </a:cubicBezTo>
                <a:close/>
                <a:moveTo>
                  <a:pt x="7720" y="500"/>
                </a:moveTo>
                <a:cubicBezTo>
                  <a:pt x="7720" y="622"/>
                  <a:pt x="7622" y="720"/>
                  <a:pt x="7500" y="720"/>
                </a:cubicBezTo>
                <a:cubicBezTo>
                  <a:pt x="7378" y="720"/>
                  <a:pt x="7280" y="622"/>
                  <a:pt x="7280" y="500"/>
                </a:cubicBezTo>
                <a:cubicBezTo>
                  <a:pt x="7280" y="378"/>
                  <a:pt x="7378" y="280"/>
                  <a:pt x="7500" y="280"/>
                </a:cubicBezTo>
                <a:cubicBezTo>
                  <a:pt x="7622" y="280"/>
                  <a:pt x="7720" y="378"/>
                  <a:pt x="7720" y="500"/>
                </a:cubicBezTo>
                <a:close/>
                <a:moveTo>
                  <a:pt x="720" y="1500"/>
                </a:moveTo>
                <a:cubicBezTo>
                  <a:pt x="720" y="1622"/>
                  <a:pt x="622" y="1720"/>
                  <a:pt x="500" y="1720"/>
                </a:cubicBezTo>
                <a:cubicBezTo>
                  <a:pt x="378" y="1720"/>
                  <a:pt x="280" y="1622"/>
                  <a:pt x="280" y="1500"/>
                </a:cubicBezTo>
                <a:cubicBezTo>
                  <a:pt x="280" y="1378"/>
                  <a:pt x="378" y="1280"/>
                  <a:pt x="500" y="1280"/>
                </a:cubicBezTo>
                <a:cubicBezTo>
                  <a:pt x="622" y="1280"/>
                  <a:pt x="720" y="1378"/>
                  <a:pt x="720" y="1500"/>
                </a:cubicBezTo>
                <a:close/>
                <a:moveTo>
                  <a:pt x="1720" y="1500"/>
                </a:moveTo>
                <a:cubicBezTo>
                  <a:pt x="1720" y="1622"/>
                  <a:pt x="1622" y="1720"/>
                  <a:pt x="1500" y="1720"/>
                </a:cubicBezTo>
                <a:cubicBezTo>
                  <a:pt x="1378" y="1720"/>
                  <a:pt x="1280" y="1622"/>
                  <a:pt x="1280" y="1500"/>
                </a:cubicBezTo>
                <a:cubicBezTo>
                  <a:pt x="1280" y="1378"/>
                  <a:pt x="1378" y="1280"/>
                  <a:pt x="1500" y="1280"/>
                </a:cubicBezTo>
                <a:cubicBezTo>
                  <a:pt x="1622" y="1280"/>
                  <a:pt x="1720" y="1378"/>
                  <a:pt x="1720" y="1500"/>
                </a:cubicBezTo>
                <a:close/>
                <a:moveTo>
                  <a:pt x="2720" y="1500"/>
                </a:moveTo>
                <a:cubicBezTo>
                  <a:pt x="2720" y="1622"/>
                  <a:pt x="2622" y="1720"/>
                  <a:pt x="2500" y="1720"/>
                </a:cubicBezTo>
                <a:cubicBezTo>
                  <a:pt x="2378" y="1720"/>
                  <a:pt x="2280" y="1622"/>
                  <a:pt x="2280" y="1500"/>
                </a:cubicBezTo>
                <a:cubicBezTo>
                  <a:pt x="2280" y="1378"/>
                  <a:pt x="2378" y="1280"/>
                  <a:pt x="2500" y="1280"/>
                </a:cubicBezTo>
                <a:cubicBezTo>
                  <a:pt x="2622" y="1280"/>
                  <a:pt x="2720" y="1378"/>
                  <a:pt x="2720" y="1500"/>
                </a:cubicBezTo>
                <a:close/>
                <a:moveTo>
                  <a:pt x="3720" y="1500"/>
                </a:moveTo>
                <a:cubicBezTo>
                  <a:pt x="3720" y="1622"/>
                  <a:pt x="3622" y="1720"/>
                  <a:pt x="3500" y="1720"/>
                </a:cubicBezTo>
                <a:cubicBezTo>
                  <a:pt x="3378" y="1720"/>
                  <a:pt x="3280" y="1622"/>
                  <a:pt x="3280" y="1500"/>
                </a:cubicBezTo>
                <a:cubicBezTo>
                  <a:pt x="3280" y="1378"/>
                  <a:pt x="3378" y="1280"/>
                  <a:pt x="3500" y="1280"/>
                </a:cubicBezTo>
                <a:cubicBezTo>
                  <a:pt x="3622" y="1280"/>
                  <a:pt x="3720" y="1378"/>
                  <a:pt x="3720" y="1500"/>
                </a:cubicBezTo>
                <a:close/>
                <a:moveTo>
                  <a:pt x="4720" y="1500"/>
                </a:moveTo>
                <a:cubicBezTo>
                  <a:pt x="4720" y="1622"/>
                  <a:pt x="4622" y="1720"/>
                  <a:pt x="4500" y="1720"/>
                </a:cubicBezTo>
                <a:cubicBezTo>
                  <a:pt x="4378" y="1720"/>
                  <a:pt x="4280" y="1622"/>
                  <a:pt x="4280" y="1500"/>
                </a:cubicBezTo>
                <a:cubicBezTo>
                  <a:pt x="4280" y="1378"/>
                  <a:pt x="4378" y="1280"/>
                  <a:pt x="4500" y="1280"/>
                </a:cubicBezTo>
                <a:cubicBezTo>
                  <a:pt x="4622" y="1280"/>
                  <a:pt x="4720" y="1378"/>
                  <a:pt x="4720" y="1500"/>
                </a:cubicBezTo>
                <a:close/>
                <a:moveTo>
                  <a:pt x="5720" y="1500"/>
                </a:moveTo>
                <a:cubicBezTo>
                  <a:pt x="5720" y="1622"/>
                  <a:pt x="5622" y="1720"/>
                  <a:pt x="5500" y="1720"/>
                </a:cubicBezTo>
                <a:cubicBezTo>
                  <a:pt x="5378" y="1720"/>
                  <a:pt x="5280" y="1622"/>
                  <a:pt x="5280" y="1500"/>
                </a:cubicBezTo>
                <a:cubicBezTo>
                  <a:pt x="5280" y="1378"/>
                  <a:pt x="5378" y="1280"/>
                  <a:pt x="5500" y="1280"/>
                </a:cubicBezTo>
                <a:cubicBezTo>
                  <a:pt x="5622" y="1280"/>
                  <a:pt x="5720" y="1378"/>
                  <a:pt x="5720" y="1500"/>
                </a:cubicBezTo>
                <a:close/>
                <a:moveTo>
                  <a:pt x="6720" y="1500"/>
                </a:moveTo>
                <a:cubicBezTo>
                  <a:pt x="6720" y="1622"/>
                  <a:pt x="6622" y="1720"/>
                  <a:pt x="6500" y="1720"/>
                </a:cubicBezTo>
                <a:cubicBezTo>
                  <a:pt x="6378" y="1720"/>
                  <a:pt x="6280" y="1622"/>
                  <a:pt x="6280" y="1500"/>
                </a:cubicBezTo>
                <a:cubicBezTo>
                  <a:pt x="6280" y="1378"/>
                  <a:pt x="6378" y="1280"/>
                  <a:pt x="6500" y="1280"/>
                </a:cubicBezTo>
                <a:cubicBezTo>
                  <a:pt x="6622" y="1280"/>
                  <a:pt x="6720" y="1378"/>
                  <a:pt x="6720" y="1500"/>
                </a:cubicBezTo>
                <a:close/>
                <a:moveTo>
                  <a:pt x="7720" y="1500"/>
                </a:moveTo>
                <a:cubicBezTo>
                  <a:pt x="7720" y="1622"/>
                  <a:pt x="7622" y="1720"/>
                  <a:pt x="7500" y="1720"/>
                </a:cubicBezTo>
                <a:cubicBezTo>
                  <a:pt x="7378" y="1720"/>
                  <a:pt x="7280" y="1622"/>
                  <a:pt x="7280" y="1500"/>
                </a:cubicBezTo>
                <a:cubicBezTo>
                  <a:pt x="7280" y="1378"/>
                  <a:pt x="7378" y="1280"/>
                  <a:pt x="7500" y="1280"/>
                </a:cubicBezTo>
                <a:cubicBezTo>
                  <a:pt x="7622" y="1280"/>
                  <a:pt x="7720" y="1378"/>
                  <a:pt x="7720" y="1500"/>
                </a:cubicBezTo>
                <a:close/>
                <a:moveTo>
                  <a:pt x="720" y="2500"/>
                </a:moveTo>
                <a:cubicBezTo>
                  <a:pt x="720" y="2622"/>
                  <a:pt x="622" y="2720"/>
                  <a:pt x="500" y="2720"/>
                </a:cubicBezTo>
                <a:cubicBezTo>
                  <a:pt x="378" y="2720"/>
                  <a:pt x="280" y="2622"/>
                  <a:pt x="280" y="2500"/>
                </a:cubicBezTo>
                <a:cubicBezTo>
                  <a:pt x="280" y="2378"/>
                  <a:pt x="378" y="2280"/>
                  <a:pt x="500" y="2280"/>
                </a:cubicBezTo>
                <a:cubicBezTo>
                  <a:pt x="622" y="2280"/>
                  <a:pt x="720" y="2378"/>
                  <a:pt x="720" y="2500"/>
                </a:cubicBezTo>
                <a:close/>
                <a:moveTo>
                  <a:pt x="1720" y="2500"/>
                </a:moveTo>
                <a:cubicBezTo>
                  <a:pt x="1720" y="2622"/>
                  <a:pt x="1622" y="2720"/>
                  <a:pt x="1500" y="2720"/>
                </a:cubicBezTo>
                <a:cubicBezTo>
                  <a:pt x="1378" y="2720"/>
                  <a:pt x="1280" y="2622"/>
                  <a:pt x="1280" y="2500"/>
                </a:cubicBezTo>
                <a:cubicBezTo>
                  <a:pt x="1280" y="2378"/>
                  <a:pt x="1378" y="2280"/>
                  <a:pt x="1500" y="2280"/>
                </a:cubicBezTo>
                <a:cubicBezTo>
                  <a:pt x="1622" y="2280"/>
                  <a:pt x="1720" y="2378"/>
                  <a:pt x="1720" y="2500"/>
                </a:cubicBezTo>
                <a:close/>
                <a:moveTo>
                  <a:pt x="2720" y="2500"/>
                </a:moveTo>
                <a:cubicBezTo>
                  <a:pt x="2720" y="2622"/>
                  <a:pt x="2622" y="2720"/>
                  <a:pt x="2500" y="2720"/>
                </a:cubicBezTo>
                <a:cubicBezTo>
                  <a:pt x="2378" y="2720"/>
                  <a:pt x="2280" y="2622"/>
                  <a:pt x="2280" y="2500"/>
                </a:cubicBezTo>
                <a:cubicBezTo>
                  <a:pt x="2280" y="2378"/>
                  <a:pt x="2378" y="2280"/>
                  <a:pt x="2500" y="2280"/>
                </a:cubicBezTo>
                <a:cubicBezTo>
                  <a:pt x="2622" y="2280"/>
                  <a:pt x="2720" y="2378"/>
                  <a:pt x="2720" y="2500"/>
                </a:cubicBezTo>
                <a:close/>
                <a:moveTo>
                  <a:pt x="3720" y="2500"/>
                </a:moveTo>
                <a:cubicBezTo>
                  <a:pt x="3720" y="2622"/>
                  <a:pt x="3622" y="2720"/>
                  <a:pt x="3500" y="2720"/>
                </a:cubicBezTo>
                <a:cubicBezTo>
                  <a:pt x="3378" y="2720"/>
                  <a:pt x="3280" y="2622"/>
                  <a:pt x="3280" y="2500"/>
                </a:cubicBezTo>
                <a:cubicBezTo>
                  <a:pt x="3280" y="2378"/>
                  <a:pt x="3378" y="2280"/>
                  <a:pt x="3500" y="2280"/>
                </a:cubicBezTo>
                <a:cubicBezTo>
                  <a:pt x="3622" y="2280"/>
                  <a:pt x="3720" y="2378"/>
                  <a:pt x="3720" y="2500"/>
                </a:cubicBezTo>
                <a:close/>
                <a:moveTo>
                  <a:pt x="4720" y="2500"/>
                </a:moveTo>
                <a:cubicBezTo>
                  <a:pt x="4720" y="2622"/>
                  <a:pt x="4622" y="2720"/>
                  <a:pt x="4500" y="2720"/>
                </a:cubicBezTo>
                <a:cubicBezTo>
                  <a:pt x="4378" y="2720"/>
                  <a:pt x="4280" y="2622"/>
                  <a:pt x="4280" y="2500"/>
                </a:cubicBezTo>
                <a:cubicBezTo>
                  <a:pt x="4280" y="2378"/>
                  <a:pt x="4378" y="2280"/>
                  <a:pt x="4500" y="2280"/>
                </a:cubicBezTo>
                <a:cubicBezTo>
                  <a:pt x="4622" y="2280"/>
                  <a:pt x="4720" y="2378"/>
                  <a:pt x="4720" y="2500"/>
                </a:cubicBezTo>
                <a:close/>
                <a:moveTo>
                  <a:pt x="5720" y="2500"/>
                </a:moveTo>
                <a:cubicBezTo>
                  <a:pt x="5720" y="2622"/>
                  <a:pt x="5622" y="2720"/>
                  <a:pt x="5500" y="2720"/>
                </a:cubicBezTo>
                <a:cubicBezTo>
                  <a:pt x="5378" y="2720"/>
                  <a:pt x="5280" y="2622"/>
                  <a:pt x="5280" y="2500"/>
                </a:cubicBezTo>
                <a:cubicBezTo>
                  <a:pt x="5280" y="2378"/>
                  <a:pt x="5378" y="2280"/>
                  <a:pt x="5500" y="2280"/>
                </a:cubicBezTo>
                <a:cubicBezTo>
                  <a:pt x="5622" y="2280"/>
                  <a:pt x="5720" y="2378"/>
                  <a:pt x="5720" y="2500"/>
                </a:cubicBezTo>
                <a:close/>
                <a:moveTo>
                  <a:pt x="6720" y="2500"/>
                </a:moveTo>
                <a:cubicBezTo>
                  <a:pt x="6720" y="2622"/>
                  <a:pt x="6622" y="2720"/>
                  <a:pt x="6500" y="2720"/>
                </a:cubicBezTo>
                <a:cubicBezTo>
                  <a:pt x="6378" y="2720"/>
                  <a:pt x="6280" y="2622"/>
                  <a:pt x="6280" y="2500"/>
                </a:cubicBezTo>
                <a:cubicBezTo>
                  <a:pt x="6280" y="2378"/>
                  <a:pt x="6378" y="2280"/>
                  <a:pt x="6500" y="2280"/>
                </a:cubicBezTo>
                <a:cubicBezTo>
                  <a:pt x="6622" y="2280"/>
                  <a:pt x="6720" y="2378"/>
                  <a:pt x="6720" y="2500"/>
                </a:cubicBezTo>
                <a:close/>
                <a:moveTo>
                  <a:pt x="7720" y="2500"/>
                </a:moveTo>
                <a:cubicBezTo>
                  <a:pt x="7720" y="2622"/>
                  <a:pt x="7622" y="2720"/>
                  <a:pt x="7500" y="2720"/>
                </a:cubicBezTo>
                <a:cubicBezTo>
                  <a:pt x="7378" y="2720"/>
                  <a:pt x="7280" y="2622"/>
                  <a:pt x="7280" y="2500"/>
                </a:cubicBezTo>
                <a:cubicBezTo>
                  <a:pt x="7280" y="2378"/>
                  <a:pt x="7378" y="2280"/>
                  <a:pt x="7500" y="2280"/>
                </a:cubicBezTo>
                <a:cubicBezTo>
                  <a:pt x="7622" y="2280"/>
                  <a:pt x="7720" y="2378"/>
                  <a:pt x="7720" y="2500"/>
                </a:cubicBezTo>
                <a:close/>
                <a:moveTo>
                  <a:pt x="720" y="3500"/>
                </a:moveTo>
                <a:cubicBezTo>
                  <a:pt x="720" y="3622"/>
                  <a:pt x="622" y="3720"/>
                  <a:pt x="500" y="3720"/>
                </a:cubicBezTo>
                <a:cubicBezTo>
                  <a:pt x="378" y="3720"/>
                  <a:pt x="280" y="3622"/>
                  <a:pt x="280" y="3500"/>
                </a:cubicBezTo>
                <a:cubicBezTo>
                  <a:pt x="280" y="3378"/>
                  <a:pt x="378" y="3280"/>
                  <a:pt x="500" y="3280"/>
                </a:cubicBezTo>
                <a:cubicBezTo>
                  <a:pt x="622" y="3280"/>
                  <a:pt x="720" y="3378"/>
                  <a:pt x="720" y="3500"/>
                </a:cubicBezTo>
                <a:close/>
                <a:moveTo>
                  <a:pt x="1720" y="3500"/>
                </a:moveTo>
                <a:cubicBezTo>
                  <a:pt x="1720" y="3622"/>
                  <a:pt x="1622" y="3720"/>
                  <a:pt x="1500" y="3720"/>
                </a:cubicBezTo>
                <a:cubicBezTo>
                  <a:pt x="1378" y="3720"/>
                  <a:pt x="1280" y="3622"/>
                  <a:pt x="1280" y="3500"/>
                </a:cubicBezTo>
                <a:cubicBezTo>
                  <a:pt x="1280" y="3378"/>
                  <a:pt x="1378" y="3280"/>
                  <a:pt x="1500" y="3280"/>
                </a:cubicBezTo>
                <a:cubicBezTo>
                  <a:pt x="1622" y="3280"/>
                  <a:pt x="1720" y="3378"/>
                  <a:pt x="1720" y="3500"/>
                </a:cubicBezTo>
                <a:close/>
                <a:moveTo>
                  <a:pt x="2720" y="3500"/>
                </a:moveTo>
                <a:cubicBezTo>
                  <a:pt x="2720" y="3622"/>
                  <a:pt x="2622" y="3720"/>
                  <a:pt x="2500" y="3720"/>
                </a:cubicBezTo>
                <a:cubicBezTo>
                  <a:pt x="2378" y="3720"/>
                  <a:pt x="2280" y="3622"/>
                  <a:pt x="2280" y="3500"/>
                </a:cubicBezTo>
                <a:cubicBezTo>
                  <a:pt x="2280" y="3378"/>
                  <a:pt x="2378" y="3280"/>
                  <a:pt x="2500" y="3280"/>
                </a:cubicBezTo>
                <a:cubicBezTo>
                  <a:pt x="2622" y="3280"/>
                  <a:pt x="2720" y="3378"/>
                  <a:pt x="2720" y="3500"/>
                </a:cubicBezTo>
                <a:close/>
                <a:moveTo>
                  <a:pt x="3720" y="3500"/>
                </a:moveTo>
                <a:cubicBezTo>
                  <a:pt x="3720" y="3622"/>
                  <a:pt x="3622" y="3720"/>
                  <a:pt x="3500" y="3720"/>
                </a:cubicBezTo>
                <a:cubicBezTo>
                  <a:pt x="3378" y="3720"/>
                  <a:pt x="3280" y="3622"/>
                  <a:pt x="3280" y="3500"/>
                </a:cubicBezTo>
                <a:cubicBezTo>
                  <a:pt x="3280" y="3378"/>
                  <a:pt x="3378" y="3280"/>
                  <a:pt x="3500" y="3280"/>
                </a:cubicBezTo>
                <a:cubicBezTo>
                  <a:pt x="3622" y="3280"/>
                  <a:pt x="3720" y="3378"/>
                  <a:pt x="3720" y="3500"/>
                </a:cubicBezTo>
                <a:close/>
                <a:moveTo>
                  <a:pt x="4720" y="3500"/>
                </a:moveTo>
                <a:cubicBezTo>
                  <a:pt x="4720" y="3622"/>
                  <a:pt x="4622" y="3720"/>
                  <a:pt x="4500" y="3720"/>
                </a:cubicBezTo>
                <a:cubicBezTo>
                  <a:pt x="4378" y="3720"/>
                  <a:pt x="4280" y="3622"/>
                  <a:pt x="4280" y="3500"/>
                </a:cubicBezTo>
                <a:cubicBezTo>
                  <a:pt x="4280" y="3378"/>
                  <a:pt x="4378" y="3280"/>
                  <a:pt x="4500" y="3280"/>
                </a:cubicBezTo>
                <a:cubicBezTo>
                  <a:pt x="4622" y="3280"/>
                  <a:pt x="4720" y="3378"/>
                  <a:pt x="4720" y="3500"/>
                </a:cubicBezTo>
                <a:close/>
                <a:moveTo>
                  <a:pt x="5720" y="3500"/>
                </a:moveTo>
                <a:cubicBezTo>
                  <a:pt x="5720" y="3622"/>
                  <a:pt x="5622" y="3720"/>
                  <a:pt x="5500" y="3720"/>
                </a:cubicBezTo>
                <a:cubicBezTo>
                  <a:pt x="5378" y="3720"/>
                  <a:pt x="5280" y="3622"/>
                  <a:pt x="5280" y="3500"/>
                </a:cubicBezTo>
                <a:cubicBezTo>
                  <a:pt x="5280" y="3378"/>
                  <a:pt x="5378" y="3280"/>
                  <a:pt x="5500" y="3280"/>
                </a:cubicBezTo>
                <a:cubicBezTo>
                  <a:pt x="5622" y="3280"/>
                  <a:pt x="5720" y="3378"/>
                  <a:pt x="5720" y="3500"/>
                </a:cubicBezTo>
                <a:close/>
                <a:moveTo>
                  <a:pt x="6720" y="3500"/>
                </a:moveTo>
                <a:cubicBezTo>
                  <a:pt x="6720" y="3622"/>
                  <a:pt x="6622" y="3720"/>
                  <a:pt x="6500" y="3720"/>
                </a:cubicBezTo>
                <a:cubicBezTo>
                  <a:pt x="6378" y="3720"/>
                  <a:pt x="6280" y="3622"/>
                  <a:pt x="6280" y="3500"/>
                </a:cubicBezTo>
                <a:cubicBezTo>
                  <a:pt x="6280" y="3378"/>
                  <a:pt x="6378" y="3280"/>
                  <a:pt x="6500" y="3280"/>
                </a:cubicBezTo>
                <a:cubicBezTo>
                  <a:pt x="6622" y="3280"/>
                  <a:pt x="6720" y="3378"/>
                  <a:pt x="6720" y="3500"/>
                </a:cubicBezTo>
                <a:close/>
                <a:moveTo>
                  <a:pt x="7720" y="3500"/>
                </a:moveTo>
                <a:cubicBezTo>
                  <a:pt x="7720" y="3622"/>
                  <a:pt x="7622" y="3720"/>
                  <a:pt x="7500" y="3720"/>
                </a:cubicBezTo>
                <a:cubicBezTo>
                  <a:pt x="7378" y="3720"/>
                  <a:pt x="7280" y="3622"/>
                  <a:pt x="7280" y="3500"/>
                </a:cubicBezTo>
                <a:cubicBezTo>
                  <a:pt x="7280" y="3378"/>
                  <a:pt x="7378" y="3280"/>
                  <a:pt x="7500" y="3280"/>
                </a:cubicBezTo>
                <a:cubicBezTo>
                  <a:pt x="7622" y="3280"/>
                  <a:pt x="7720" y="3378"/>
                  <a:pt x="7720" y="3500"/>
                </a:cubicBezTo>
                <a:close/>
                <a:moveTo>
                  <a:pt x="720" y="4500"/>
                </a:moveTo>
                <a:cubicBezTo>
                  <a:pt x="720" y="4622"/>
                  <a:pt x="622" y="4720"/>
                  <a:pt x="500" y="4720"/>
                </a:cubicBezTo>
                <a:cubicBezTo>
                  <a:pt x="378" y="4720"/>
                  <a:pt x="280" y="4622"/>
                  <a:pt x="280" y="4500"/>
                </a:cubicBezTo>
                <a:cubicBezTo>
                  <a:pt x="280" y="4378"/>
                  <a:pt x="378" y="4280"/>
                  <a:pt x="500" y="4280"/>
                </a:cubicBezTo>
                <a:cubicBezTo>
                  <a:pt x="622" y="4280"/>
                  <a:pt x="720" y="4378"/>
                  <a:pt x="720" y="4500"/>
                </a:cubicBezTo>
                <a:close/>
                <a:moveTo>
                  <a:pt x="1720" y="4500"/>
                </a:moveTo>
                <a:cubicBezTo>
                  <a:pt x="1720" y="4622"/>
                  <a:pt x="1622" y="4720"/>
                  <a:pt x="1500" y="4720"/>
                </a:cubicBezTo>
                <a:cubicBezTo>
                  <a:pt x="1378" y="4720"/>
                  <a:pt x="1280" y="4622"/>
                  <a:pt x="1280" y="4500"/>
                </a:cubicBezTo>
                <a:cubicBezTo>
                  <a:pt x="1280" y="4378"/>
                  <a:pt x="1378" y="4280"/>
                  <a:pt x="1500" y="4280"/>
                </a:cubicBezTo>
                <a:cubicBezTo>
                  <a:pt x="1622" y="4280"/>
                  <a:pt x="1720" y="4378"/>
                  <a:pt x="1720" y="4500"/>
                </a:cubicBezTo>
                <a:close/>
                <a:moveTo>
                  <a:pt x="2720" y="4500"/>
                </a:moveTo>
                <a:cubicBezTo>
                  <a:pt x="2720" y="4622"/>
                  <a:pt x="2622" y="4720"/>
                  <a:pt x="2500" y="4720"/>
                </a:cubicBezTo>
                <a:cubicBezTo>
                  <a:pt x="2378" y="4720"/>
                  <a:pt x="2280" y="4622"/>
                  <a:pt x="2280" y="4500"/>
                </a:cubicBezTo>
                <a:cubicBezTo>
                  <a:pt x="2280" y="4378"/>
                  <a:pt x="2378" y="4280"/>
                  <a:pt x="2500" y="4280"/>
                </a:cubicBezTo>
                <a:cubicBezTo>
                  <a:pt x="2622" y="4280"/>
                  <a:pt x="2720" y="4378"/>
                  <a:pt x="2720" y="4500"/>
                </a:cubicBezTo>
                <a:close/>
                <a:moveTo>
                  <a:pt x="3720" y="4500"/>
                </a:moveTo>
                <a:cubicBezTo>
                  <a:pt x="3720" y="4622"/>
                  <a:pt x="3622" y="4720"/>
                  <a:pt x="3500" y="4720"/>
                </a:cubicBezTo>
                <a:cubicBezTo>
                  <a:pt x="3378" y="4720"/>
                  <a:pt x="3280" y="4622"/>
                  <a:pt x="3280" y="4500"/>
                </a:cubicBezTo>
                <a:cubicBezTo>
                  <a:pt x="3280" y="4378"/>
                  <a:pt x="3378" y="4280"/>
                  <a:pt x="3500" y="4280"/>
                </a:cubicBezTo>
                <a:cubicBezTo>
                  <a:pt x="3622" y="4280"/>
                  <a:pt x="3720" y="4378"/>
                  <a:pt x="3720" y="4500"/>
                </a:cubicBezTo>
                <a:close/>
                <a:moveTo>
                  <a:pt x="4720" y="4500"/>
                </a:moveTo>
                <a:cubicBezTo>
                  <a:pt x="4720" y="4622"/>
                  <a:pt x="4622" y="4720"/>
                  <a:pt x="4500" y="4720"/>
                </a:cubicBezTo>
                <a:cubicBezTo>
                  <a:pt x="4378" y="4720"/>
                  <a:pt x="4280" y="4622"/>
                  <a:pt x="4280" y="4500"/>
                </a:cubicBezTo>
                <a:cubicBezTo>
                  <a:pt x="4280" y="4378"/>
                  <a:pt x="4378" y="4280"/>
                  <a:pt x="4500" y="4280"/>
                </a:cubicBezTo>
                <a:cubicBezTo>
                  <a:pt x="4622" y="4280"/>
                  <a:pt x="4720" y="4378"/>
                  <a:pt x="4720" y="4500"/>
                </a:cubicBezTo>
                <a:close/>
                <a:moveTo>
                  <a:pt x="5720" y="4500"/>
                </a:moveTo>
                <a:cubicBezTo>
                  <a:pt x="5720" y="4622"/>
                  <a:pt x="5622" y="4720"/>
                  <a:pt x="5500" y="4720"/>
                </a:cubicBezTo>
                <a:cubicBezTo>
                  <a:pt x="5378" y="4720"/>
                  <a:pt x="5280" y="4622"/>
                  <a:pt x="5280" y="4500"/>
                </a:cubicBezTo>
                <a:cubicBezTo>
                  <a:pt x="5280" y="4378"/>
                  <a:pt x="5378" y="4280"/>
                  <a:pt x="5500" y="4280"/>
                </a:cubicBezTo>
                <a:cubicBezTo>
                  <a:pt x="5622" y="4280"/>
                  <a:pt x="5720" y="4378"/>
                  <a:pt x="5720" y="4500"/>
                </a:cubicBezTo>
                <a:close/>
                <a:moveTo>
                  <a:pt x="6720" y="4500"/>
                </a:moveTo>
                <a:cubicBezTo>
                  <a:pt x="6720" y="4622"/>
                  <a:pt x="6622" y="4720"/>
                  <a:pt x="6500" y="4720"/>
                </a:cubicBezTo>
                <a:cubicBezTo>
                  <a:pt x="6378" y="4720"/>
                  <a:pt x="6280" y="4622"/>
                  <a:pt x="6280" y="4500"/>
                </a:cubicBezTo>
                <a:cubicBezTo>
                  <a:pt x="6280" y="4378"/>
                  <a:pt x="6378" y="4280"/>
                  <a:pt x="6500" y="4280"/>
                </a:cubicBezTo>
                <a:cubicBezTo>
                  <a:pt x="6622" y="4280"/>
                  <a:pt x="6720" y="4378"/>
                  <a:pt x="6720" y="4500"/>
                </a:cubicBezTo>
                <a:close/>
                <a:moveTo>
                  <a:pt x="7720" y="4500"/>
                </a:moveTo>
                <a:cubicBezTo>
                  <a:pt x="7720" y="4622"/>
                  <a:pt x="7622" y="4720"/>
                  <a:pt x="7500" y="4720"/>
                </a:cubicBezTo>
                <a:cubicBezTo>
                  <a:pt x="7378" y="4720"/>
                  <a:pt x="7280" y="4622"/>
                  <a:pt x="7280" y="4500"/>
                </a:cubicBezTo>
                <a:cubicBezTo>
                  <a:pt x="7280" y="4378"/>
                  <a:pt x="7378" y="4280"/>
                  <a:pt x="7500" y="4280"/>
                </a:cubicBezTo>
                <a:cubicBezTo>
                  <a:pt x="7622" y="4280"/>
                  <a:pt x="7720" y="4378"/>
                  <a:pt x="7720" y="4500"/>
                </a:cubicBezTo>
                <a:close/>
                <a:moveTo>
                  <a:pt x="720" y="5500"/>
                </a:moveTo>
                <a:cubicBezTo>
                  <a:pt x="720" y="5622"/>
                  <a:pt x="622" y="5720"/>
                  <a:pt x="500" y="5720"/>
                </a:cubicBezTo>
                <a:cubicBezTo>
                  <a:pt x="378" y="5720"/>
                  <a:pt x="280" y="5622"/>
                  <a:pt x="280" y="5500"/>
                </a:cubicBezTo>
                <a:cubicBezTo>
                  <a:pt x="280" y="5378"/>
                  <a:pt x="378" y="5280"/>
                  <a:pt x="500" y="5280"/>
                </a:cubicBezTo>
                <a:cubicBezTo>
                  <a:pt x="622" y="5280"/>
                  <a:pt x="720" y="5378"/>
                  <a:pt x="720" y="5500"/>
                </a:cubicBezTo>
                <a:close/>
                <a:moveTo>
                  <a:pt x="1720" y="5500"/>
                </a:moveTo>
                <a:cubicBezTo>
                  <a:pt x="1720" y="5622"/>
                  <a:pt x="1622" y="5720"/>
                  <a:pt x="1500" y="5720"/>
                </a:cubicBezTo>
                <a:cubicBezTo>
                  <a:pt x="1378" y="5720"/>
                  <a:pt x="1280" y="5622"/>
                  <a:pt x="1280" y="5500"/>
                </a:cubicBezTo>
                <a:cubicBezTo>
                  <a:pt x="1280" y="5378"/>
                  <a:pt x="1378" y="5280"/>
                  <a:pt x="1500" y="5280"/>
                </a:cubicBezTo>
                <a:cubicBezTo>
                  <a:pt x="1622" y="5280"/>
                  <a:pt x="1720" y="5378"/>
                  <a:pt x="1720" y="5500"/>
                </a:cubicBezTo>
                <a:close/>
                <a:moveTo>
                  <a:pt x="2720" y="5500"/>
                </a:moveTo>
                <a:cubicBezTo>
                  <a:pt x="2720" y="5622"/>
                  <a:pt x="2622" y="5720"/>
                  <a:pt x="2500" y="5720"/>
                </a:cubicBezTo>
                <a:cubicBezTo>
                  <a:pt x="2378" y="5720"/>
                  <a:pt x="2280" y="5622"/>
                  <a:pt x="2280" y="5500"/>
                </a:cubicBezTo>
                <a:cubicBezTo>
                  <a:pt x="2280" y="5378"/>
                  <a:pt x="2378" y="5280"/>
                  <a:pt x="2500" y="5280"/>
                </a:cubicBezTo>
                <a:cubicBezTo>
                  <a:pt x="2622" y="5280"/>
                  <a:pt x="2720" y="5378"/>
                  <a:pt x="2720" y="5500"/>
                </a:cubicBezTo>
                <a:close/>
                <a:moveTo>
                  <a:pt x="3720" y="5500"/>
                </a:moveTo>
                <a:cubicBezTo>
                  <a:pt x="3720" y="5622"/>
                  <a:pt x="3622" y="5720"/>
                  <a:pt x="3500" y="5720"/>
                </a:cubicBezTo>
                <a:cubicBezTo>
                  <a:pt x="3378" y="5720"/>
                  <a:pt x="3280" y="5622"/>
                  <a:pt x="3280" y="5500"/>
                </a:cubicBezTo>
                <a:cubicBezTo>
                  <a:pt x="3280" y="5378"/>
                  <a:pt x="3378" y="5280"/>
                  <a:pt x="3500" y="5280"/>
                </a:cubicBezTo>
                <a:cubicBezTo>
                  <a:pt x="3622" y="5280"/>
                  <a:pt x="3720" y="5378"/>
                  <a:pt x="3720" y="5500"/>
                </a:cubicBezTo>
                <a:close/>
                <a:moveTo>
                  <a:pt x="4720" y="5500"/>
                </a:moveTo>
                <a:cubicBezTo>
                  <a:pt x="4720" y="5622"/>
                  <a:pt x="4622" y="5720"/>
                  <a:pt x="4500" y="5720"/>
                </a:cubicBezTo>
                <a:cubicBezTo>
                  <a:pt x="4378" y="5720"/>
                  <a:pt x="4280" y="5622"/>
                  <a:pt x="4280" y="5500"/>
                </a:cubicBezTo>
                <a:cubicBezTo>
                  <a:pt x="4280" y="5378"/>
                  <a:pt x="4378" y="5280"/>
                  <a:pt x="4500" y="5280"/>
                </a:cubicBezTo>
                <a:cubicBezTo>
                  <a:pt x="4622" y="5280"/>
                  <a:pt x="4720" y="5378"/>
                  <a:pt x="4720" y="5500"/>
                </a:cubicBezTo>
                <a:close/>
                <a:moveTo>
                  <a:pt x="5720" y="5500"/>
                </a:moveTo>
                <a:cubicBezTo>
                  <a:pt x="5720" y="5622"/>
                  <a:pt x="5622" y="5720"/>
                  <a:pt x="5500" y="5720"/>
                </a:cubicBezTo>
                <a:cubicBezTo>
                  <a:pt x="5378" y="5720"/>
                  <a:pt x="5280" y="5622"/>
                  <a:pt x="5280" y="5500"/>
                </a:cubicBezTo>
                <a:cubicBezTo>
                  <a:pt x="5280" y="5378"/>
                  <a:pt x="5378" y="5280"/>
                  <a:pt x="5500" y="5280"/>
                </a:cubicBezTo>
                <a:cubicBezTo>
                  <a:pt x="5622" y="5280"/>
                  <a:pt x="5720" y="5378"/>
                  <a:pt x="5720" y="5500"/>
                </a:cubicBezTo>
                <a:close/>
                <a:moveTo>
                  <a:pt x="6720" y="5500"/>
                </a:moveTo>
                <a:cubicBezTo>
                  <a:pt x="6720" y="5622"/>
                  <a:pt x="6622" y="5720"/>
                  <a:pt x="6500" y="5720"/>
                </a:cubicBezTo>
                <a:cubicBezTo>
                  <a:pt x="6378" y="5720"/>
                  <a:pt x="6280" y="5622"/>
                  <a:pt x="6280" y="5500"/>
                </a:cubicBezTo>
                <a:cubicBezTo>
                  <a:pt x="6280" y="5378"/>
                  <a:pt x="6378" y="5280"/>
                  <a:pt x="6500" y="5280"/>
                </a:cubicBezTo>
                <a:cubicBezTo>
                  <a:pt x="6622" y="5280"/>
                  <a:pt x="6720" y="5378"/>
                  <a:pt x="6720" y="5500"/>
                </a:cubicBezTo>
                <a:close/>
                <a:moveTo>
                  <a:pt x="7720" y="5500"/>
                </a:moveTo>
                <a:cubicBezTo>
                  <a:pt x="7720" y="5622"/>
                  <a:pt x="7622" y="5720"/>
                  <a:pt x="7500" y="5720"/>
                </a:cubicBezTo>
                <a:cubicBezTo>
                  <a:pt x="7378" y="5720"/>
                  <a:pt x="7280" y="5622"/>
                  <a:pt x="7280" y="5500"/>
                </a:cubicBezTo>
                <a:cubicBezTo>
                  <a:pt x="7280" y="5378"/>
                  <a:pt x="7378" y="5280"/>
                  <a:pt x="7500" y="5280"/>
                </a:cubicBezTo>
                <a:cubicBezTo>
                  <a:pt x="7622" y="5280"/>
                  <a:pt x="7720" y="5378"/>
                  <a:pt x="7720" y="5500"/>
                </a:cubicBezTo>
                <a:close/>
                <a:moveTo>
                  <a:pt x="720" y="6500"/>
                </a:moveTo>
                <a:cubicBezTo>
                  <a:pt x="720" y="6622"/>
                  <a:pt x="622" y="6720"/>
                  <a:pt x="500" y="6720"/>
                </a:cubicBezTo>
                <a:cubicBezTo>
                  <a:pt x="378" y="6720"/>
                  <a:pt x="280" y="6622"/>
                  <a:pt x="280" y="6500"/>
                </a:cubicBezTo>
                <a:cubicBezTo>
                  <a:pt x="280" y="6378"/>
                  <a:pt x="378" y="6280"/>
                  <a:pt x="500" y="6280"/>
                </a:cubicBezTo>
                <a:cubicBezTo>
                  <a:pt x="622" y="6280"/>
                  <a:pt x="720" y="6378"/>
                  <a:pt x="720" y="6500"/>
                </a:cubicBezTo>
                <a:close/>
                <a:moveTo>
                  <a:pt x="1720" y="6500"/>
                </a:moveTo>
                <a:cubicBezTo>
                  <a:pt x="1720" y="6622"/>
                  <a:pt x="1622" y="6720"/>
                  <a:pt x="1500" y="6720"/>
                </a:cubicBezTo>
                <a:cubicBezTo>
                  <a:pt x="1378" y="6720"/>
                  <a:pt x="1280" y="6622"/>
                  <a:pt x="1280" y="6500"/>
                </a:cubicBezTo>
                <a:cubicBezTo>
                  <a:pt x="1280" y="6378"/>
                  <a:pt x="1378" y="6280"/>
                  <a:pt x="1500" y="6280"/>
                </a:cubicBezTo>
                <a:cubicBezTo>
                  <a:pt x="1622" y="6280"/>
                  <a:pt x="1720" y="6378"/>
                  <a:pt x="1720" y="6500"/>
                </a:cubicBezTo>
                <a:close/>
                <a:moveTo>
                  <a:pt x="2720" y="6500"/>
                </a:moveTo>
                <a:cubicBezTo>
                  <a:pt x="2720" y="6622"/>
                  <a:pt x="2622" y="6720"/>
                  <a:pt x="2500" y="6720"/>
                </a:cubicBezTo>
                <a:cubicBezTo>
                  <a:pt x="2378" y="6720"/>
                  <a:pt x="2280" y="6622"/>
                  <a:pt x="2280" y="6500"/>
                </a:cubicBezTo>
                <a:cubicBezTo>
                  <a:pt x="2280" y="6378"/>
                  <a:pt x="2378" y="6280"/>
                  <a:pt x="2500" y="6280"/>
                </a:cubicBezTo>
                <a:cubicBezTo>
                  <a:pt x="2622" y="6280"/>
                  <a:pt x="2720" y="6378"/>
                  <a:pt x="2720" y="6500"/>
                </a:cubicBezTo>
                <a:close/>
                <a:moveTo>
                  <a:pt x="3720" y="6500"/>
                </a:moveTo>
                <a:cubicBezTo>
                  <a:pt x="3720" y="6622"/>
                  <a:pt x="3622" y="6720"/>
                  <a:pt x="3500" y="6720"/>
                </a:cubicBezTo>
                <a:cubicBezTo>
                  <a:pt x="3378" y="6720"/>
                  <a:pt x="3280" y="6622"/>
                  <a:pt x="3280" y="6500"/>
                </a:cubicBezTo>
                <a:cubicBezTo>
                  <a:pt x="3280" y="6378"/>
                  <a:pt x="3378" y="6280"/>
                  <a:pt x="3500" y="6280"/>
                </a:cubicBezTo>
                <a:cubicBezTo>
                  <a:pt x="3622" y="6280"/>
                  <a:pt x="3720" y="6378"/>
                  <a:pt x="3720" y="6500"/>
                </a:cubicBezTo>
                <a:close/>
                <a:moveTo>
                  <a:pt x="4720" y="6500"/>
                </a:moveTo>
                <a:cubicBezTo>
                  <a:pt x="4720" y="6622"/>
                  <a:pt x="4622" y="6720"/>
                  <a:pt x="4500" y="6720"/>
                </a:cubicBezTo>
                <a:cubicBezTo>
                  <a:pt x="4378" y="6720"/>
                  <a:pt x="4280" y="6622"/>
                  <a:pt x="4280" y="6500"/>
                </a:cubicBezTo>
                <a:cubicBezTo>
                  <a:pt x="4280" y="6378"/>
                  <a:pt x="4378" y="6280"/>
                  <a:pt x="4500" y="6280"/>
                </a:cubicBezTo>
                <a:cubicBezTo>
                  <a:pt x="4622" y="6280"/>
                  <a:pt x="4720" y="6378"/>
                  <a:pt x="4720" y="6500"/>
                </a:cubicBezTo>
                <a:close/>
                <a:moveTo>
                  <a:pt x="5720" y="6500"/>
                </a:moveTo>
                <a:cubicBezTo>
                  <a:pt x="5720" y="6622"/>
                  <a:pt x="5622" y="6720"/>
                  <a:pt x="5500" y="6720"/>
                </a:cubicBezTo>
                <a:cubicBezTo>
                  <a:pt x="5378" y="6720"/>
                  <a:pt x="5280" y="6622"/>
                  <a:pt x="5280" y="6500"/>
                </a:cubicBezTo>
                <a:cubicBezTo>
                  <a:pt x="5280" y="6378"/>
                  <a:pt x="5378" y="6280"/>
                  <a:pt x="5500" y="6280"/>
                </a:cubicBezTo>
                <a:cubicBezTo>
                  <a:pt x="5622" y="6280"/>
                  <a:pt x="5720" y="6378"/>
                  <a:pt x="5720" y="6500"/>
                </a:cubicBezTo>
                <a:close/>
                <a:moveTo>
                  <a:pt x="6720" y="6500"/>
                </a:moveTo>
                <a:cubicBezTo>
                  <a:pt x="6720" y="6622"/>
                  <a:pt x="6622" y="6720"/>
                  <a:pt x="6500" y="6720"/>
                </a:cubicBezTo>
                <a:cubicBezTo>
                  <a:pt x="6378" y="6720"/>
                  <a:pt x="6280" y="6622"/>
                  <a:pt x="6280" y="6500"/>
                </a:cubicBezTo>
                <a:cubicBezTo>
                  <a:pt x="6280" y="6378"/>
                  <a:pt x="6378" y="6280"/>
                  <a:pt x="6500" y="6280"/>
                </a:cubicBezTo>
                <a:cubicBezTo>
                  <a:pt x="6622" y="6280"/>
                  <a:pt x="6720" y="6378"/>
                  <a:pt x="6720" y="6500"/>
                </a:cubicBezTo>
                <a:close/>
                <a:moveTo>
                  <a:pt x="7720" y="6500"/>
                </a:moveTo>
                <a:cubicBezTo>
                  <a:pt x="7720" y="6622"/>
                  <a:pt x="7622" y="6720"/>
                  <a:pt x="7500" y="6720"/>
                </a:cubicBezTo>
                <a:cubicBezTo>
                  <a:pt x="7378" y="6720"/>
                  <a:pt x="7280" y="6622"/>
                  <a:pt x="7280" y="6500"/>
                </a:cubicBezTo>
                <a:cubicBezTo>
                  <a:pt x="7280" y="6378"/>
                  <a:pt x="7378" y="6280"/>
                  <a:pt x="7500" y="6280"/>
                </a:cubicBezTo>
                <a:cubicBezTo>
                  <a:pt x="7622" y="6280"/>
                  <a:pt x="7720" y="6378"/>
                  <a:pt x="7720" y="6500"/>
                </a:cubicBezTo>
                <a:close/>
                <a:moveTo>
                  <a:pt x="720" y="7500"/>
                </a:moveTo>
                <a:cubicBezTo>
                  <a:pt x="720" y="7622"/>
                  <a:pt x="622" y="7720"/>
                  <a:pt x="500" y="7720"/>
                </a:cubicBezTo>
                <a:cubicBezTo>
                  <a:pt x="378" y="7720"/>
                  <a:pt x="280" y="7622"/>
                  <a:pt x="280" y="7500"/>
                </a:cubicBezTo>
                <a:cubicBezTo>
                  <a:pt x="280" y="7378"/>
                  <a:pt x="378" y="7280"/>
                  <a:pt x="500" y="7280"/>
                </a:cubicBezTo>
                <a:cubicBezTo>
                  <a:pt x="622" y="7280"/>
                  <a:pt x="720" y="7378"/>
                  <a:pt x="720" y="7500"/>
                </a:cubicBezTo>
                <a:close/>
                <a:moveTo>
                  <a:pt x="1720" y="7500"/>
                </a:moveTo>
                <a:cubicBezTo>
                  <a:pt x="1720" y="7622"/>
                  <a:pt x="1622" y="7720"/>
                  <a:pt x="1500" y="7720"/>
                </a:cubicBezTo>
                <a:cubicBezTo>
                  <a:pt x="1378" y="7720"/>
                  <a:pt x="1280" y="7622"/>
                  <a:pt x="1280" y="7500"/>
                </a:cubicBezTo>
                <a:cubicBezTo>
                  <a:pt x="1280" y="7378"/>
                  <a:pt x="1378" y="7280"/>
                  <a:pt x="1500" y="7280"/>
                </a:cubicBezTo>
                <a:cubicBezTo>
                  <a:pt x="1622" y="7280"/>
                  <a:pt x="1720" y="7378"/>
                  <a:pt x="1720" y="7500"/>
                </a:cubicBezTo>
                <a:close/>
                <a:moveTo>
                  <a:pt x="2720" y="7500"/>
                </a:moveTo>
                <a:cubicBezTo>
                  <a:pt x="2720" y="7622"/>
                  <a:pt x="2622" y="7720"/>
                  <a:pt x="2500" y="7720"/>
                </a:cubicBezTo>
                <a:cubicBezTo>
                  <a:pt x="2378" y="7720"/>
                  <a:pt x="2280" y="7622"/>
                  <a:pt x="2280" y="7500"/>
                </a:cubicBezTo>
                <a:cubicBezTo>
                  <a:pt x="2280" y="7378"/>
                  <a:pt x="2378" y="7280"/>
                  <a:pt x="2500" y="7280"/>
                </a:cubicBezTo>
                <a:cubicBezTo>
                  <a:pt x="2622" y="7280"/>
                  <a:pt x="2720" y="7378"/>
                  <a:pt x="2720" y="7500"/>
                </a:cubicBezTo>
                <a:close/>
                <a:moveTo>
                  <a:pt x="3720" y="7500"/>
                </a:moveTo>
                <a:cubicBezTo>
                  <a:pt x="3720" y="7622"/>
                  <a:pt x="3622" y="7720"/>
                  <a:pt x="3500" y="7720"/>
                </a:cubicBezTo>
                <a:cubicBezTo>
                  <a:pt x="3378" y="7720"/>
                  <a:pt x="3280" y="7622"/>
                  <a:pt x="3280" y="7500"/>
                </a:cubicBezTo>
                <a:cubicBezTo>
                  <a:pt x="3280" y="7378"/>
                  <a:pt x="3378" y="7280"/>
                  <a:pt x="3500" y="7280"/>
                </a:cubicBezTo>
                <a:cubicBezTo>
                  <a:pt x="3622" y="7280"/>
                  <a:pt x="3720" y="7378"/>
                  <a:pt x="3720" y="7500"/>
                </a:cubicBezTo>
                <a:close/>
                <a:moveTo>
                  <a:pt x="4720" y="7500"/>
                </a:moveTo>
                <a:cubicBezTo>
                  <a:pt x="4720" y="7622"/>
                  <a:pt x="4622" y="7720"/>
                  <a:pt x="4500" y="7720"/>
                </a:cubicBezTo>
                <a:cubicBezTo>
                  <a:pt x="4378" y="7720"/>
                  <a:pt x="4280" y="7622"/>
                  <a:pt x="4280" y="7500"/>
                </a:cubicBezTo>
                <a:cubicBezTo>
                  <a:pt x="4280" y="7378"/>
                  <a:pt x="4378" y="7280"/>
                  <a:pt x="4500" y="7280"/>
                </a:cubicBezTo>
                <a:cubicBezTo>
                  <a:pt x="4622" y="7280"/>
                  <a:pt x="4720" y="7378"/>
                  <a:pt x="4720" y="7500"/>
                </a:cubicBezTo>
                <a:close/>
                <a:moveTo>
                  <a:pt x="5720" y="7500"/>
                </a:moveTo>
                <a:cubicBezTo>
                  <a:pt x="5720" y="7622"/>
                  <a:pt x="5622" y="7720"/>
                  <a:pt x="5500" y="7720"/>
                </a:cubicBezTo>
                <a:cubicBezTo>
                  <a:pt x="5378" y="7720"/>
                  <a:pt x="5280" y="7622"/>
                  <a:pt x="5280" y="7500"/>
                </a:cubicBezTo>
                <a:cubicBezTo>
                  <a:pt x="5280" y="7378"/>
                  <a:pt x="5378" y="7280"/>
                  <a:pt x="5500" y="7280"/>
                </a:cubicBezTo>
                <a:cubicBezTo>
                  <a:pt x="5622" y="7280"/>
                  <a:pt x="5720" y="7378"/>
                  <a:pt x="5720" y="7500"/>
                </a:cubicBezTo>
                <a:close/>
                <a:moveTo>
                  <a:pt x="6720" y="7500"/>
                </a:moveTo>
                <a:cubicBezTo>
                  <a:pt x="6720" y="7622"/>
                  <a:pt x="6622" y="7720"/>
                  <a:pt x="6500" y="7720"/>
                </a:cubicBezTo>
                <a:cubicBezTo>
                  <a:pt x="6378" y="7720"/>
                  <a:pt x="6280" y="7622"/>
                  <a:pt x="6280" y="7500"/>
                </a:cubicBezTo>
                <a:cubicBezTo>
                  <a:pt x="6280" y="7378"/>
                  <a:pt x="6378" y="7280"/>
                  <a:pt x="6500" y="7280"/>
                </a:cubicBezTo>
                <a:cubicBezTo>
                  <a:pt x="6622" y="7280"/>
                  <a:pt x="6720" y="7378"/>
                  <a:pt x="6720" y="7500"/>
                </a:cubicBezTo>
                <a:close/>
                <a:moveTo>
                  <a:pt x="7720" y="7500"/>
                </a:moveTo>
                <a:cubicBezTo>
                  <a:pt x="7720" y="7622"/>
                  <a:pt x="7622" y="7720"/>
                  <a:pt x="7500" y="7720"/>
                </a:cubicBezTo>
                <a:cubicBezTo>
                  <a:pt x="7378" y="7720"/>
                  <a:pt x="7280" y="7622"/>
                  <a:pt x="7280" y="7500"/>
                </a:cubicBezTo>
                <a:cubicBezTo>
                  <a:pt x="7280" y="7378"/>
                  <a:pt x="7378" y="7280"/>
                  <a:pt x="7500" y="7280"/>
                </a:cubicBezTo>
                <a:cubicBezTo>
                  <a:pt x="7622" y="7280"/>
                  <a:pt x="7720" y="7378"/>
                  <a:pt x="7720" y="7500"/>
                </a:cubicBezTo>
                <a:close/>
                <a:moveTo>
                  <a:pt x="720" y="8500"/>
                </a:moveTo>
                <a:cubicBezTo>
                  <a:pt x="720" y="8622"/>
                  <a:pt x="622" y="8720"/>
                  <a:pt x="500" y="8720"/>
                </a:cubicBezTo>
                <a:cubicBezTo>
                  <a:pt x="378" y="8720"/>
                  <a:pt x="280" y="8622"/>
                  <a:pt x="280" y="8500"/>
                </a:cubicBezTo>
                <a:cubicBezTo>
                  <a:pt x="280" y="8378"/>
                  <a:pt x="378" y="8280"/>
                  <a:pt x="500" y="8280"/>
                </a:cubicBezTo>
                <a:cubicBezTo>
                  <a:pt x="622" y="8280"/>
                  <a:pt x="720" y="8378"/>
                  <a:pt x="720" y="8500"/>
                </a:cubicBezTo>
                <a:close/>
                <a:moveTo>
                  <a:pt x="1720" y="8500"/>
                </a:moveTo>
                <a:cubicBezTo>
                  <a:pt x="1720" y="8622"/>
                  <a:pt x="1622" y="8720"/>
                  <a:pt x="1500" y="8720"/>
                </a:cubicBezTo>
                <a:cubicBezTo>
                  <a:pt x="1378" y="8720"/>
                  <a:pt x="1280" y="8622"/>
                  <a:pt x="1280" y="8500"/>
                </a:cubicBezTo>
                <a:cubicBezTo>
                  <a:pt x="1280" y="8378"/>
                  <a:pt x="1378" y="8280"/>
                  <a:pt x="1500" y="8280"/>
                </a:cubicBezTo>
                <a:cubicBezTo>
                  <a:pt x="1622" y="8280"/>
                  <a:pt x="1720" y="8378"/>
                  <a:pt x="1720" y="8500"/>
                </a:cubicBezTo>
                <a:close/>
                <a:moveTo>
                  <a:pt x="2720" y="8500"/>
                </a:moveTo>
                <a:cubicBezTo>
                  <a:pt x="2720" y="8622"/>
                  <a:pt x="2622" y="8720"/>
                  <a:pt x="2500" y="8720"/>
                </a:cubicBezTo>
                <a:cubicBezTo>
                  <a:pt x="2378" y="8720"/>
                  <a:pt x="2280" y="8622"/>
                  <a:pt x="2280" y="8500"/>
                </a:cubicBezTo>
                <a:cubicBezTo>
                  <a:pt x="2280" y="8378"/>
                  <a:pt x="2378" y="8280"/>
                  <a:pt x="2500" y="8280"/>
                </a:cubicBezTo>
                <a:cubicBezTo>
                  <a:pt x="2622" y="8280"/>
                  <a:pt x="2720" y="8378"/>
                  <a:pt x="2720" y="8500"/>
                </a:cubicBezTo>
                <a:close/>
                <a:moveTo>
                  <a:pt x="3720" y="8500"/>
                </a:moveTo>
                <a:cubicBezTo>
                  <a:pt x="3720" y="8622"/>
                  <a:pt x="3622" y="8720"/>
                  <a:pt x="3500" y="8720"/>
                </a:cubicBezTo>
                <a:cubicBezTo>
                  <a:pt x="3378" y="8720"/>
                  <a:pt x="3280" y="8622"/>
                  <a:pt x="3280" y="8500"/>
                </a:cubicBezTo>
                <a:cubicBezTo>
                  <a:pt x="3280" y="8378"/>
                  <a:pt x="3378" y="8280"/>
                  <a:pt x="3500" y="8280"/>
                </a:cubicBezTo>
                <a:cubicBezTo>
                  <a:pt x="3622" y="8280"/>
                  <a:pt x="3720" y="8378"/>
                  <a:pt x="3720" y="8500"/>
                </a:cubicBezTo>
                <a:close/>
                <a:moveTo>
                  <a:pt x="4720" y="8500"/>
                </a:moveTo>
                <a:cubicBezTo>
                  <a:pt x="4720" y="8622"/>
                  <a:pt x="4622" y="8720"/>
                  <a:pt x="4500" y="8720"/>
                </a:cubicBezTo>
                <a:cubicBezTo>
                  <a:pt x="4378" y="8720"/>
                  <a:pt x="4280" y="8622"/>
                  <a:pt x="4280" y="8500"/>
                </a:cubicBezTo>
                <a:cubicBezTo>
                  <a:pt x="4280" y="8378"/>
                  <a:pt x="4378" y="8280"/>
                  <a:pt x="4500" y="8280"/>
                </a:cubicBezTo>
                <a:cubicBezTo>
                  <a:pt x="4622" y="8280"/>
                  <a:pt x="4720" y="8378"/>
                  <a:pt x="4720" y="8500"/>
                </a:cubicBezTo>
                <a:close/>
                <a:moveTo>
                  <a:pt x="5720" y="8500"/>
                </a:moveTo>
                <a:cubicBezTo>
                  <a:pt x="5720" y="8622"/>
                  <a:pt x="5622" y="8720"/>
                  <a:pt x="5500" y="8720"/>
                </a:cubicBezTo>
                <a:cubicBezTo>
                  <a:pt x="5378" y="8720"/>
                  <a:pt x="5280" y="8622"/>
                  <a:pt x="5280" y="8500"/>
                </a:cubicBezTo>
                <a:cubicBezTo>
                  <a:pt x="5280" y="8378"/>
                  <a:pt x="5378" y="8280"/>
                  <a:pt x="5500" y="8280"/>
                </a:cubicBezTo>
                <a:cubicBezTo>
                  <a:pt x="5622" y="8280"/>
                  <a:pt x="5720" y="8378"/>
                  <a:pt x="5720" y="8500"/>
                </a:cubicBezTo>
                <a:close/>
                <a:moveTo>
                  <a:pt x="6720" y="8500"/>
                </a:moveTo>
                <a:cubicBezTo>
                  <a:pt x="6720" y="8622"/>
                  <a:pt x="6622" y="8720"/>
                  <a:pt x="6500" y="8720"/>
                </a:cubicBezTo>
                <a:cubicBezTo>
                  <a:pt x="6378" y="8720"/>
                  <a:pt x="6280" y="8622"/>
                  <a:pt x="6280" y="8500"/>
                </a:cubicBezTo>
                <a:cubicBezTo>
                  <a:pt x="6280" y="8378"/>
                  <a:pt x="6378" y="8280"/>
                  <a:pt x="6500" y="8280"/>
                </a:cubicBezTo>
                <a:cubicBezTo>
                  <a:pt x="6622" y="8280"/>
                  <a:pt x="6720" y="8378"/>
                  <a:pt x="6720" y="8500"/>
                </a:cubicBezTo>
                <a:close/>
                <a:moveTo>
                  <a:pt x="7720" y="8500"/>
                </a:moveTo>
                <a:cubicBezTo>
                  <a:pt x="7720" y="8622"/>
                  <a:pt x="7622" y="8720"/>
                  <a:pt x="7500" y="8720"/>
                </a:cubicBezTo>
                <a:cubicBezTo>
                  <a:pt x="7378" y="8720"/>
                  <a:pt x="7280" y="8622"/>
                  <a:pt x="7280" y="8500"/>
                </a:cubicBezTo>
                <a:cubicBezTo>
                  <a:pt x="7280" y="8378"/>
                  <a:pt x="7378" y="8280"/>
                  <a:pt x="7500" y="8280"/>
                </a:cubicBezTo>
                <a:cubicBezTo>
                  <a:pt x="7622" y="8280"/>
                  <a:pt x="7720" y="8378"/>
                  <a:pt x="7720" y="8500"/>
                </a:cubicBezTo>
                <a:close/>
                <a:moveTo>
                  <a:pt x="720" y="9500"/>
                </a:moveTo>
                <a:cubicBezTo>
                  <a:pt x="720" y="9622"/>
                  <a:pt x="622" y="9720"/>
                  <a:pt x="500" y="9720"/>
                </a:cubicBezTo>
                <a:cubicBezTo>
                  <a:pt x="378" y="9720"/>
                  <a:pt x="280" y="9622"/>
                  <a:pt x="280" y="9500"/>
                </a:cubicBezTo>
                <a:cubicBezTo>
                  <a:pt x="280" y="9378"/>
                  <a:pt x="378" y="9280"/>
                  <a:pt x="500" y="9280"/>
                </a:cubicBezTo>
                <a:cubicBezTo>
                  <a:pt x="622" y="9280"/>
                  <a:pt x="720" y="9378"/>
                  <a:pt x="720" y="9500"/>
                </a:cubicBezTo>
                <a:close/>
                <a:moveTo>
                  <a:pt x="1720" y="9500"/>
                </a:moveTo>
                <a:cubicBezTo>
                  <a:pt x="1720" y="9622"/>
                  <a:pt x="1622" y="9720"/>
                  <a:pt x="1500" y="9720"/>
                </a:cubicBezTo>
                <a:cubicBezTo>
                  <a:pt x="1378" y="9720"/>
                  <a:pt x="1280" y="9622"/>
                  <a:pt x="1280" y="9500"/>
                </a:cubicBezTo>
                <a:cubicBezTo>
                  <a:pt x="1280" y="9378"/>
                  <a:pt x="1378" y="9280"/>
                  <a:pt x="1500" y="9280"/>
                </a:cubicBezTo>
                <a:cubicBezTo>
                  <a:pt x="1622" y="9280"/>
                  <a:pt x="1720" y="9378"/>
                  <a:pt x="1720" y="9500"/>
                </a:cubicBezTo>
                <a:close/>
                <a:moveTo>
                  <a:pt x="2720" y="9500"/>
                </a:moveTo>
                <a:cubicBezTo>
                  <a:pt x="2720" y="9622"/>
                  <a:pt x="2622" y="9720"/>
                  <a:pt x="2500" y="9720"/>
                </a:cubicBezTo>
                <a:cubicBezTo>
                  <a:pt x="2378" y="9720"/>
                  <a:pt x="2280" y="9622"/>
                  <a:pt x="2280" y="9500"/>
                </a:cubicBezTo>
                <a:cubicBezTo>
                  <a:pt x="2280" y="9378"/>
                  <a:pt x="2378" y="9280"/>
                  <a:pt x="2500" y="9280"/>
                </a:cubicBezTo>
                <a:cubicBezTo>
                  <a:pt x="2622" y="9280"/>
                  <a:pt x="2720" y="9378"/>
                  <a:pt x="2720" y="9500"/>
                </a:cubicBezTo>
                <a:close/>
                <a:moveTo>
                  <a:pt x="3720" y="9500"/>
                </a:moveTo>
                <a:cubicBezTo>
                  <a:pt x="3720" y="9622"/>
                  <a:pt x="3622" y="9720"/>
                  <a:pt x="3500" y="9720"/>
                </a:cubicBezTo>
                <a:cubicBezTo>
                  <a:pt x="3378" y="9720"/>
                  <a:pt x="3280" y="9622"/>
                  <a:pt x="3280" y="9500"/>
                </a:cubicBezTo>
                <a:cubicBezTo>
                  <a:pt x="3280" y="9378"/>
                  <a:pt x="3378" y="9280"/>
                  <a:pt x="3500" y="9280"/>
                </a:cubicBezTo>
                <a:cubicBezTo>
                  <a:pt x="3622" y="9280"/>
                  <a:pt x="3720" y="9378"/>
                  <a:pt x="3720" y="9500"/>
                </a:cubicBezTo>
                <a:close/>
                <a:moveTo>
                  <a:pt x="4720" y="9500"/>
                </a:moveTo>
                <a:cubicBezTo>
                  <a:pt x="4720" y="9622"/>
                  <a:pt x="4622" y="9720"/>
                  <a:pt x="4500" y="9720"/>
                </a:cubicBezTo>
                <a:cubicBezTo>
                  <a:pt x="4378" y="9720"/>
                  <a:pt x="4280" y="9622"/>
                  <a:pt x="4280" y="9500"/>
                </a:cubicBezTo>
                <a:cubicBezTo>
                  <a:pt x="4280" y="9378"/>
                  <a:pt x="4378" y="9280"/>
                  <a:pt x="4500" y="9280"/>
                </a:cubicBezTo>
                <a:cubicBezTo>
                  <a:pt x="4622" y="9280"/>
                  <a:pt x="4720" y="9378"/>
                  <a:pt x="4720" y="9500"/>
                </a:cubicBezTo>
                <a:close/>
                <a:moveTo>
                  <a:pt x="5720" y="9500"/>
                </a:moveTo>
                <a:cubicBezTo>
                  <a:pt x="5720" y="9622"/>
                  <a:pt x="5622" y="9720"/>
                  <a:pt x="5500" y="9720"/>
                </a:cubicBezTo>
                <a:cubicBezTo>
                  <a:pt x="5378" y="9720"/>
                  <a:pt x="5280" y="9622"/>
                  <a:pt x="5280" y="9500"/>
                </a:cubicBezTo>
                <a:cubicBezTo>
                  <a:pt x="5280" y="9378"/>
                  <a:pt x="5378" y="9280"/>
                  <a:pt x="5500" y="9280"/>
                </a:cubicBezTo>
                <a:cubicBezTo>
                  <a:pt x="5622" y="9280"/>
                  <a:pt x="5720" y="9378"/>
                  <a:pt x="5720" y="9500"/>
                </a:cubicBezTo>
                <a:close/>
                <a:moveTo>
                  <a:pt x="6720" y="9500"/>
                </a:moveTo>
                <a:cubicBezTo>
                  <a:pt x="6720" y="9622"/>
                  <a:pt x="6622" y="9720"/>
                  <a:pt x="6500" y="9720"/>
                </a:cubicBezTo>
                <a:cubicBezTo>
                  <a:pt x="6378" y="9720"/>
                  <a:pt x="6280" y="9622"/>
                  <a:pt x="6280" y="9500"/>
                </a:cubicBezTo>
                <a:cubicBezTo>
                  <a:pt x="6280" y="9378"/>
                  <a:pt x="6378" y="9280"/>
                  <a:pt x="6500" y="9280"/>
                </a:cubicBezTo>
                <a:cubicBezTo>
                  <a:pt x="6622" y="9280"/>
                  <a:pt x="6720" y="9378"/>
                  <a:pt x="6720" y="9500"/>
                </a:cubicBezTo>
                <a:close/>
                <a:moveTo>
                  <a:pt x="7720" y="9500"/>
                </a:moveTo>
                <a:cubicBezTo>
                  <a:pt x="7720" y="9622"/>
                  <a:pt x="7622" y="9720"/>
                  <a:pt x="7500" y="9720"/>
                </a:cubicBezTo>
                <a:cubicBezTo>
                  <a:pt x="7378" y="9720"/>
                  <a:pt x="7280" y="9622"/>
                  <a:pt x="7280" y="9500"/>
                </a:cubicBezTo>
                <a:cubicBezTo>
                  <a:pt x="7280" y="9378"/>
                  <a:pt x="7378" y="9280"/>
                  <a:pt x="7500" y="9280"/>
                </a:cubicBezTo>
                <a:cubicBezTo>
                  <a:pt x="7622" y="9280"/>
                  <a:pt x="7720" y="9378"/>
                  <a:pt x="7720" y="9500"/>
                </a:cubicBezTo>
                <a:close/>
                <a:moveTo>
                  <a:pt x="720" y="10500"/>
                </a:moveTo>
                <a:cubicBezTo>
                  <a:pt x="720" y="10622"/>
                  <a:pt x="622" y="10720"/>
                  <a:pt x="500" y="10720"/>
                </a:cubicBezTo>
                <a:cubicBezTo>
                  <a:pt x="378" y="10720"/>
                  <a:pt x="280" y="10622"/>
                  <a:pt x="280" y="10500"/>
                </a:cubicBezTo>
                <a:cubicBezTo>
                  <a:pt x="280" y="10378"/>
                  <a:pt x="378" y="10280"/>
                  <a:pt x="500" y="10280"/>
                </a:cubicBezTo>
                <a:cubicBezTo>
                  <a:pt x="622" y="10280"/>
                  <a:pt x="720" y="10378"/>
                  <a:pt x="720" y="10500"/>
                </a:cubicBezTo>
                <a:close/>
                <a:moveTo>
                  <a:pt x="1720" y="10500"/>
                </a:moveTo>
                <a:cubicBezTo>
                  <a:pt x="1720" y="10622"/>
                  <a:pt x="1622" y="10720"/>
                  <a:pt x="1500" y="10720"/>
                </a:cubicBezTo>
                <a:cubicBezTo>
                  <a:pt x="1378" y="10720"/>
                  <a:pt x="1280" y="10622"/>
                  <a:pt x="1280" y="10500"/>
                </a:cubicBezTo>
                <a:cubicBezTo>
                  <a:pt x="1280" y="10378"/>
                  <a:pt x="1378" y="10280"/>
                  <a:pt x="1500" y="10280"/>
                </a:cubicBezTo>
                <a:cubicBezTo>
                  <a:pt x="1622" y="10280"/>
                  <a:pt x="1720" y="10378"/>
                  <a:pt x="1720" y="10500"/>
                </a:cubicBezTo>
                <a:close/>
                <a:moveTo>
                  <a:pt x="2720" y="10500"/>
                </a:moveTo>
                <a:cubicBezTo>
                  <a:pt x="2720" y="10622"/>
                  <a:pt x="2622" y="10720"/>
                  <a:pt x="2500" y="10720"/>
                </a:cubicBezTo>
                <a:cubicBezTo>
                  <a:pt x="2378" y="10720"/>
                  <a:pt x="2280" y="10622"/>
                  <a:pt x="2280" y="10500"/>
                </a:cubicBezTo>
                <a:cubicBezTo>
                  <a:pt x="2280" y="10378"/>
                  <a:pt x="2378" y="10280"/>
                  <a:pt x="2500" y="10280"/>
                </a:cubicBezTo>
                <a:cubicBezTo>
                  <a:pt x="2622" y="10280"/>
                  <a:pt x="2720" y="10378"/>
                  <a:pt x="2720" y="10500"/>
                </a:cubicBezTo>
                <a:close/>
                <a:moveTo>
                  <a:pt x="3720" y="10500"/>
                </a:moveTo>
                <a:cubicBezTo>
                  <a:pt x="3720" y="10622"/>
                  <a:pt x="3622" y="10720"/>
                  <a:pt x="3500" y="10720"/>
                </a:cubicBezTo>
                <a:cubicBezTo>
                  <a:pt x="3378" y="10720"/>
                  <a:pt x="3280" y="10622"/>
                  <a:pt x="3280" y="10500"/>
                </a:cubicBezTo>
                <a:cubicBezTo>
                  <a:pt x="3280" y="10378"/>
                  <a:pt x="3378" y="10280"/>
                  <a:pt x="3500" y="10280"/>
                </a:cubicBezTo>
                <a:cubicBezTo>
                  <a:pt x="3622" y="10280"/>
                  <a:pt x="3720" y="10378"/>
                  <a:pt x="3720" y="10500"/>
                </a:cubicBezTo>
                <a:close/>
                <a:moveTo>
                  <a:pt x="4720" y="10500"/>
                </a:moveTo>
                <a:cubicBezTo>
                  <a:pt x="4720" y="10622"/>
                  <a:pt x="4622" y="10720"/>
                  <a:pt x="4500" y="10720"/>
                </a:cubicBezTo>
                <a:cubicBezTo>
                  <a:pt x="4378" y="10720"/>
                  <a:pt x="4280" y="10622"/>
                  <a:pt x="4280" y="10500"/>
                </a:cubicBezTo>
                <a:cubicBezTo>
                  <a:pt x="4280" y="10378"/>
                  <a:pt x="4378" y="10280"/>
                  <a:pt x="4500" y="10280"/>
                </a:cubicBezTo>
                <a:cubicBezTo>
                  <a:pt x="4622" y="10280"/>
                  <a:pt x="4720" y="10378"/>
                  <a:pt x="4720" y="10500"/>
                </a:cubicBezTo>
                <a:close/>
                <a:moveTo>
                  <a:pt x="5720" y="10500"/>
                </a:moveTo>
                <a:cubicBezTo>
                  <a:pt x="5720" y="10622"/>
                  <a:pt x="5622" y="10720"/>
                  <a:pt x="5500" y="10720"/>
                </a:cubicBezTo>
                <a:cubicBezTo>
                  <a:pt x="5378" y="10720"/>
                  <a:pt x="5280" y="10622"/>
                  <a:pt x="5280" y="10500"/>
                </a:cubicBezTo>
                <a:cubicBezTo>
                  <a:pt x="5280" y="10378"/>
                  <a:pt x="5378" y="10280"/>
                  <a:pt x="5500" y="10280"/>
                </a:cubicBezTo>
                <a:cubicBezTo>
                  <a:pt x="5622" y="10280"/>
                  <a:pt x="5720" y="10378"/>
                  <a:pt x="5720" y="10500"/>
                </a:cubicBezTo>
                <a:close/>
                <a:moveTo>
                  <a:pt x="6720" y="10500"/>
                </a:moveTo>
                <a:cubicBezTo>
                  <a:pt x="6720" y="10622"/>
                  <a:pt x="6622" y="10720"/>
                  <a:pt x="6500" y="10720"/>
                </a:cubicBezTo>
                <a:cubicBezTo>
                  <a:pt x="6378" y="10720"/>
                  <a:pt x="6280" y="10622"/>
                  <a:pt x="6280" y="10500"/>
                </a:cubicBezTo>
                <a:cubicBezTo>
                  <a:pt x="6280" y="10378"/>
                  <a:pt x="6378" y="10280"/>
                  <a:pt x="6500" y="10280"/>
                </a:cubicBezTo>
                <a:cubicBezTo>
                  <a:pt x="6622" y="10280"/>
                  <a:pt x="6720" y="10378"/>
                  <a:pt x="6720" y="10500"/>
                </a:cubicBezTo>
                <a:close/>
                <a:moveTo>
                  <a:pt x="7720" y="10500"/>
                </a:moveTo>
                <a:cubicBezTo>
                  <a:pt x="7720" y="10622"/>
                  <a:pt x="7622" y="10720"/>
                  <a:pt x="7500" y="10720"/>
                </a:cubicBezTo>
                <a:cubicBezTo>
                  <a:pt x="7378" y="10720"/>
                  <a:pt x="7280" y="10622"/>
                  <a:pt x="7280" y="10500"/>
                </a:cubicBezTo>
                <a:cubicBezTo>
                  <a:pt x="7280" y="10378"/>
                  <a:pt x="7378" y="10280"/>
                  <a:pt x="7500" y="10280"/>
                </a:cubicBezTo>
                <a:cubicBezTo>
                  <a:pt x="7622" y="10280"/>
                  <a:pt x="7720" y="10378"/>
                  <a:pt x="7720" y="10500"/>
                </a:cubicBezTo>
                <a:close/>
                <a:moveTo>
                  <a:pt x="720" y="11500"/>
                </a:moveTo>
                <a:cubicBezTo>
                  <a:pt x="720" y="11622"/>
                  <a:pt x="622" y="11720"/>
                  <a:pt x="500" y="11720"/>
                </a:cubicBezTo>
                <a:cubicBezTo>
                  <a:pt x="378" y="11720"/>
                  <a:pt x="280" y="11622"/>
                  <a:pt x="280" y="11500"/>
                </a:cubicBezTo>
                <a:cubicBezTo>
                  <a:pt x="280" y="11378"/>
                  <a:pt x="378" y="11280"/>
                  <a:pt x="500" y="11280"/>
                </a:cubicBezTo>
                <a:cubicBezTo>
                  <a:pt x="622" y="11280"/>
                  <a:pt x="720" y="11378"/>
                  <a:pt x="720" y="11500"/>
                </a:cubicBezTo>
                <a:close/>
                <a:moveTo>
                  <a:pt x="1720" y="11500"/>
                </a:moveTo>
                <a:cubicBezTo>
                  <a:pt x="1720" y="11622"/>
                  <a:pt x="1622" y="11720"/>
                  <a:pt x="1500" y="11720"/>
                </a:cubicBezTo>
                <a:cubicBezTo>
                  <a:pt x="1378" y="11720"/>
                  <a:pt x="1280" y="11622"/>
                  <a:pt x="1280" y="11500"/>
                </a:cubicBezTo>
                <a:cubicBezTo>
                  <a:pt x="1280" y="11378"/>
                  <a:pt x="1378" y="11280"/>
                  <a:pt x="1500" y="11280"/>
                </a:cubicBezTo>
                <a:cubicBezTo>
                  <a:pt x="1622" y="11280"/>
                  <a:pt x="1720" y="11378"/>
                  <a:pt x="1720" y="11500"/>
                </a:cubicBezTo>
                <a:close/>
                <a:moveTo>
                  <a:pt x="2720" y="11500"/>
                </a:moveTo>
                <a:cubicBezTo>
                  <a:pt x="2720" y="11622"/>
                  <a:pt x="2622" y="11720"/>
                  <a:pt x="2500" y="11720"/>
                </a:cubicBezTo>
                <a:cubicBezTo>
                  <a:pt x="2378" y="11720"/>
                  <a:pt x="2280" y="11622"/>
                  <a:pt x="2280" y="11500"/>
                </a:cubicBezTo>
                <a:cubicBezTo>
                  <a:pt x="2280" y="11378"/>
                  <a:pt x="2378" y="11280"/>
                  <a:pt x="2500" y="11280"/>
                </a:cubicBezTo>
                <a:cubicBezTo>
                  <a:pt x="2622" y="11280"/>
                  <a:pt x="2720" y="11378"/>
                  <a:pt x="2720" y="11500"/>
                </a:cubicBezTo>
                <a:close/>
                <a:moveTo>
                  <a:pt x="3720" y="11500"/>
                </a:moveTo>
                <a:cubicBezTo>
                  <a:pt x="3720" y="11622"/>
                  <a:pt x="3622" y="11720"/>
                  <a:pt x="3500" y="11720"/>
                </a:cubicBezTo>
                <a:cubicBezTo>
                  <a:pt x="3378" y="11720"/>
                  <a:pt x="3280" y="11622"/>
                  <a:pt x="3280" y="11500"/>
                </a:cubicBezTo>
                <a:cubicBezTo>
                  <a:pt x="3280" y="11378"/>
                  <a:pt x="3378" y="11280"/>
                  <a:pt x="3500" y="11280"/>
                </a:cubicBezTo>
                <a:cubicBezTo>
                  <a:pt x="3622" y="11280"/>
                  <a:pt x="3720" y="11378"/>
                  <a:pt x="3720" y="11500"/>
                </a:cubicBezTo>
                <a:close/>
                <a:moveTo>
                  <a:pt x="4720" y="11500"/>
                </a:moveTo>
                <a:cubicBezTo>
                  <a:pt x="4720" y="11622"/>
                  <a:pt x="4622" y="11720"/>
                  <a:pt x="4500" y="11720"/>
                </a:cubicBezTo>
                <a:cubicBezTo>
                  <a:pt x="4378" y="11720"/>
                  <a:pt x="4280" y="11622"/>
                  <a:pt x="4280" y="11500"/>
                </a:cubicBezTo>
                <a:cubicBezTo>
                  <a:pt x="4280" y="11378"/>
                  <a:pt x="4378" y="11280"/>
                  <a:pt x="4500" y="11280"/>
                </a:cubicBezTo>
                <a:cubicBezTo>
                  <a:pt x="4622" y="11280"/>
                  <a:pt x="4720" y="11378"/>
                  <a:pt x="4720" y="11500"/>
                </a:cubicBezTo>
                <a:close/>
                <a:moveTo>
                  <a:pt x="5720" y="11500"/>
                </a:moveTo>
                <a:cubicBezTo>
                  <a:pt x="5720" y="11622"/>
                  <a:pt x="5622" y="11720"/>
                  <a:pt x="5500" y="11720"/>
                </a:cubicBezTo>
                <a:cubicBezTo>
                  <a:pt x="5378" y="11720"/>
                  <a:pt x="5280" y="11622"/>
                  <a:pt x="5280" y="11500"/>
                </a:cubicBezTo>
                <a:cubicBezTo>
                  <a:pt x="5280" y="11378"/>
                  <a:pt x="5378" y="11280"/>
                  <a:pt x="5500" y="11280"/>
                </a:cubicBezTo>
                <a:cubicBezTo>
                  <a:pt x="5622" y="11280"/>
                  <a:pt x="5720" y="11378"/>
                  <a:pt x="5720" y="11500"/>
                </a:cubicBezTo>
                <a:close/>
                <a:moveTo>
                  <a:pt x="6720" y="11500"/>
                </a:moveTo>
                <a:cubicBezTo>
                  <a:pt x="6720" y="11622"/>
                  <a:pt x="6622" y="11720"/>
                  <a:pt x="6500" y="11720"/>
                </a:cubicBezTo>
                <a:cubicBezTo>
                  <a:pt x="6378" y="11720"/>
                  <a:pt x="6280" y="11622"/>
                  <a:pt x="6280" y="11500"/>
                </a:cubicBezTo>
                <a:cubicBezTo>
                  <a:pt x="6280" y="11378"/>
                  <a:pt x="6378" y="11280"/>
                  <a:pt x="6500" y="11280"/>
                </a:cubicBezTo>
                <a:cubicBezTo>
                  <a:pt x="6622" y="11280"/>
                  <a:pt x="6720" y="11378"/>
                  <a:pt x="6720" y="11500"/>
                </a:cubicBezTo>
                <a:close/>
                <a:moveTo>
                  <a:pt x="7720" y="11500"/>
                </a:moveTo>
                <a:cubicBezTo>
                  <a:pt x="7720" y="11622"/>
                  <a:pt x="7622" y="11720"/>
                  <a:pt x="7500" y="11720"/>
                </a:cubicBezTo>
                <a:cubicBezTo>
                  <a:pt x="7378" y="11720"/>
                  <a:pt x="7280" y="11622"/>
                  <a:pt x="7280" y="11500"/>
                </a:cubicBezTo>
                <a:cubicBezTo>
                  <a:pt x="7280" y="11378"/>
                  <a:pt x="7378" y="11280"/>
                  <a:pt x="7500" y="11280"/>
                </a:cubicBezTo>
                <a:cubicBezTo>
                  <a:pt x="7622" y="11280"/>
                  <a:pt x="7720" y="11378"/>
                  <a:pt x="7720" y="11500"/>
                </a:cubicBezTo>
                <a:close/>
                <a:moveTo>
                  <a:pt x="720" y="12500"/>
                </a:moveTo>
                <a:cubicBezTo>
                  <a:pt x="720" y="12622"/>
                  <a:pt x="622" y="12720"/>
                  <a:pt x="500" y="12720"/>
                </a:cubicBezTo>
                <a:cubicBezTo>
                  <a:pt x="378" y="12720"/>
                  <a:pt x="280" y="12622"/>
                  <a:pt x="280" y="12500"/>
                </a:cubicBezTo>
                <a:cubicBezTo>
                  <a:pt x="280" y="12378"/>
                  <a:pt x="378" y="12280"/>
                  <a:pt x="500" y="12280"/>
                </a:cubicBezTo>
                <a:cubicBezTo>
                  <a:pt x="622" y="12280"/>
                  <a:pt x="720" y="12378"/>
                  <a:pt x="720" y="12500"/>
                </a:cubicBezTo>
                <a:close/>
                <a:moveTo>
                  <a:pt x="1720" y="12500"/>
                </a:moveTo>
                <a:cubicBezTo>
                  <a:pt x="1720" y="12622"/>
                  <a:pt x="1622" y="12720"/>
                  <a:pt x="1500" y="12720"/>
                </a:cubicBezTo>
                <a:cubicBezTo>
                  <a:pt x="1378" y="12720"/>
                  <a:pt x="1280" y="12622"/>
                  <a:pt x="1280" y="12500"/>
                </a:cubicBezTo>
                <a:cubicBezTo>
                  <a:pt x="1280" y="12378"/>
                  <a:pt x="1378" y="12280"/>
                  <a:pt x="1500" y="12280"/>
                </a:cubicBezTo>
                <a:cubicBezTo>
                  <a:pt x="1622" y="12280"/>
                  <a:pt x="1720" y="12378"/>
                  <a:pt x="1720" y="12500"/>
                </a:cubicBezTo>
                <a:close/>
                <a:moveTo>
                  <a:pt x="2720" y="12500"/>
                </a:moveTo>
                <a:cubicBezTo>
                  <a:pt x="2720" y="12622"/>
                  <a:pt x="2622" y="12720"/>
                  <a:pt x="2500" y="12720"/>
                </a:cubicBezTo>
                <a:cubicBezTo>
                  <a:pt x="2378" y="12720"/>
                  <a:pt x="2280" y="12622"/>
                  <a:pt x="2280" y="12500"/>
                </a:cubicBezTo>
                <a:cubicBezTo>
                  <a:pt x="2280" y="12378"/>
                  <a:pt x="2378" y="12280"/>
                  <a:pt x="2500" y="12280"/>
                </a:cubicBezTo>
                <a:cubicBezTo>
                  <a:pt x="2622" y="12280"/>
                  <a:pt x="2720" y="12378"/>
                  <a:pt x="2720" y="12500"/>
                </a:cubicBezTo>
                <a:close/>
                <a:moveTo>
                  <a:pt x="3720" y="12500"/>
                </a:moveTo>
                <a:cubicBezTo>
                  <a:pt x="3720" y="12622"/>
                  <a:pt x="3622" y="12720"/>
                  <a:pt x="3500" y="12720"/>
                </a:cubicBezTo>
                <a:cubicBezTo>
                  <a:pt x="3378" y="12720"/>
                  <a:pt x="3280" y="12622"/>
                  <a:pt x="3280" y="12500"/>
                </a:cubicBezTo>
                <a:cubicBezTo>
                  <a:pt x="3280" y="12378"/>
                  <a:pt x="3378" y="12280"/>
                  <a:pt x="3500" y="12280"/>
                </a:cubicBezTo>
                <a:cubicBezTo>
                  <a:pt x="3622" y="12280"/>
                  <a:pt x="3720" y="12378"/>
                  <a:pt x="3720" y="12500"/>
                </a:cubicBezTo>
                <a:close/>
                <a:moveTo>
                  <a:pt x="4720" y="12500"/>
                </a:moveTo>
                <a:cubicBezTo>
                  <a:pt x="4720" y="12622"/>
                  <a:pt x="4622" y="12720"/>
                  <a:pt x="4500" y="12720"/>
                </a:cubicBezTo>
                <a:cubicBezTo>
                  <a:pt x="4378" y="12720"/>
                  <a:pt x="4280" y="12622"/>
                  <a:pt x="4280" y="12500"/>
                </a:cubicBezTo>
                <a:cubicBezTo>
                  <a:pt x="4280" y="12378"/>
                  <a:pt x="4378" y="12280"/>
                  <a:pt x="4500" y="12280"/>
                </a:cubicBezTo>
                <a:cubicBezTo>
                  <a:pt x="4622" y="12280"/>
                  <a:pt x="4720" y="12378"/>
                  <a:pt x="4720" y="12500"/>
                </a:cubicBezTo>
                <a:close/>
                <a:moveTo>
                  <a:pt x="5720" y="12500"/>
                </a:moveTo>
                <a:cubicBezTo>
                  <a:pt x="5720" y="12622"/>
                  <a:pt x="5622" y="12720"/>
                  <a:pt x="5500" y="12720"/>
                </a:cubicBezTo>
                <a:cubicBezTo>
                  <a:pt x="5378" y="12720"/>
                  <a:pt x="5280" y="12622"/>
                  <a:pt x="5280" y="12500"/>
                </a:cubicBezTo>
                <a:cubicBezTo>
                  <a:pt x="5280" y="12378"/>
                  <a:pt x="5378" y="12280"/>
                  <a:pt x="5500" y="12280"/>
                </a:cubicBezTo>
                <a:cubicBezTo>
                  <a:pt x="5622" y="12280"/>
                  <a:pt x="5720" y="12378"/>
                  <a:pt x="5720" y="12500"/>
                </a:cubicBezTo>
                <a:close/>
                <a:moveTo>
                  <a:pt x="6720" y="12500"/>
                </a:moveTo>
                <a:cubicBezTo>
                  <a:pt x="6720" y="12622"/>
                  <a:pt x="6622" y="12720"/>
                  <a:pt x="6500" y="12720"/>
                </a:cubicBezTo>
                <a:cubicBezTo>
                  <a:pt x="6378" y="12720"/>
                  <a:pt x="6280" y="12622"/>
                  <a:pt x="6280" y="12500"/>
                </a:cubicBezTo>
                <a:cubicBezTo>
                  <a:pt x="6280" y="12378"/>
                  <a:pt x="6378" y="12280"/>
                  <a:pt x="6500" y="12280"/>
                </a:cubicBezTo>
                <a:cubicBezTo>
                  <a:pt x="6622" y="12280"/>
                  <a:pt x="6720" y="12378"/>
                  <a:pt x="6720" y="12500"/>
                </a:cubicBezTo>
                <a:close/>
                <a:moveTo>
                  <a:pt x="7720" y="12500"/>
                </a:moveTo>
                <a:cubicBezTo>
                  <a:pt x="7720" y="12622"/>
                  <a:pt x="7622" y="12720"/>
                  <a:pt x="7500" y="12720"/>
                </a:cubicBezTo>
                <a:cubicBezTo>
                  <a:pt x="7378" y="12720"/>
                  <a:pt x="7280" y="12622"/>
                  <a:pt x="7280" y="12500"/>
                </a:cubicBezTo>
                <a:cubicBezTo>
                  <a:pt x="7280" y="12378"/>
                  <a:pt x="7378" y="12280"/>
                  <a:pt x="7500" y="12280"/>
                </a:cubicBezTo>
                <a:cubicBezTo>
                  <a:pt x="7622" y="12280"/>
                  <a:pt x="7720" y="12378"/>
                  <a:pt x="7720" y="12500"/>
                </a:cubicBezTo>
                <a:close/>
                <a:moveTo>
                  <a:pt x="720" y="13500"/>
                </a:moveTo>
                <a:cubicBezTo>
                  <a:pt x="720" y="13622"/>
                  <a:pt x="622" y="13720"/>
                  <a:pt x="500" y="13720"/>
                </a:cubicBezTo>
                <a:cubicBezTo>
                  <a:pt x="378" y="13720"/>
                  <a:pt x="280" y="13622"/>
                  <a:pt x="280" y="13500"/>
                </a:cubicBezTo>
                <a:cubicBezTo>
                  <a:pt x="280" y="13378"/>
                  <a:pt x="378" y="13280"/>
                  <a:pt x="500" y="13280"/>
                </a:cubicBezTo>
                <a:cubicBezTo>
                  <a:pt x="622" y="13280"/>
                  <a:pt x="720" y="13378"/>
                  <a:pt x="720" y="13500"/>
                </a:cubicBezTo>
                <a:close/>
                <a:moveTo>
                  <a:pt x="1720" y="13500"/>
                </a:moveTo>
                <a:cubicBezTo>
                  <a:pt x="1720" y="13622"/>
                  <a:pt x="1622" y="13720"/>
                  <a:pt x="1500" y="13720"/>
                </a:cubicBezTo>
                <a:cubicBezTo>
                  <a:pt x="1378" y="13720"/>
                  <a:pt x="1280" y="13622"/>
                  <a:pt x="1280" y="13500"/>
                </a:cubicBezTo>
                <a:cubicBezTo>
                  <a:pt x="1280" y="13378"/>
                  <a:pt x="1378" y="13280"/>
                  <a:pt x="1500" y="13280"/>
                </a:cubicBezTo>
                <a:cubicBezTo>
                  <a:pt x="1622" y="13280"/>
                  <a:pt x="1720" y="13378"/>
                  <a:pt x="1720" y="13500"/>
                </a:cubicBezTo>
                <a:close/>
                <a:moveTo>
                  <a:pt x="2720" y="13500"/>
                </a:moveTo>
                <a:cubicBezTo>
                  <a:pt x="2720" y="13622"/>
                  <a:pt x="2622" y="13720"/>
                  <a:pt x="2500" y="13720"/>
                </a:cubicBezTo>
                <a:cubicBezTo>
                  <a:pt x="2378" y="13720"/>
                  <a:pt x="2280" y="13622"/>
                  <a:pt x="2280" y="13500"/>
                </a:cubicBezTo>
                <a:cubicBezTo>
                  <a:pt x="2280" y="13378"/>
                  <a:pt x="2378" y="13280"/>
                  <a:pt x="2500" y="13280"/>
                </a:cubicBezTo>
                <a:cubicBezTo>
                  <a:pt x="2622" y="13280"/>
                  <a:pt x="2720" y="13378"/>
                  <a:pt x="2720" y="13500"/>
                </a:cubicBezTo>
                <a:close/>
                <a:moveTo>
                  <a:pt x="3720" y="13500"/>
                </a:moveTo>
                <a:cubicBezTo>
                  <a:pt x="3720" y="13622"/>
                  <a:pt x="3622" y="13720"/>
                  <a:pt x="3500" y="13720"/>
                </a:cubicBezTo>
                <a:cubicBezTo>
                  <a:pt x="3378" y="13720"/>
                  <a:pt x="3280" y="13622"/>
                  <a:pt x="3280" y="13500"/>
                </a:cubicBezTo>
                <a:cubicBezTo>
                  <a:pt x="3280" y="13378"/>
                  <a:pt x="3378" y="13280"/>
                  <a:pt x="3500" y="13280"/>
                </a:cubicBezTo>
                <a:cubicBezTo>
                  <a:pt x="3622" y="13280"/>
                  <a:pt x="3720" y="13378"/>
                  <a:pt x="3720" y="13500"/>
                </a:cubicBezTo>
                <a:close/>
                <a:moveTo>
                  <a:pt x="4720" y="13500"/>
                </a:moveTo>
                <a:cubicBezTo>
                  <a:pt x="4720" y="13622"/>
                  <a:pt x="4622" y="13720"/>
                  <a:pt x="4500" y="13720"/>
                </a:cubicBezTo>
                <a:cubicBezTo>
                  <a:pt x="4378" y="13720"/>
                  <a:pt x="4280" y="13622"/>
                  <a:pt x="4280" y="13500"/>
                </a:cubicBezTo>
                <a:cubicBezTo>
                  <a:pt x="4280" y="13378"/>
                  <a:pt x="4378" y="13280"/>
                  <a:pt x="4500" y="13280"/>
                </a:cubicBezTo>
                <a:cubicBezTo>
                  <a:pt x="4622" y="13280"/>
                  <a:pt x="4720" y="13378"/>
                  <a:pt x="4720" y="13500"/>
                </a:cubicBezTo>
                <a:close/>
                <a:moveTo>
                  <a:pt x="5720" y="13500"/>
                </a:moveTo>
                <a:cubicBezTo>
                  <a:pt x="5720" y="13622"/>
                  <a:pt x="5622" y="13720"/>
                  <a:pt x="5500" y="13720"/>
                </a:cubicBezTo>
                <a:cubicBezTo>
                  <a:pt x="5378" y="13720"/>
                  <a:pt x="5280" y="13622"/>
                  <a:pt x="5280" y="13500"/>
                </a:cubicBezTo>
                <a:cubicBezTo>
                  <a:pt x="5280" y="13378"/>
                  <a:pt x="5378" y="13280"/>
                  <a:pt x="5500" y="13280"/>
                </a:cubicBezTo>
                <a:cubicBezTo>
                  <a:pt x="5622" y="13280"/>
                  <a:pt x="5720" y="13378"/>
                  <a:pt x="5720" y="13500"/>
                </a:cubicBezTo>
                <a:close/>
                <a:moveTo>
                  <a:pt x="6720" y="13500"/>
                </a:moveTo>
                <a:cubicBezTo>
                  <a:pt x="6720" y="13622"/>
                  <a:pt x="6622" y="13720"/>
                  <a:pt x="6500" y="13720"/>
                </a:cubicBezTo>
                <a:cubicBezTo>
                  <a:pt x="6378" y="13720"/>
                  <a:pt x="6280" y="13622"/>
                  <a:pt x="6280" y="13500"/>
                </a:cubicBezTo>
                <a:cubicBezTo>
                  <a:pt x="6280" y="13378"/>
                  <a:pt x="6378" y="13280"/>
                  <a:pt x="6500" y="13280"/>
                </a:cubicBezTo>
                <a:cubicBezTo>
                  <a:pt x="6622" y="13280"/>
                  <a:pt x="6720" y="13378"/>
                  <a:pt x="6720" y="13500"/>
                </a:cubicBezTo>
                <a:close/>
                <a:moveTo>
                  <a:pt x="7720" y="13500"/>
                </a:moveTo>
                <a:cubicBezTo>
                  <a:pt x="7720" y="13622"/>
                  <a:pt x="7622" y="13720"/>
                  <a:pt x="7500" y="13720"/>
                </a:cubicBezTo>
                <a:cubicBezTo>
                  <a:pt x="7378" y="13720"/>
                  <a:pt x="7280" y="13622"/>
                  <a:pt x="7280" y="13500"/>
                </a:cubicBezTo>
                <a:cubicBezTo>
                  <a:pt x="7280" y="13378"/>
                  <a:pt x="7378" y="13280"/>
                  <a:pt x="7500" y="13280"/>
                </a:cubicBezTo>
                <a:cubicBezTo>
                  <a:pt x="7622" y="13280"/>
                  <a:pt x="7720" y="13378"/>
                  <a:pt x="7720" y="13500"/>
                </a:cubicBezTo>
                <a:close/>
                <a:moveTo>
                  <a:pt x="720" y="14500"/>
                </a:moveTo>
                <a:cubicBezTo>
                  <a:pt x="720" y="14622"/>
                  <a:pt x="622" y="14720"/>
                  <a:pt x="500" y="14720"/>
                </a:cubicBezTo>
                <a:cubicBezTo>
                  <a:pt x="378" y="14720"/>
                  <a:pt x="280" y="14622"/>
                  <a:pt x="280" y="14500"/>
                </a:cubicBezTo>
                <a:cubicBezTo>
                  <a:pt x="280" y="14378"/>
                  <a:pt x="378" y="14280"/>
                  <a:pt x="500" y="14280"/>
                </a:cubicBezTo>
                <a:cubicBezTo>
                  <a:pt x="622" y="14280"/>
                  <a:pt x="720" y="14378"/>
                  <a:pt x="720" y="14500"/>
                </a:cubicBezTo>
                <a:close/>
                <a:moveTo>
                  <a:pt x="1720" y="14500"/>
                </a:moveTo>
                <a:cubicBezTo>
                  <a:pt x="1720" y="14622"/>
                  <a:pt x="1622" y="14720"/>
                  <a:pt x="1500" y="14720"/>
                </a:cubicBezTo>
                <a:cubicBezTo>
                  <a:pt x="1378" y="14720"/>
                  <a:pt x="1280" y="14622"/>
                  <a:pt x="1280" y="14500"/>
                </a:cubicBezTo>
                <a:cubicBezTo>
                  <a:pt x="1280" y="14378"/>
                  <a:pt x="1378" y="14280"/>
                  <a:pt x="1500" y="14280"/>
                </a:cubicBezTo>
                <a:cubicBezTo>
                  <a:pt x="1622" y="14280"/>
                  <a:pt x="1720" y="14378"/>
                  <a:pt x="1720" y="14500"/>
                </a:cubicBezTo>
                <a:close/>
                <a:moveTo>
                  <a:pt x="2720" y="14500"/>
                </a:moveTo>
                <a:cubicBezTo>
                  <a:pt x="2720" y="14622"/>
                  <a:pt x="2622" y="14720"/>
                  <a:pt x="2500" y="14720"/>
                </a:cubicBezTo>
                <a:cubicBezTo>
                  <a:pt x="2378" y="14720"/>
                  <a:pt x="2280" y="14622"/>
                  <a:pt x="2280" y="14500"/>
                </a:cubicBezTo>
                <a:cubicBezTo>
                  <a:pt x="2280" y="14378"/>
                  <a:pt x="2378" y="14280"/>
                  <a:pt x="2500" y="14280"/>
                </a:cubicBezTo>
                <a:cubicBezTo>
                  <a:pt x="2622" y="14280"/>
                  <a:pt x="2720" y="14378"/>
                  <a:pt x="2720" y="14500"/>
                </a:cubicBezTo>
                <a:close/>
                <a:moveTo>
                  <a:pt x="3720" y="14500"/>
                </a:moveTo>
                <a:cubicBezTo>
                  <a:pt x="3720" y="14622"/>
                  <a:pt x="3622" y="14720"/>
                  <a:pt x="3500" y="14720"/>
                </a:cubicBezTo>
                <a:cubicBezTo>
                  <a:pt x="3378" y="14720"/>
                  <a:pt x="3280" y="14622"/>
                  <a:pt x="3280" y="14500"/>
                </a:cubicBezTo>
                <a:cubicBezTo>
                  <a:pt x="3280" y="14378"/>
                  <a:pt x="3378" y="14280"/>
                  <a:pt x="3500" y="14280"/>
                </a:cubicBezTo>
                <a:cubicBezTo>
                  <a:pt x="3622" y="14280"/>
                  <a:pt x="3720" y="14378"/>
                  <a:pt x="3720" y="14500"/>
                </a:cubicBezTo>
                <a:close/>
                <a:moveTo>
                  <a:pt x="4720" y="14500"/>
                </a:moveTo>
                <a:cubicBezTo>
                  <a:pt x="4720" y="14622"/>
                  <a:pt x="4622" y="14720"/>
                  <a:pt x="4500" y="14720"/>
                </a:cubicBezTo>
                <a:cubicBezTo>
                  <a:pt x="4378" y="14720"/>
                  <a:pt x="4280" y="14622"/>
                  <a:pt x="4280" y="14500"/>
                </a:cubicBezTo>
                <a:cubicBezTo>
                  <a:pt x="4280" y="14378"/>
                  <a:pt x="4378" y="14280"/>
                  <a:pt x="4500" y="14280"/>
                </a:cubicBezTo>
                <a:cubicBezTo>
                  <a:pt x="4622" y="14280"/>
                  <a:pt x="4720" y="14378"/>
                  <a:pt x="4720" y="14500"/>
                </a:cubicBezTo>
                <a:close/>
                <a:moveTo>
                  <a:pt x="5720" y="14500"/>
                </a:moveTo>
                <a:cubicBezTo>
                  <a:pt x="5720" y="14622"/>
                  <a:pt x="5622" y="14720"/>
                  <a:pt x="5500" y="14720"/>
                </a:cubicBezTo>
                <a:cubicBezTo>
                  <a:pt x="5378" y="14720"/>
                  <a:pt x="5280" y="14622"/>
                  <a:pt x="5280" y="14500"/>
                </a:cubicBezTo>
                <a:cubicBezTo>
                  <a:pt x="5280" y="14378"/>
                  <a:pt x="5378" y="14280"/>
                  <a:pt x="5500" y="14280"/>
                </a:cubicBezTo>
                <a:cubicBezTo>
                  <a:pt x="5622" y="14280"/>
                  <a:pt x="5720" y="14378"/>
                  <a:pt x="5720" y="14500"/>
                </a:cubicBezTo>
                <a:close/>
                <a:moveTo>
                  <a:pt x="6720" y="14500"/>
                </a:moveTo>
                <a:cubicBezTo>
                  <a:pt x="6720" y="14622"/>
                  <a:pt x="6622" y="14720"/>
                  <a:pt x="6500" y="14720"/>
                </a:cubicBezTo>
                <a:cubicBezTo>
                  <a:pt x="6378" y="14720"/>
                  <a:pt x="6280" y="14622"/>
                  <a:pt x="6280" y="14500"/>
                </a:cubicBezTo>
                <a:cubicBezTo>
                  <a:pt x="6280" y="14378"/>
                  <a:pt x="6378" y="14280"/>
                  <a:pt x="6500" y="14280"/>
                </a:cubicBezTo>
                <a:cubicBezTo>
                  <a:pt x="6622" y="14280"/>
                  <a:pt x="6720" y="14378"/>
                  <a:pt x="6720" y="14500"/>
                </a:cubicBezTo>
                <a:close/>
                <a:moveTo>
                  <a:pt x="7720" y="14500"/>
                </a:moveTo>
                <a:cubicBezTo>
                  <a:pt x="7720" y="14622"/>
                  <a:pt x="7622" y="14720"/>
                  <a:pt x="7500" y="14720"/>
                </a:cubicBezTo>
                <a:cubicBezTo>
                  <a:pt x="7378" y="14720"/>
                  <a:pt x="7280" y="14622"/>
                  <a:pt x="7280" y="14500"/>
                </a:cubicBezTo>
                <a:cubicBezTo>
                  <a:pt x="7280" y="14378"/>
                  <a:pt x="7378" y="14280"/>
                  <a:pt x="7500" y="14280"/>
                </a:cubicBezTo>
                <a:cubicBezTo>
                  <a:pt x="7622" y="14280"/>
                  <a:pt x="7720" y="14378"/>
                  <a:pt x="7720" y="14500"/>
                </a:cubicBezTo>
                <a:close/>
                <a:moveTo>
                  <a:pt x="720" y="15500"/>
                </a:moveTo>
                <a:cubicBezTo>
                  <a:pt x="720" y="15622"/>
                  <a:pt x="622" y="15720"/>
                  <a:pt x="500" y="15720"/>
                </a:cubicBezTo>
                <a:cubicBezTo>
                  <a:pt x="378" y="15720"/>
                  <a:pt x="280" y="15622"/>
                  <a:pt x="280" y="15500"/>
                </a:cubicBezTo>
                <a:cubicBezTo>
                  <a:pt x="280" y="15378"/>
                  <a:pt x="378" y="15280"/>
                  <a:pt x="500" y="15280"/>
                </a:cubicBezTo>
                <a:cubicBezTo>
                  <a:pt x="622" y="15280"/>
                  <a:pt x="720" y="15378"/>
                  <a:pt x="720" y="15500"/>
                </a:cubicBezTo>
                <a:close/>
                <a:moveTo>
                  <a:pt x="1720" y="15500"/>
                </a:moveTo>
                <a:cubicBezTo>
                  <a:pt x="1720" y="15622"/>
                  <a:pt x="1622" y="15720"/>
                  <a:pt x="1500" y="15720"/>
                </a:cubicBezTo>
                <a:cubicBezTo>
                  <a:pt x="1378" y="15720"/>
                  <a:pt x="1280" y="15622"/>
                  <a:pt x="1280" y="15500"/>
                </a:cubicBezTo>
                <a:cubicBezTo>
                  <a:pt x="1280" y="15378"/>
                  <a:pt x="1378" y="15280"/>
                  <a:pt x="1500" y="15280"/>
                </a:cubicBezTo>
                <a:cubicBezTo>
                  <a:pt x="1622" y="15280"/>
                  <a:pt x="1720" y="15378"/>
                  <a:pt x="1720" y="15500"/>
                </a:cubicBezTo>
                <a:close/>
                <a:moveTo>
                  <a:pt x="2720" y="15500"/>
                </a:moveTo>
                <a:cubicBezTo>
                  <a:pt x="2720" y="15622"/>
                  <a:pt x="2622" y="15720"/>
                  <a:pt x="2500" y="15720"/>
                </a:cubicBezTo>
                <a:cubicBezTo>
                  <a:pt x="2378" y="15720"/>
                  <a:pt x="2280" y="15622"/>
                  <a:pt x="2280" y="15500"/>
                </a:cubicBezTo>
                <a:cubicBezTo>
                  <a:pt x="2280" y="15378"/>
                  <a:pt x="2378" y="15280"/>
                  <a:pt x="2500" y="15280"/>
                </a:cubicBezTo>
                <a:cubicBezTo>
                  <a:pt x="2622" y="15280"/>
                  <a:pt x="2720" y="15378"/>
                  <a:pt x="2720" y="15500"/>
                </a:cubicBezTo>
                <a:close/>
                <a:moveTo>
                  <a:pt x="3720" y="15500"/>
                </a:moveTo>
                <a:cubicBezTo>
                  <a:pt x="3720" y="15622"/>
                  <a:pt x="3622" y="15720"/>
                  <a:pt x="3500" y="15720"/>
                </a:cubicBezTo>
                <a:cubicBezTo>
                  <a:pt x="3378" y="15720"/>
                  <a:pt x="3280" y="15622"/>
                  <a:pt x="3280" y="15500"/>
                </a:cubicBezTo>
                <a:cubicBezTo>
                  <a:pt x="3280" y="15378"/>
                  <a:pt x="3378" y="15280"/>
                  <a:pt x="3500" y="15280"/>
                </a:cubicBezTo>
                <a:cubicBezTo>
                  <a:pt x="3622" y="15280"/>
                  <a:pt x="3720" y="15378"/>
                  <a:pt x="3720" y="15500"/>
                </a:cubicBezTo>
                <a:close/>
                <a:moveTo>
                  <a:pt x="4720" y="15500"/>
                </a:moveTo>
                <a:cubicBezTo>
                  <a:pt x="4720" y="15622"/>
                  <a:pt x="4622" y="15720"/>
                  <a:pt x="4500" y="15720"/>
                </a:cubicBezTo>
                <a:cubicBezTo>
                  <a:pt x="4378" y="15720"/>
                  <a:pt x="4280" y="15622"/>
                  <a:pt x="4280" y="15500"/>
                </a:cubicBezTo>
                <a:cubicBezTo>
                  <a:pt x="4280" y="15378"/>
                  <a:pt x="4378" y="15280"/>
                  <a:pt x="4500" y="15280"/>
                </a:cubicBezTo>
                <a:cubicBezTo>
                  <a:pt x="4622" y="15280"/>
                  <a:pt x="4720" y="15378"/>
                  <a:pt x="4720" y="15500"/>
                </a:cubicBezTo>
                <a:close/>
                <a:moveTo>
                  <a:pt x="5720" y="15500"/>
                </a:moveTo>
                <a:cubicBezTo>
                  <a:pt x="5720" y="15622"/>
                  <a:pt x="5622" y="15720"/>
                  <a:pt x="5500" y="15720"/>
                </a:cubicBezTo>
                <a:cubicBezTo>
                  <a:pt x="5378" y="15720"/>
                  <a:pt x="5280" y="15622"/>
                  <a:pt x="5280" y="15500"/>
                </a:cubicBezTo>
                <a:cubicBezTo>
                  <a:pt x="5280" y="15378"/>
                  <a:pt x="5378" y="15280"/>
                  <a:pt x="5500" y="15280"/>
                </a:cubicBezTo>
                <a:cubicBezTo>
                  <a:pt x="5622" y="15280"/>
                  <a:pt x="5720" y="15378"/>
                  <a:pt x="5720" y="15500"/>
                </a:cubicBezTo>
                <a:close/>
                <a:moveTo>
                  <a:pt x="6720" y="15500"/>
                </a:moveTo>
                <a:cubicBezTo>
                  <a:pt x="6720" y="15622"/>
                  <a:pt x="6622" y="15720"/>
                  <a:pt x="6500" y="15720"/>
                </a:cubicBezTo>
                <a:cubicBezTo>
                  <a:pt x="6378" y="15720"/>
                  <a:pt x="6280" y="15622"/>
                  <a:pt x="6280" y="15500"/>
                </a:cubicBezTo>
                <a:cubicBezTo>
                  <a:pt x="6280" y="15378"/>
                  <a:pt x="6378" y="15280"/>
                  <a:pt x="6500" y="15280"/>
                </a:cubicBezTo>
                <a:cubicBezTo>
                  <a:pt x="6622" y="15280"/>
                  <a:pt x="6720" y="15378"/>
                  <a:pt x="6720" y="15500"/>
                </a:cubicBezTo>
                <a:close/>
                <a:moveTo>
                  <a:pt x="7720" y="15500"/>
                </a:moveTo>
                <a:cubicBezTo>
                  <a:pt x="7720" y="15622"/>
                  <a:pt x="7622" y="15720"/>
                  <a:pt x="7500" y="15720"/>
                </a:cubicBezTo>
                <a:cubicBezTo>
                  <a:pt x="7378" y="15720"/>
                  <a:pt x="7280" y="15622"/>
                  <a:pt x="7280" y="15500"/>
                </a:cubicBezTo>
                <a:cubicBezTo>
                  <a:pt x="7280" y="15378"/>
                  <a:pt x="7378" y="15280"/>
                  <a:pt x="7500" y="15280"/>
                </a:cubicBezTo>
                <a:cubicBezTo>
                  <a:pt x="7622" y="15280"/>
                  <a:pt x="7720" y="15378"/>
                  <a:pt x="7720" y="15500"/>
                </a:cubicBezTo>
                <a:close/>
                <a:moveTo>
                  <a:pt x="720" y="16500"/>
                </a:moveTo>
                <a:cubicBezTo>
                  <a:pt x="720" y="16622"/>
                  <a:pt x="622" y="16720"/>
                  <a:pt x="500" y="16720"/>
                </a:cubicBezTo>
                <a:cubicBezTo>
                  <a:pt x="378" y="16720"/>
                  <a:pt x="280" y="16622"/>
                  <a:pt x="280" y="16500"/>
                </a:cubicBezTo>
                <a:cubicBezTo>
                  <a:pt x="280" y="16378"/>
                  <a:pt x="378" y="16280"/>
                  <a:pt x="500" y="16280"/>
                </a:cubicBezTo>
                <a:cubicBezTo>
                  <a:pt x="622" y="16280"/>
                  <a:pt x="720" y="16378"/>
                  <a:pt x="720" y="16500"/>
                </a:cubicBezTo>
                <a:close/>
                <a:moveTo>
                  <a:pt x="1720" y="16500"/>
                </a:moveTo>
                <a:cubicBezTo>
                  <a:pt x="1720" y="16622"/>
                  <a:pt x="1622" y="16720"/>
                  <a:pt x="1500" y="16720"/>
                </a:cubicBezTo>
                <a:cubicBezTo>
                  <a:pt x="1378" y="16720"/>
                  <a:pt x="1280" y="16622"/>
                  <a:pt x="1280" y="16500"/>
                </a:cubicBezTo>
                <a:cubicBezTo>
                  <a:pt x="1280" y="16378"/>
                  <a:pt x="1378" y="16280"/>
                  <a:pt x="1500" y="16280"/>
                </a:cubicBezTo>
                <a:cubicBezTo>
                  <a:pt x="1622" y="16280"/>
                  <a:pt x="1720" y="16378"/>
                  <a:pt x="1720" y="16500"/>
                </a:cubicBezTo>
                <a:close/>
                <a:moveTo>
                  <a:pt x="2720" y="16500"/>
                </a:moveTo>
                <a:cubicBezTo>
                  <a:pt x="2720" y="16622"/>
                  <a:pt x="2622" y="16720"/>
                  <a:pt x="2500" y="16720"/>
                </a:cubicBezTo>
                <a:cubicBezTo>
                  <a:pt x="2378" y="16720"/>
                  <a:pt x="2280" y="16622"/>
                  <a:pt x="2280" y="16500"/>
                </a:cubicBezTo>
                <a:cubicBezTo>
                  <a:pt x="2280" y="16378"/>
                  <a:pt x="2378" y="16280"/>
                  <a:pt x="2500" y="16280"/>
                </a:cubicBezTo>
                <a:cubicBezTo>
                  <a:pt x="2622" y="16280"/>
                  <a:pt x="2720" y="16378"/>
                  <a:pt x="2720" y="16500"/>
                </a:cubicBezTo>
                <a:close/>
                <a:moveTo>
                  <a:pt x="3720" y="16500"/>
                </a:moveTo>
                <a:cubicBezTo>
                  <a:pt x="3720" y="16622"/>
                  <a:pt x="3622" y="16720"/>
                  <a:pt x="3500" y="16720"/>
                </a:cubicBezTo>
                <a:cubicBezTo>
                  <a:pt x="3378" y="16720"/>
                  <a:pt x="3280" y="16622"/>
                  <a:pt x="3280" y="16500"/>
                </a:cubicBezTo>
                <a:cubicBezTo>
                  <a:pt x="3280" y="16378"/>
                  <a:pt x="3378" y="16280"/>
                  <a:pt x="3500" y="16280"/>
                </a:cubicBezTo>
                <a:cubicBezTo>
                  <a:pt x="3622" y="16280"/>
                  <a:pt x="3720" y="16378"/>
                  <a:pt x="3720" y="16500"/>
                </a:cubicBezTo>
                <a:close/>
                <a:moveTo>
                  <a:pt x="4720" y="16500"/>
                </a:moveTo>
                <a:cubicBezTo>
                  <a:pt x="4720" y="16622"/>
                  <a:pt x="4622" y="16720"/>
                  <a:pt x="4500" y="16720"/>
                </a:cubicBezTo>
                <a:cubicBezTo>
                  <a:pt x="4378" y="16720"/>
                  <a:pt x="4280" y="16622"/>
                  <a:pt x="4280" y="16500"/>
                </a:cubicBezTo>
                <a:cubicBezTo>
                  <a:pt x="4280" y="16378"/>
                  <a:pt x="4378" y="16280"/>
                  <a:pt x="4500" y="16280"/>
                </a:cubicBezTo>
                <a:cubicBezTo>
                  <a:pt x="4622" y="16280"/>
                  <a:pt x="4720" y="16378"/>
                  <a:pt x="4720" y="16500"/>
                </a:cubicBezTo>
                <a:close/>
                <a:moveTo>
                  <a:pt x="5720" y="16500"/>
                </a:moveTo>
                <a:cubicBezTo>
                  <a:pt x="5720" y="16622"/>
                  <a:pt x="5622" y="16720"/>
                  <a:pt x="5500" y="16720"/>
                </a:cubicBezTo>
                <a:cubicBezTo>
                  <a:pt x="5378" y="16720"/>
                  <a:pt x="5280" y="16622"/>
                  <a:pt x="5280" y="16500"/>
                </a:cubicBezTo>
                <a:cubicBezTo>
                  <a:pt x="5280" y="16378"/>
                  <a:pt x="5378" y="16280"/>
                  <a:pt x="5500" y="16280"/>
                </a:cubicBezTo>
                <a:cubicBezTo>
                  <a:pt x="5622" y="16280"/>
                  <a:pt x="5720" y="16378"/>
                  <a:pt x="5720" y="16500"/>
                </a:cubicBezTo>
                <a:close/>
                <a:moveTo>
                  <a:pt x="6720" y="16500"/>
                </a:moveTo>
                <a:cubicBezTo>
                  <a:pt x="6720" y="16622"/>
                  <a:pt x="6622" y="16720"/>
                  <a:pt x="6500" y="16720"/>
                </a:cubicBezTo>
                <a:cubicBezTo>
                  <a:pt x="6378" y="16720"/>
                  <a:pt x="6280" y="16622"/>
                  <a:pt x="6280" y="16500"/>
                </a:cubicBezTo>
                <a:cubicBezTo>
                  <a:pt x="6280" y="16378"/>
                  <a:pt x="6378" y="16280"/>
                  <a:pt x="6500" y="16280"/>
                </a:cubicBezTo>
                <a:cubicBezTo>
                  <a:pt x="6622" y="16280"/>
                  <a:pt x="6720" y="16378"/>
                  <a:pt x="6720" y="16500"/>
                </a:cubicBezTo>
                <a:close/>
                <a:moveTo>
                  <a:pt x="7720" y="16500"/>
                </a:moveTo>
                <a:cubicBezTo>
                  <a:pt x="7720" y="16622"/>
                  <a:pt x="7622" y="16720"/>
                  <a:pt x="7500" y="16720"/>
                </a:cubicBezTo>
                <a:cubicBezTo>
                  <a:pt x="7378" y="16720"/>
                  <a:pt x="7280" y="16622"/>
                  <a:pt x="7280" y="16500"/>
                </a:cubicBezTo>
                <a:cubicBezTo>
                  <a:pt x="7280" y="16378"/>
                  <a:pt x="7378" y="16280"/>
                  <a:pt x="7500" y="16280"/>
                </a:cubicBezTo>
                <a:cubicBezTo>
                  <a:pt x="7622" y="16280"/>
                  <a:pt x="7720" y="16378"/>
                  <a:pt x="7720" y="16500"/>
                </a:cubicBezTo>
                <a:close/>
                <a:moveTo>
                  <a:pt x="720" y="17500"/>
                </a:moveTo>
                <a:cubicBezTo>
                  <a:pt x="720" y="17622"/>
                  <a:pt x="622" y="17720"/>
                  <a:pt x="500" y="17720"/>
                </a:cubicBezTo>
                <a:cubicBezTo>
                  <a:pt x="378" y="17720"/>
                  <a:pt x="280" y="17622"/>
                  <a:pt x="280" y="17500"/>
                </a:cubicBezTo>
                <a:cubicBezTo>
                  <a:pt x="280" y="17378"/>
                  <a:pt x="378" y="17280"/>
                  <a:pt x="500" y="17280"/>
                </a:cubicBezTo>
                <a:cubicBezTo>
                  <a:pt x="622" y="17280"/>
                  <a:pt x="720" y="17378"/>
                  <a:pt x="720" y="17500"/>
                </a:cubicBezTo>
                <a:close/>
                <a:moveTo>
                  <a:pt x="1720" y="17500"/>
                </a:moveTo>
                <a:cubicBezTo>
                  <a:pt x="1720" y="17622"/>
                  <a:pt x="1622" y="17720"/>
                  <a:pt x="1500" y="17720"/>
                </a:cubicBezTo>
                <a:cubicBezTo>
                  <a:pt x="1378" y="17720"/>
                  <a:pt x="1280" y="17622"/>
                  <a:pt x="1280" y="17500"/>
                </a:cubicBezTo>
                <a:cubicBezTo>
                  <a:pt x="1280" y="17378"/>
                  <a:pt x="1378" y="17280"/>
                  <a:pt x="1500" y="17280"/>
                </a:cubicBezTo>
                <a:cubicBezTo>
                  <a:pt x="1622" y="17280"/>
                  <a:pt x="1720" y="17378"/>
                  <a:pt x="1720" y="17500"/>
                </a:cubicBezTo>
                <a:close/>
                <a:moveTo>
                  <a:pt x="2720" y="17500"/>
                </a:moveTo>
                <a:cubicBezTo>
                  <a:pt x="2720" y="17622"/>
                  <a:pt x="2622" y="17720"/>
                  <a:pt x="2500" y="17720"/>
                </a:cubicBezTo>
                <a:cubicBezTo>
                  <a:pt x="2378" y="17720"/>
                  <a:pt x="2280" y="17622"/>
                  <a:pt x="2280" y="17500"/>
                </a:cubicBezTo>
                <a:cubicBezTo>
                  <a:pt x="2280" y="17378"/>
                  <a:pt x="2378" y="17280"/>
                  <a:pt x="2500" y="17280"/>
                </a:cubicBezTo>
                <a:cubicBezTo>
                  <a:pt x="2622" y="17280"/>
                  <a:pt x="2720" y="17378"/>
                  <a:pt x="2720" y="17500"/>
                </a:cubicBezTo>
                <a:close/>
                <a:moveTo>
                  <a:pt x="3720" y="17500"/>
                </a:moveTo>
                <a:cubicBezTo>
                  <a:pt x="3720" y="17622"/>
                  <a:pt x="3622" y="17720"/>
                  <a:pt x="3500" y="17720"/>
                </a:cubicBezTo>
                <a:cubicBezTo>
                  <a:pt x="3378" y="17720"/>
                  <a:pt x="3280" y="17622"/>
                  <a:pt x="3280" y="17500"/>
                </a:cubicBezTo>
                <a:cubicBezTo>
                  <a:pt x="3280" y="17378"/>
                  <a:pt x="3378" y="17280"/>
                  <a:pt x="3500" y="17280"/>
                </a:cubicBezTo>
                <a:cubicBezTo>
                  <a:pt x="3622" y="17280"/>
                  <a:pt x="3720" y="17378"/>
                  <a:pt x="3720" y="17500"/>
                </a:cubicBezTo>
                <a:close/>
                <a:moveTo>
                  <a:pt x="4720" y="17500"/>
                </a:moveTo>
                <a:cubicBezTo>
                  <a:pt x="4720" y="17622"/>
                  <a:pt x="4622" y="17720"/>
                  <a:pt x="4500" y="17720"/>
                </a:cubicBezTo>
                <a:cubicBezTo>
                  <a:pt x="4378" y="17720"/>
                  <a:pt x="4280" y="17622"/>
                  <a:pt x="4280" y="17500"/>
                </a:cubicBezTo>
                <a:cubicBezTo>
                  <a:pt x="4280" y="17378"/>
                  <a:pt x="4378" y="17280"/>
                  <a:pt x="4500" y="17280"/>
                </a:cubicBezTo>
                <a:cubicBezTo>
                  <a:pt x="4622" y="17280"/>
                  <a:pt x="4720" y="17378"/>
                  <a:pt x="4720" y="17500"/>
                </a:cubicBezTo>
                <a:close/>
                <a:moveTo>
                  <a:pt x="5720" y="17500"/>
                </a:moveTo>
                <a:cubicBezTo>
                  <a:pt x="5720" y="17622"/>
                  <a:pt x="5622" y="17720"/>
                  <a:pt x="5500" y="17720"/>
                </a:cubicBezTo>
                <a:cubicBezTo>
                  <a:pt x="5378" y="17720"/>
                  <a:pt x="5280" y="17622"/>
                  <a:pt x="5280" y="17500"/>
                </a:cubicBezTo>
                <a:cubicBezTo>
                  <a:pt x="5280" y="17378"/>
                  <a:pt x="5378" y="17280"/>
                  <a:pt x="5500" y="17280"/>
                </a:cubicBezTo>
                <a:cubicBezTo>
                  <a:pt x="5622" y="17280"/>
                  <a:pt x="5720" y="17378"/>
                  <a:pt x="5720" y="17500"/>
                </a:cubicBezTo>
                <a:close/>
                <a:moveTo>
                  <a:pt x="6720" y="17500"/>
                </a:moveTo>
                <a:cubicBezTo>
                  <a:pt x="6720" y="17622"/>
                  <a:pt x="6622" y="17720"/>
                  <a:pt x="6500" y="17720"/>
                </a:cubicBezTo>
                <a:cubicBezTo>
                  <a:pt x="6378" y="17720"/>
                  <a:pt x="6280" y="17622"/>
                  <a:pt x="6280" y="17500"/>
                </a:cubicBezTo>
                <a:cubicBezTo>
                  <a:pt x="6280" y="17378"/>
                  <a:pt x="6378" y="17280"/>
                  <a:pt x="6500" y="17280"/>
                </a:cubicBezTo>
                <a:cubicBezTo>
                  <a:pt x="6622" y="17280"/>
                  <a:pt x="6720" y="17378"/>
                  <a:pt x="6720" y="17500"/>
                </a:cubicBezTo>
                <a:close/>
                <a:moveTo>
                  <a:pt x="7720" y="17500"/>
                </a:moveTo>
                <a:cubicBezTo>
                  <a:pt x="7720" y="17622"/>
                  <a:pt x="7622" y="17720"/>
                  <a:pt x="7500" y="17720"/>
                </a:cubicBezTo>
                <a:cubicBezTo>
                  <a:pt x="7378" y="17720"/>
                  <a:pt x="7280" y="17622"/>
                  <a:pt x="7280" y="17500"/>
                </a:cubicBezTo>
                <a:cubicBezTo>
                  <a:pt x="7280" y="17378"/>
                  <a:pt x="7378" y="17280"/>
                  <a:pt x="7500" y="17280"/>
                </a:cubicBezTo>
                <a:cubicBezTo>
                  <a:pt x="7622" y="17280"/>
                  <a:pt x="7720" y="17378"/>
                  <a:pt x="7720" y="17500"/>
                </a:cubicBezTo>
                <a:close/>
                <a:moveTo>
                  <a:pt x="720" y="18500"/>
                </a:moveTo>
                <a:cubicBezTo>
                  <a:pt x="720" y="18622"/>
                  <a:pt x="622" y="18720"/>
                  <a:pt x="500" y="18720"/>
                </a:cubicBezTo>
                <a:cubicBezTo>
                  <a:pt x="378" y="18720"/>
                  <a:pt x="280" y="18622"/>
                  <a:pt x="280" y="18500"/>
                </a:cubicBezTo>
                <a:cubicBezTo>
                  <a:pt x="280" y="18378"/>
                  <a:pt x="378" y="18280"/>
                  <a:pt x="500" y="18280"/>
                </a:cubicBezTo>
                <a:cubicBezTo>
                  <a:pt x="622" y="18280"/>
                  <a:pt x="720" y="18378"/>
                  <a:pt x="720" y="18500"/>
                </a:cubicBezTo>
                <a:close/>
                <a:moveTo>
                  <a:pt x="1720" y="18500"/>
                </a:moveTo>
                <a:cubicBezTo>
                  <a:pt x="1720" y="18622"/>
                  <a:pt x="1622" y="18720"/>
                  <a:pt x="1500" y="18720"/>
                </a:cubicBezTo>
                <a:cubicBezTo>
                  <a:pt x="1378" y="18720"/>
                  <a:pt x="1280" y="18622"/>
                  <a:pt x="1280" y="18500"/>
                </a:cubicBezTo>
                <a:cubicBezTo>
                  <a:pt x="1280" y="18378"/>
                  <a:pt x="1378" y="18280"/>
                  <a:pt x="1500" y="18280"/>
                </a:cubicBezTo>
                <a:cubicBezTo>
                  <a:pt x="1622" y="18280"/>
                  <a:pt x="1720" y="18378"/>
                  <a:pt x="1720" y="18500"/>
                </a:cubicBezTo>
                <a:close/>
                <a:moveTo>
                  <a:pt x="2720" y="18500"/>
                </a:moveTo>
                <a:cubicBezTo>
                  <a:pt x="2720" y="18622"/>
                  <a:pt x="2622" y="18720"/>
                  <a:pt x="2500" y="18720"/>
                </a:cubicBezTo>
                <a:cubicBezTo>
                  <a:pt x="2378" y="18720"/>
                  <a:pt x="2280" y="18622"/>
                  <a:pt x="2280" y="18500"/>
                </a:cubicBezTo>
                <a:cubicBezTo>
                  <a:pt x="2280" y="18378"/>
                  <a:pt x="2378" y="18280"/>
                  <a:pt x="2500" y="18280"/>
                </a:cubicBezTo>
                <a:cubicBezTo>
                  <a:pt x="2622" y="18280"/>
                  <a:pt x="2720" y="18378"/>
                  <a:pt x="2720" y="18500"/>
                </a:cubicBezTo>
                <a:close/>
                <a:moveTo>
                  <a:pt x="3720" y="18500"/>
                </a:moveTo>
                <a:cubicBezTo>
                  <a:pt x="3720" y="18622"/>
                  <a:pt x="3622" y="18720"/>
                  <a:pt x="3500" y="18720"/>
                </a:cubicBezTo>
                <a:cubicBezTo>
                  <a:pt x="3378" y="18720"/>
                  <a:pt x="3280" y="18622"/>
                  <a:pt x="3280" y="18500"/>
                </a:cubicBezTo>
                <a:cubicBezTo>
                  <a:pt x="3280" y="18378"/>
                  <a:pt x="3378" y="18280"/>
                  <a:pt x="3500" y="18280"/>
                </a:cubicBezTo>
                <a:cubicBezTo>
                  <a:pt x="3622" y="18280"/>
                  <a:pt x="3720" y="18378"/>
                  <a:pt x="3720" y="18500"/>
                </a:cubicBezTo>
                <a:close/>
                <a:moveTo>
                  <a:pt x="4720" y="18500"/>
                </a:moveTo>
                <a:cubicBezTo>
                  <a:pt x="4720" y="18622"/>
                  <a:pt x="4622" y="18720"/>
                  <a:pt x="4500" y="18720"/>
                </a:cubicBezTo>
                <a:cubicBezTo>
                  <a:pt x="4378" y="18720"/>
                  <a:pt x="4280" y="18622"/>
                  <a:pt x="4280" y="18500"/>
                </a:cubicBezTo>
                <a:cubicBezTo>
                  <a:pt x="4280" y="18378"/>
                  <a:pt x="4378" y="18280"/>
                  <a:pt x="4500" y="18280"/>
                </a:cubicBezTo>
                <a:cubicBezTo>
                  <a:pt x="4622" y="18280"/>
                  <a:pt x="4720" y="18378"/>
                  <a:pt x="4720" y="18500"/>
                </a:cubicBezTo>
                <a:close/>
                <a:moveTo>
                  <a:pt x="5720" y="18500"/>
                </a:moveTo>
                <a:cubicBezTo>
                  <a:pt x="5720" y="18622"/>
                  <a:pt x="5622" y="18720"/>
                  <a:pt x="5500" y="18720"/>
                </a:cubicBezTo>
                <a:cubicBezTo>
                  <a:pt x="5378" y="18720"/>
                  <a:pt x="5280" y="18622"/>
                  <a:pt x="5280" y="18500"/>
                </a:cubicBezTo>
                <a:cubicBezTo>
                  <a:pt x="5280" y="18378"/>
                  <a:pt x="5378" y="18280"/>
                  <a:pt x="5500" y="18280"/>
                </a:cubicBezTo>
                <a:cubicBezTo>
                  <a:pt x="5622" y="18280"/>
                  <a:pt x="5720" y="18378"/>
                  <a:pt x="5720" y="18500"/>
                </a:cubicBezTo>
                <a:close/>
                <a:moveTo>
                  <a:pt x="6720" y="18500"/>
                </a:moveTo>
                <a:cubicBezTo>
                  <a:pt x="6720" y="18622"/>
                  <a:pt x="6622" y="18720"/>
                  <a:pt x="6500" y="18720"/>
                </a:cubicBezTo>
                <a:cubicBezTo>
                  <a:pt x="6378" y="18720"/>
                  <a:pt x="6280" y="18622"/>
                  <a:pt x="6280" y="18500"/>
                </a:cubicBezTo>
                <a:cubicBezTo>
                  <a:pt x="6280" y="18378"/>
                  <a:pt x="6378" y="18280"/>
                  <a:pt x="6500" y="18280"/>
                </a:cubicBezTo>
                <a:cubicBezTo>
                  <a:pt x="6622" y="18280"/>
                  <a:pt x="6720" y="18378"/>
                  <a:pt x="6720" y="18500"/>
                </a:cubicBezTo>
                <a:close/>
                <a:moveTo>
                  <a:pt x="7720" y="18500"/>
                </a:moveTo>
                <a:cubicBezTo>
                  <a:pt x="7720" y="18622"/>
                  <a:pt x="7622" y="18720"/>
                  <a:pt x="7500" y="18720"/>
                </a:cubicBezTo>
                <a:cubicBezTo>
                  <a:pt x="7378" y="18720"/>
                  <a:pt x="7280" y="18622"/>
                  <a:pt x="7280" y="18500"/>
                </a:cubicBezTo>
                <a:cubicBezTo>
                  <a:pt x="7280" y="18378"/>
                  <a:pt x="7378" y="18280"/>
                  <a:pt x="7500" y="18280"/>
                </a:cubicBezTo>
                <a:cubicBezTo>
                  <a:pt x="7622" y="18280"/>
                  <a:pt x="7720" y="18378"/>
                  <a:pt x="7720" y="18500"/>
                </a:cubicBezTo>
                <a:close/>
                <a:moveTo>
                  <a:pt x="720" y="19500"/>
                </a:moveTo>
                <a:cubicBezTo>
                  <a:pt x="720" y="19622"/>
                  <a:pt x="622" y="19720"/>
                  <a:pt x="500" y="19720"/>
                </a:cubicBezTo>
                <a:cubicBezTo>
                  <a:pt x="378" y="19720"/>
                  <a:pt x="280" y="19622"/>
                  <a:pt x="280" y="19500"/>
                </a:cubicBezTo>
                <a:cubicBezTo>
                  <a:pt x="280" y="19378"/>
                  <a:pt x="378" y="19280"/>
                  <a:pt x="500" y="19280"/>
                </a:cubicBezTo>
                <a:cubicBezTo>
                  <a:pt x="622" y="19280"/>
                  <a:pt x="720" y="19378"/>
                  <a:pt x="720" y="19500"/>
                </a:cubicBezTo>
                <a:close/>
                <a:moveTo>
                  <a:pt x="1720" y="19500"/>
                </a:moveTo>
                <a:cubicBezTo>
                  <a:pt x="1720" y="19622"/>
                  <a:pt x="1622" y="19720"/>
                  <a:pt x="1500" y="19720"/>
                </a:cubicBezTo>
                <a:cubicBezTo>
                  <a:pt x="1378" y="19720"/>
                  <a:pt x="1280" y="19622"/>
                  <a:pt x="1280" y="19500"/>
                </a:cubicBezTo>
                <a:cubicBezTo>
                  <a:pt x="1280" y="19378"/>
                  <a:pt x="1378" y="19280"/>
                  <a:pt x="1500" y="19280"/>
                </a:cubicBezTo>
                <a:cubicBezTo>
                  <a:pt x="1622" y="19280"/>
                  <a:pt x="1720" y="19378"/>
                  <a:pt x="1720" y="19500"/>
                </a:cubicBezTo>
                <a:close/>
                <a:moveTo>
                  <a:pt x="2720" y="19500"/>
                </a:moveTo>
                <a:cubicBezTo>
                  <a:pt x="2720" y="19622"/>
                  <a:pt x="2622" y="19720"/>
                  <a:pt x="2500" y="19720"/>
                </a:cubicBezTo>
                <a:cubicBezTo>
                  <a:pt x="2378" y="19720"/>
                  <a:pt x="2280" y="19622"/>
                  <a:pt x="2280" y="19500"/>
                </a:cubicBezTo>
                <a:cubicBezTo>
                  <a:pt x="2280" y="19378"/>
                  <a:pt x="2378" y="19280"/>
                  <a:pt x="2500" y="19280"/>
                </a:cubicBezTo>
                <a:cubicBezTo>
                  <a:pt x="2622" y="19280"/>
                  <a:pt x="2720" y="19378"/>
                  <a:pt x="2720" y="19500"/>
                </a:cubicBezTo>
                <a:close/>
                <a:moveTo>
                  <a:pt x="3720" y="19500"/>
                </a:moveTo>
                <a:cubicBezTo>
                  <a:pt x="3720" y="19622"/>
                  <a:pt x="3622" y="19720"/>
                  <a:pt x="3500" y="19720"/>
                </a:cubicBezTo>
                <a:cubicBezTo>
                  <a:pt x="3378" y="19720"/>
                  <a:pt x="3280" y="19622"/>
                  <a:pt x="3280" y="19500"/>
                </a:cubicBezTo>
                <a:cubicBezTo>
                  <a:pt x="3280" y="19378"/>
                  <a:pt x="3378" y="19280"/>
                  <a:pt x="3500" y="19280"/>
                </a:cubicBezTo>
                <a:cubicBezTo>
                  <a:pt x="3622" y="19280"/>
                  <a:pt x="3720" y="19378"/>
                  <a:pt x="3720" y="19500"/>
                </a:cubicBezTo>
                <a:close/>
                <a:moveTo>
                  <a:pt x="4720" y="19500"/>
                </a:moveTo>
                <a:cubicBezTo>
                  <a:pt x="4720" y="19622"/>
                  <a:pt x="4622" y="19720"/>
                  <a:pt x="4500" y="19720"/>
                </a:cubicBezTo>
                <a:cubicBezTo>
                  <a:pt x="4378" y="19720"/>
                  <a:pt x="4280" y="19622"/>
                  <a:pt x="4280" y="19500"/>
                </a:cubicBezTo>
                <a:cubicBezTo>
                  <a:pt x="4280" y="19378"/>
                  <a:pt x="4378" y="19280"/>
                  <a:pt x="4500" y="19280"/>
                </a:cubicBezTo>
                <a:cubicBezTo>
                  <a:pt x="4622" y="19280"/>
                  <a:pt x="4720" y="19378"/>
                  <a:pt x="4720" y="19500"/>
                </a:cubicBezTo>
                <a:close/>
                <a:moveTo>
                  <a:pt x="5720" y="19500"/>
                </a:moveTo>
                <a:cubicBezTo>
                  <a:pt x="5720" y="19622"/>
                  <a:pt x="5622" y="19720"/>
                  <a:pt x="5500" y="19720"/>
                </a:cubicBezTo>
                <a:cubicBezTo>
                  <a:pt x="5378" y="19720"/>
                  <a:pt x="5280" y="19622"/>
                  <a:pt x="5280" y="19500"/>
                </a:cubicBezTo>
                <a:cubicBezTo>
                  <a:pt x="5280" y="19378"/>
                  <a:pt x="5378" y="19280"/>
                  <a:pt x="5500" y="19280"/>
                </a:cubicBezTo>
                <a:cubicBezTo>
                  <a:pt x="5622" y="19280"/>
                  <a:pt x="5720" y="19378"/>
                  <a:pt x="5720" y="19500"/>
                </a:cubicBezTo>
                <a:close/>
                <a:moveTo>
                  <a:pt x="6720" y="19500"/>
                </a:moveTo>
                <a:cubicBezTo>
                  <a:pt x="6720" y="19622"/>
                  <a:pt x="6622" y="19720"/>
                  <a:pt x="6500" y="19720"/>
                </a:cubicBezTo>
                <a:cubicBezTo>
                  <a:pt x="6378" y="19720"/>
                  <a:pt x="6280" y="19622"/>
                  <a:pt x="6280" y="19500"/>
                </a:cubicBezTo>
                <a:cubicBezTo>
                  <a:pt x="6280" y="19378"/>
                  <a:pt x="6378" y="19280"/>
                  <a:pt x="6500" y="19280"/>
                </a:cubicBezTo>
                <a:cubicBezTo>
                  <a:pt x="6622" y="19280"/>
                  <a:pt x="6720" y="19378"/>
                  <a:pt x="6720" y="19500"/>
                </a:cubicBezTo>
                <a:close/>
                <a:moveTo>
                  <a:pt x="7720" y="19500"/>
                </a:moveTo>
                <a:cubicBezTo>
                  <a:pt x="7720" y="19622"/>
                  <a:pt x="7622" y="19720"/>
                  <a:pt x="7500" y="19720"/>
                </a:cubicBezTo>
                <a:cubicBezTo>
                  <a:pt x="7378" y="19720"/>
                  <a:pt x="7280" y="19622"/>
                  <a:pt x="7280" y="19500"/>
                </a:cubicBezTo>
                <a:cubicBezTo>
                  <a:pt x="7280" y="19378"/>
                  <a:pt x="7378" y="19280"/>
                  <a:pt x="7500" y="19280"/>
                </a:cubicBezTo>
                <a:cubicBezTo>
                  <a:pt x="7622" y="19280"/>
                  <a:pt x="7720" y="19378"/>
                  <a:pt x="7720" y="19500"/>
                </a:cubicBezTo>
                <a:close/>
                <a:moveTo>
                  <a:pt x="720" y="20500"/>
                </a:moveTo>
                <a:cubicBezTo>
                  <a:pt x="720" y="20622"/>
                  <a:pt x="622" y="20720"/>
                  <a:pt x="500" y="20720"/>
                </a:cubicBezTo>
                <a:cubicBezTo>
                  <a:pt x="378" y="20720"/>
                  <a:pt x="280" y="20622"/>
                  <a:pt x="280" y="20500"/>
                </a:cubicBezTo>
                <a:cubicBezTo>
                  <a:pt x="280" y="20378"/>
                  <a:pt x="378" y="20280"/>
                  <a:pt x="500" y="20280"/>
                </a:cubicBezTo>
                <a:cubicBezTo>
                  <a:pt x="622" y="20280"/>
                  <a:pt x="720" y="20378"/>
                  <a:pt x="720" y="20500"/>
                </a:cubicBezTo>
                <a:close/>
                <a:moveTo>
                  <a:pt x="1720" y="20500"/>
                </a:moveTo>
                <a:cubicBezTo>
                  <a:pt x="1720" y="20622"/>
                  <a:pt x="1622" y="20720"/>
                  <a:pt x="1500" y="20720"/>
                </a:cubicBezTo>
                <a:cubicBezTo>
                  <a:pt x="1378" y="20720"/>
                  <a:pt x="1280" y="20622"/>
                  <a:pt x="1280" y="20500"/>
                </a:cubicBezTo>
                <a:cubicBezTo>
                  <a:pt x="1280" y="20378"/>
                  <a:pt x="1378" y="20280"/>
                  <a:pt x="1500" y="20280"/>
                </a:cubicBezTo>
                <a:cubicBezTo>
                  <a:pt x="1622" y="20280"/>
                  <a:pt x="1720" y="20378"/>
                  <a:pt x="1720" y="20500"/>
                </a:cubicBezTo>
                <a:close/>
                <a:moveTo>
                  <a:pt x="2720" y="20500"/>
                </a:moveTo>
                <a:cubicBezTo>
                  <a:pt x="2720" y="20622"/>
                  <a:pt x="2622" y="20720"/>
                  <a:pt x="2500" y="20720"/>
                </a:cubicBezTo>
                <a:cubicBezTo>
                  <a:pt x="2378" y="20720"/>
                  <a:pt x="2280" y="20622"/>
                  <a:pt x="2280" y="20500"/>
                </a:cubicBezTo>
                <a:cubicBezTo>
                  <a:pt x="2280" y="20378"/>
                  <a:pt x="2378" y="20280"/>
                  <a:pt x="2500" y="20280"/>
                </a:cubicBezTo>
                <a:cubicBezTo>
                  <a:pt x="2622" y="20280"/>
                  <a:pt x="2720" y="20378"/>
                  <a:pt x="2720" y="20500"/>
                </a:cubicBezTo>
                <a:close/>
                <a:moveTo>
                  <a:pt x="3720" y="20500"/>
                </a:moveTo>
                <a:cubicBezTo>
                  <a:pt x="3720" y="20622"/>
                  <a:pt x="3622" y="20720"/>
                  <a:pt x="3500" y="20720"/>
                </a:cubicBezTo>
                <a:cubicBezTo>
                  <a:pt x="3378" y="20720"/>
                  <a:pt x="3280" y="20622"/>
                  <a:pt x="3280" y="20500"/>
                </a:cubicBezTo>
                <a:cubicBezTo>
                  <a:pt x="3280" y="20378"/>
                  <a:pt x="3378" y="20280"/>
                  <a:pt x="3500" y="20280"/>
                </a:cubicBezTo>
                <a:cubicBezTo>
                  <a:pt x="3622" y="20280"/>
                  <a:pt x="3720" y="20378"/>
                  <a:pt x="3720" y="20500"/>
                </a:cubicBezTo>
                <a:close/>
                <a:moveTo>
                  <a:pt x="4720" y="20500"/>
                </a:moveTo>
                <a:cubicBezTo>
                  <a:pt x="4720" y="20622"/>
                  <a:pt x="4622" y="20720"/>
                  <a:pt x="4500" y="20720"/>
                </a:cubicBezTo>
                <a:cubicBezTo>
                  <a:pt x="4378" y="20720"/>
                  <a:pt x="4280" y="20622"/>
                  <a:pt x="4280" y="20500"/>
                </a:cubicBezTo>
                <a:cubicBezTo>
                  <a:pt x="4280" y="20378"/>
                  <a:pt x="4378" y="20280"/>
                  <a:pt x="4500" y="20280"/>
                </a:cubicBezTo>
                <a:cubicBezTo>
                  <a:pt x="4622" y="20280"/>
                  <a:pt x="4720" y="20378"/>
                  <a:pt x="4720" y="20500"/>
                </a:cubicBezTo>
                <a:close/>
                <a:moveTo>
                  <a:pt x="5720" y="20500"/>
                </a:moveTo>
                <a:cubicBezTo>
                  <a:pt x="5720" y="20622"/>
                  <a:pt x="5622" y="20720"/>
                  <a:pt x="5500" y="20720"/>
                </a:cubicBezTo>
                <a:cubicBezTo>
                  <a:pt x="5378" y="20720"/>
                  <a:pt x="5280" y="20622"/>
                  <a:pt x="5280" y="20500"/>
                </a:cubicBezTo>
                <a:cubicBezTo>
                  <a:pt x="5280" y="20378"/>
                  <a:pt x="5378" y="20280"/>
                  <a:pt x="5500" y="20280"/>
                </a:cubicBezTo>
                <a:cubicBezTo>
                  <a:pt x="5622" y="20280"/>
                  <a:pt x="5720" y="20378"/>
                  <a:pt x="5720" y="20500"/>
                </a:cubicBezTo>
                <a:close/>
                <a:moveTo>
                  <a:pt x="6720" y="20500"/>
                </a:moveTo>
                <a:cubicBezTo>
                  <a:pt x="6720" y="20622"/>
                  <a:pt x="6622" y="20720"/>
                  <a:pt x="6500" y="20720"/>
                </a:cubicBezTo>
                <a:cubicBezTo>
                  <a:pt x="6378" y="20720"/>
                  <a:pt x="6280" y="20622"/>
                  <a:pt x="6280" y="20500"/>
                </a:cubicBezTo>
                <a:cubicBezTo>
                  <a:pt x="6280" y="20378"/>
                  <a:pt x="6378" y="20280"/>
                  <a:pt x="6500" y="20280"/>
                </a:cubicBezTo>
                <a:cubicBezTo>
                  <a:pt x="6622" y="20280"/>
                  <a:pt x="6720" y="20378"/>
                  <a:pt x="6720" y="20500"/>
                </a:cubicBezTo>
                <a:close/>
                <a:moveTo>
                  <a:pt x="7720" y="20500"/>
                </a:moveTo>
                <a:cubicBezTo>
                  <a:pt x="7720" y="20622"/>
                  <a:pt x="7622" y="20720"/>
                  <a:pt x="7500" y="20720"/>
                </a:cubicBezTo>
                <a:cubicBezTo>
                  <a:pt x="7378" y="20720"/>
                  <a:pt x="7280" y="20622"/>
                  <a:pt x="7280" y="20500"/>
                </a:cubicBezTo>
                <a:cubicBezTo>
                  <a:pt x="7280" y="20378"/>
                  <a:pt x="7378" y="20280"/>
                  <a:pt x="7500" y="20280"/>
                </a:cubicBezTo>
                <a:cubicBezTo>
                  <a:pt x="7622" y="20280"/>
                  <a:pt x="7720" y="20378"/>
                  <a:pt x="7720" y="20500"/>
                </a:cubicBezTo>
                <a:close/>
                <a:moveTo>
                  <a:pt x="720" y="21500"/>
                </a:moveTo>
                <a:cubicBezTo>
                  <a:pt x="720" y="21622"/>
                  <a:pt x="622" y="21720"/>
                  <a:pt x="500" y="21720"/>
                </a:cubicBezTo>
                <a:cubicBezTo>
                  <a:pt x="378" y="21720"/>
                  <a:pt x="280" y="21622"/>
                  <a:pt x="280" y="21500"/>
                </a:cubicBezTo>
                <a:cubicBezTo>
                  <a:pt x="280" y="21378"/>
                  <a:pt x="378" y="21280"/>
                  <a:pt x="500" y="21280"/>
                </a:cubicBezTo>
                <a:cubicBezTo>
                  <a:pt x="622" y="21280"/>
                  <a:pt x="720" y="21378"/>
                  <a:pt x="720" y="21500"/>
                </a:cubicBezTo>
                <a:close/>
                <a:moveTo>
                  <a:pt x="1720" y="21500"/>
                </a:moveTo>
                <a:cubicBezTo>
                  <a:pt x="1720" y="21622"/>
                  <a:pt x="1622" y="21720"/>
                  <a:pt x="1500" y="21720"/>
                </a:cubicBezTo>
                <a:cubicBezTo>
                  <a:pt x="1378" y="21720"/>
                  <a:pt x="1280" y="21622"/>
                  <a:pt x="1280" y="21500"/>
                </a:cubicBezTo>
                <a:cubicBezTo>
                  <a:pt x="1280" y="21378"/>
                  <a:pt x="1378" y="21280"/>
                  <a:pt x="1500" y="21280"/>
                </a:cubicBezTo>
                <a:cubicBezTo>
                  <a:pt x="1622" y="21280"/>
                  <a:pt x="1720" y="21378"/>
                  <a:pt x="1720" y="21500"/>
                </a:cubicBezTo>
                <a:close/>
                <a:moveTo>
                  <a:pt x="2720" y="21500"/>
                </a:moveTo>
                <a:cubicBezTo>
                  <a:pt x="2720" y="21622"/>
                  <a:pt x="2622" y="21720"/>
                  <a:pt x="2500" y="21720"/>
                </a:cubicBezTo>
                <a:cubicBezTo>
                  <a:pt x="2378" y="21720"/>
                  <a:pt x="2280" y="21622"/>
                  <a:pt x="2280" y="21500"/>
                </a:cubicBezTo>
                <a:cubicBezTo>
                  <a:pt x="2280" y="21378"/>
                  <a:pt x="2378" y="21280"/>
                  <a:pt x="2500" y="21280"/>
                </a:cubicBezTo>
                <a:cubicBezTo>
                  <a:pt x="2622" y="21280"/>
                  <a:pt x="2720" y="21378"/>
                  <a:pt x="2720" y="21500"/>
                </a:cubicBezTo>
                <a:close/>
                <a:moveTo>
                  <a:pt x="3720" y="21500"/>
                </a:moveTo>
                <a:cubicBezTo>
                  <a:pt x="3720" y="21622"/>
                  <a:pt x="3622" y="21720"/>
                  <a:pt x="3500" y="21720"/>
                </a:cubicBezTo>
                <a:cubicBezTo>
                  <a:pt x="3378" y="21720"/>
                  <a:pt x="3280" y="21622"/>
                  <a:pt x="3280" y="21500"/>
                </a:cubicBezTo>
                <a:cubicBezTo>
                  <a:pt x="3280" y="21378"/>
                  <a:pt x="3378" y="21280"/>
                  <a:pt x="3500" y="21280"/>
                </a:cubicBezTo>
                <a:cubicBezTo>
                  <a:pt x="3622" y="21280"/>
                  <a:pt x="3720" y="21378"/>
                  <a:pt x="3720" y="21500"/>
                </a:cubicBezTo>
                <a:close/>
                <a:moveTo>
                  <a:pt x="4720" y="21500"/>
                </a:moveTo>
                <a:cubicBezTo>
                  <a:pt x="4720" y="21622"/>
                  <a:pt x="4622" y="21720"/>
                  <a:pt x="4500" y="21720"/>
                </a:cubicBezTo>
                <a:cubicBezTo>
                  <a:pt x="4378" y="21720"/>
                  <a:pt x="4280" y="21622"/>
                  <a:pt x="4280" y="21500"/>
                </a:cubicBezTo>
                <a:cubicBezTo>
                  <a:pt x="4280" y="21378"/>
                  <a:pt x="4378" y="21280"/>
                  <a:pt x="4500" y="21280"/>
                </a:cubicBezTo>
                <a:cubicBezTo>
                  <a:pt x="4622" y="21280"/>
                  <a:pt x="4720" y="21378"/>
                  <a:pt x="4720" y="21500"/>
                </a:cubicBezTo>
                <a:close/>
                <a:moveTo>
                  <a:pt x="5720" y="21500"/>
                </a:moveTo>
                <a:cubicBezTo>
                  <a:pt x="5720" y="21622"/>
                  <a:pt x="5622" y="21720"/>
                  <a:pt x="5500" y="21720"/>
                </a:cubicBezTo>
                <a:cubicBezTo>
                  <a:pt x="5378" y="21720"/>
                  <a:pt x="5280" y="21622"/>
                  <a:pt x="5280" y="21500"/>
                </a:cubicBezTo>
                <a:cubicBezTo>
                  <a:pt x="5280" y="21378"/>
                  <a:pt x="5378" y="21280"/>
                  <a:pt x="5500" y="21280"/>
                </a:cubicBezTo>
                <a:cubicBezTo>
                  <a:pt x="5622" y="21280"/>
                  <a:pt x="5720" y="21378"/>
                  <a:pt x="5720" y="21500"/>
                </a:cubicBezTo>
                <a:close/>
                <a:moveTo>
                  <a:pt x="6720" y="21500"/>
                </a:moveTo>
                <a:cubicBezTo>
                  <a:pt x="6720" y="21622"/>
                  <a:pt x="6622" y="21720"/>
                  <a:pt x="6500" y="21720"/>
                </a:cubicBezTo>
                <a:cubicBezTo>
                  <a:pt x="6378" y="21720"/>
                  <a:pt x="6280" y="21622"/>
                  <a:pt x="6280" y="21500"/>
                </a:cubicBezTo>
                <a:cubicBezTo>
                  <a:pt x="6280" y="21378"/>
                  <a:pt x="6378" y="21280"/>
                  <a:pt x="6500" y="21280"/>
                </a:cubicBezTo>
                <a:cubicBezTo>
                  <a:pt x="6622" y="21280"/>
                  <a:pt x="6720" y="21378"/>
                  <a:pt x="6720" y="21500"/>
                </a:cubicBezTo>
                <a:close/>
                <a:moveTo>
                  <a:pt x="7720" y="21500"/>
                </a:moveTo>
                <a:cubicBezTo>
                  <a:pt x="7720" y="21622"/>
                  <a:pt x="7622" y="21720"/>
                  <a:pt x="7500" y="21720"/>
                </a:cubicBezTo>
                <a:cubicBezTo>
                  <a:pt x="7378" y="21720"/>
                  <a:pt x="7280" y="21622"/>
                  <a:pt x="7280" y="21500"/>
                </a:cubicBezTo>
                <a:cubicBezTo>
                  <a:pt x="7280" y="21378"/>
                  <a:pt x="7378" y="21280"/>
                  <a:pt x="7500" y="21280"/>
                </a:cubicBezTo>
                <a:cubicBezTo>
                  <a:pt x="7622" y="21280"/>
                  <a:pt x="7720" y="21378"/>
                  <a:pt x="7720" y="21500"/>
                </a:cubicBezTo>
                <a:close/>
                <a:moveTo>
                  <a:pt x="720" y="22500"/>
                </a:moveTo>
                <a:cubicBezTo>
                  <a:pt x="720" y="22622"/>
                  <a:pt x="622" y="22720"/>
                  <a:pt x="500" y="22720"/>
                </a:cubicBezTo>
                <a:cubicBezTo>
                  <a:pt x="378" y="22720"/>
                  <a:pt x="280" y="22622"/>
                  <a:pt x="280" y="22500"/>
                </a:cubicBezTo>
                <a:cubicBezTo>
                  <a:pt x="280" y="22378"/>
                  <a:pt x="378" y="22280"/>
                  <a:pt x="500" y="22280"/>
                </a:cubicBezTo>
                <a:cubicBezTo>
                  <a:pt x="622" y="22280"/>
                  <a:pt x="720" y="22378"/>
                  <a:pt x="720" y="22500"/>
                </a:cubicBezTo>
                <a:close/>
                <a:moveTo>
                  <a:pt x="1720" y="22500"/>
                </a:moveTo>
                <a:cubicBezTo>
                  <a:pt x="1720" y="22622"/>
                  <a:pt x="1622" y="22720"/>
                  <a:pt x="1500" y="22720"/>
                </a:cubicBezTo>
                <a:cubicBezTo>
                  <a:pt x="1378" y="22720"/>
                  <a:pt x="1280" y="22622"/>
                  <a:pt x="1280" y="22500"/>
                </a:cubicBezTo>
                <a:cubicBezTo>
                  <a:pt x="1280" y="22378"/>
                  <a:pt x="1378" y="22280"/>
                  <a:pt x="1500" y="22280"/>
                </a:cubicBezTo>
                <a:cubicBezTo>
                  <a:pt x="1622" y="22280"/>
                  <a:pt x="1720" y="22378"/>
                  <a:pt x="1720" y="22500"/>
                </a:cubicBezTo>
                <a:close/>
                <a:moveTo>
                  <a:pt x="2720" y="22500"/>
                </a:moveTo>
                <a:cubicBezTo>
                  <a:pt x="2720" y="22622"/>
                  <a:pt x="2622" y="22720"/>
                  <a:pt x="2500" y="22720"/>
                </a:cubicBezTo>
                <a:cubicBezTo>
                  <a:pt x="2378" y="22720"/>
                  <a:pt x="2280" y="22622"/>
                  <a:pt x="2280" y="22500"/>
                </a:cubicBezTo>
                <a:cubicBezTo>
                  <a:pt x="2280" y="22378"/>
                  <a:pt x="2378" y="22280"/>
                  <a:pt x="2500" y="22280"/>
                </a:cubicBezTo>
                <a:cubicBezTo>
                  <a:pt x="2622" y="22280"/>
                  <a:pt x="2720" y="22378"/>
                  <a:pt x="2720" y="22500"/>
                </a:cubicBezTo>
                <a:close/>
                <a:moveTo>
                  <a:pt x="3720" y="22500"/>
                </a:moveTo>
                <a:cubicBezTo>
                  <a:pt x="3720" y="22622"/>
                  <a:pt x="3622" y="22720"/>
                  <a:pt x="3500" y="22720"/>
                </a:cubicBezTo>
                <a:cubicBezTo>
                  <a:pt x="3378" y="22720"/>
                  <a:pt x="3280" y="22622"/>
                  <a:pt x="3280" y="22500"/>
                </a:cubicBezTo>
                <a:cubicBezTo>
                  <a:pt x="3280" y="22378"/>
                  <a:pt x="3378" y="22280"/>
                  <a:pt x="3500" y="22280"/>
                </a:cubicBezTo>
                <a:cubicBezTo>
                  <a:pt x="3622" y="22280"/>
                  <a:pt x="3720" y="22378"/>
                  <a:pt x="3720" y="22500"/>
                </a:cubicBezTo>
                <a:close/>
                <a:moveTo>
                  <a:pt x="4720" y="22500"/>
                </a:moveTo>
                <a:cubicBezTo>
                  <a:pt x="4720" y="22622"/>
                  <a:pt x="4622" y="22720"/>
                  <a:pt x="4500" y="22720"/>
                </a:cubicBezTo>
                <a:cubicBezTo>
                  <a:pt x="4378" y="22720"/>
                  <a:pt x="4280" y="22622"/>
                  <a:pt x="4280" y="22500"/>
                </a:cubicBezTo>
                <a:cubicBezTo>
                  <a:pt x="4280" y="22378"/>
                  <a:pt x="4378" y="22280"/>
                  <a:pt x="4500" y="22280"/>
                </a:cubicBezTo>
                <a:cubicBezTo>
                  <a:pt x="4622" y="22280"/>
                  <a:pt x="4720" y="22378"/>
                  <a:pt x="4720" y="22500"/>
                </a:cubicBezTo>
                <a:close/>
                <a:moveTo>
                  <a:pt x="5720" y="22500"/>
                </a:moveTo>
                <a:cubicBezTo>
                  <a:pt x="5720" y="22622"/>
                  <a:pt x="5622" y="22720"/>
                  <a:pt x="5500" y="22720"/>
                </a:cubicBezTo>
                <a:cubicBezTo>
                  <a:pt x="5378" y="22720"/>
                  <a:pt x="5280" y="22622"/>
                  <a:pt x="5280" y="22500"/>
                </a:cubicBezTo>
                <a:cubicBezTo>
                  <a:pt x="5280" y="22378"/>
                  <a:pt x="5378" y="22280"/>
                  <a:pt x="5500" y="22280"/>
                </a:cubicBezTo>
                <a:cubicBezTo>
                  <a:pt x="5622" y="22280"/>
                  <a:pt x="5720" y="22378"/>
                  <a:pt x="5720" y="22500"/>
                </a:cubicBezTo>
                <a:close/>
                <a:moveTo>
                  <a:pt x="6720" y="22500"/>
                </a:moveTo>
                <a:cubicBezTo>
                  <a:pt x="6720" y="22622"/>
                  <a:pt x="6622" y="22720"/>
                  <a:pt x="6500" y="22720"/>
                </a:cubicBezTo>
                <a:cubicBezTo>
                  <a:pt x="6378" y="22720"/>
                  <a:pt x="6280" y="22622"/>
                  <a:pt x="6280" y="22500"/>
                </a:cubicBezTo>
                <a:cubicBezTo>
                  <a:pt x="6280" y="22378"/>
                  <a:pt x="6378" y="22280"/>
                  <a:pt x="6500" y="22280"/>
                </a:cubicBezTo>
                <a:cubicBezTo>
                  <a:pt x="6622" y="22280"/>
                  <a:pt x="6720" y="22378"/>
                  <a:pt x="6720" y="22500"/>
                </a:cubicBezTo>
                <a:close/>
                <a:moveTo>
                  <a:pt x="7720" y="22500"/>
                </a:moveTo>
                <a:cubicBezTo>
                  <a:pt x="7720" y="22622"/>
                  <a:pt x="7622" y="22720"/>
                  <a:pt x="7500" y="22720"/>
                </a:cubicBezTo>
                <a:cubicBezTo>
                  <a:pt x="7378" y="22720"/>
                  <a:pt x="7280" y="22622"/>
                  <a:pt x="7280" y="22500"/>
                </a:cubicBezTo>
                <a:cubicBezTo>
                  <a:pt x="7280" y="22378"/>
                  <a:pt x="7378" y="22280"/>
                  <a:pt x="7500" y="22280"/>
                </a:cubicBezTo>
                <a:cubicBezTo>
                  <a:pt x="7622" y="22280"/>
                  <a:pt x="7720" y="22378"/>
                  <a:pt x="7720" y="22500"/>
                </a:cubicBezTo>
                <a:close/>
                <a:moveTo>
                  <a:pt x="720" y="23500"/>
                </a:moveTo>
                <a:cubicBezTo>
                  <a:pt x="720" y="23622"/>
                  <a:pt x="622" y="23720"/>
                  <a:pt x="500" y="23720"/>
                </a:cubicBezTo>
                <a:cubicBezTo>
                  <a:pt x="378" y="23720"/>
                  <a:pt x="280" y="23622"/>
                  <a:pt x="280" y="23500"/>
                </a:cubicBezTo>
                <a:cubicBezTo>
                  <a:pt x="280" y="23378"/>
                  <a:pt x="378" y="23280"/>
                  <a:pt x="500" y="23280"/>
                </a:cubicBezTo>
                <a:cubicBezTo>
                  <a:pt x="622" y="23280"/>
                  <a:pt x="720" y="23378"/>
                  <a:pt x="720" y="23500"/>
                </a:cubicBezTo>
                <a:close/>
                <a:moveTo>
                  <a:pt x="1720" y="23500"/>
                </a:moveTo>
                <a:cubicBezTo>
                  <a:pt x="1720" y="23622"/>
                  <a:pt x="1622" y="23720"/>
                  <a:pt x="1500" y="23720"/>
                </a:cubicBezTo>
                <a:cubicBezTo>
                  <a:pt x="1378" y="23720"/>
                  <a:pt x="1280" y="23622"/>
                  <a:pt x="1280" y="23500"/>
                </a:cubicBezTo>
                <a:cubicBezTo>
                  <a:pt x="1280" y="23378"/>
                  <a:pt x="1378" y="23280"/>
                  <a:pt x="1500" y="23280"/>
                </a:cubicBezTo>
                <a:cubicBezTo>
                  <a:pt x="1622" y="23280"/>
                  <a:pt x="1720" y="23378"/>
                  <a:pt x="1720" y="23500"/>
                </a:cubicBezTo>
                <a:close/>
                <a:moveTo>
                  <a:pt x="2720" y="23500"/>
                </a:moveTo>
                <a:cubicBezTo>
                  <a:pt x="2720" y="23622"/>
                  <a:pt x="2622" y="23720"/>
                  <a:pt x="2500" y="23720"/>
                </a:cubicBezTo>
                <a:cubicBezTo>
                  <a:pt x="2378" y="23720"/>
                  <a:pt x="2280" y="23622"/>
                  <a:pt x="2280" y="23500"/>
                </a:cubicBezTo>
                <a:cubicBezTo>
                  <a:pt x="2280" y="23378"/>
                  <a:pt x="2378" y="23280"/>
                  <a:pt x="2500" y="23280"/>
                </a:cubicBezTo>
                <a:cubicBezTo>
                  <a:pt x="2622" y="23280"/>
                  <a:pt x="2720" y="23378"/>
                  <a:pt x="2720" y="23500"/>
                </a:cubicBezTo>
                <a:close/>
                <a:moveTo>
                  <a:pt x="3720" y="23500"/>
                </a:moveTo>
                <a:cubicBezTo>
                  <a:pt x="3720" y="23622"/>
                  <a:pt x="3622" y="23720"/>
                  <a:pt x="3500" y="23720"/>
                </a:cubicBezTo>
                <a:cubicBezTo>
                  <a:pt x="3378" y="23720"/>
                  <a:pt x="3280" y="23622"/>
                  <a:pt x="3280" y="23500"/>
                </a:cubicBezTo>
                <a:cubicBezTo>
                  <a:pt x="3280" y="23378"/>
                  <a:pt x="3378" y="23280"/>
                  <a:pt x="3500" y="23280"/>
                </a:cubicBezTo>
                <a:cubicBezTo>
                  <a:pt x="3622" y="23280"/>
                  <a:pt x="3720" y="23378"/>
                  <a:pt x="3720" y="23500"/>
                </a:cubicBezTo>
                <a:close/>
                <a:moveTo>
                  <a:pt x="4720" y="23500"/>
                </a:moveTo>
                <a:cubicBezTo>
                  <a:pt x="4720" y="23622"/>
                  <a:pt x="4622" y="23720"/>
                  <a:pt x="4500" y="23720"/>
                </a:cubicBezTo>
                <a:cubicBezTo>
                  <a:pt x="4378" y="23720"/>
                  <a:pt x="4280" y="23622"/>
                  <a:pt x="4280" y="23500"/>
                </a:cubicBezTo>
                <a:cubicBezTo>
                  <a:pt x="4280" y="23378"/>
                  <a:pt x="4378" y="23280"/>
                  <a:pt x="4500" y="23280"/>
                </a:cubicBezTo>
                <a:cubicBezTo>
                  <a:pt x="4622" y="23280"/>
                  <a:pt x="4720" y="23378"/>
                  <a:pt x="4720" y="23500"/>
                </a:cubicBezTo>
                <a:close/>
                <a:moveTo>
                  <a:pt x="5720" y="23500"/>
                </a:moveTo>
                <a:cubicBezTo>
                  <a:pt x="5720" y="23622"/>
                  <a:pt x="5622" y="23720"/>
                  <a:pt x="5500" y="23720"/>
                </a:cubicBezTo>
                <a:cubicBezTo>
                  <a:pt x="5378" y="23720"/>
                  <a:pt x="5280" y="23622"/>
                  <a:pt x="5280" y="23500"/>
                </a:cubicBezTo>
                <a:cubicBezTo>
                  <a:pt x="5280" y="23378"/>
                  <a:pt x="5378" y="23280"/>
                  <a:pt x="5500" y="23280"/>
                </a:cubicBezTo>
                <a:cubicBezTo>
                  <a:pt x="5622" y="23280"/>
                  <a:pt x="5720" y="23378"/>
                  <a:pt x="5720" y="23500"/>
                </a:cubicBezTo>
                <a:close/>
                <a:moveTo>
                  <a:pt x="6720" y="23500"/>
                </a:moveTo>
                <a:cubicBezTo>
                  <a:pt x="6720" y="23622"/>
                  <a:pt x="6622" y="23720"/>
                  <a:pt x="6500" y="23720"/>
                </a:cubicBezTo>
                <a:cubicBezTo>
                  <a:pt x="6378" y="23720"/>
                  <a:pt x="6280" y="23622"/>
                  <a:pt x="6280" y="23500"/>
                </a:cubicBezTo>
                <a:cubicBezTo>
                  <a:pt x="6280" y="23378"/>
                  <a:pt x="6378" y="23280"/>
                  <a:pt x="6500" y="23280"/>
                </a:cubicBezTo>
                <a:cubicBezTo>
                  <a:pt x="6622" y="23280"/>
                  <a:pt x="6720" y="23378"/>
                  <a:pt x="6720" y="23500"/>
                </a:cubicBezTo>
                <a:close/>
                <a:moveTo>
                  <a:pt x="7720" y="23500"/>
                </a:moveTo>
                <a:cubicBezTo>
                  <a:pt x="7720" y="23622"/>
                  <a:pt x="7622" y="23720"/>
                  <a:pt x="7500" y="23720"/>
                </a:cubicBezTo>
                <a:cubicBezTo>
                  <a:pt x="7378" y="23720"/>
                  <a:pt x="7280" y="23622"/>
                  <a:pt x="7280" y="23500"/>
                </a:cubicBezTo>
                <a:cubicBezTo>
                  <a:pt x="7280" y="23378"/>
                  <a:pt x="7378" y="23280"/>
                  <a:pt x="7500" y="23280"/>
                </a:cubicBezTo>
                <a:cubicBezTo>
                  <a:pt x="7622" y="23280"/>
                  <a:pt x="7720" y="23378"/>
                  <a:pt x="7720" y="23500"/>
                </a:cubicBezTo>
                <a:close/>
              </a:path>
            </a:pathLst>
          </a:custGeom>
          <a:solidFill>
            <a:srgbClr val="9B8F82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win"/>
          <p:cNvSpPr/>
          <p:nvPr/>
        </p:nvSpPr>
        <p:spPr>
          <a:xfrm>
            <a:off x="508000" y="381000"/>
            <a:ext cx="11049000" cy="5969000"/>
          </a:xfrm>
          <a:prstGeom prst="rect">
            <a:avLst/>
          </a:prstGeom>
          <a:solidFill>
            <a:srgbClr val="FBF5E9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cxnSp>
        <p:nvCxnSpPr>
          <p:cNvPr id="5" name="bar"/>
          <p:cNvCxnSpPr/>
          <p:nvPr/>
        </p:nvCxnSpPr>
        <p:spPr>
          <a:xfrm>
            <a:off x="508000" y="838200"/>
            <a:ext cx="11049000" cy="0"/>
          </a:xfrm>
          <a:prstGeom prst="line">
            <a:avLst/>
          </a:prstGeom>
          <a:ln w="31750" cap="rnd">
            <a:solidFill>
              <a:srgbClr val="111111"/>
            </a:solidFill>
            <a:round/>
          </a:ln>
        </p:spPr>
      </p:cxnSp>
      <p:sp>
        <p:nvSpPr>
          <p:cNvPr id="6" name="bartxt"/>
          <p:cNvSpPr txBox="1"/>
          <p:nvPr/>
        </p:nvSpPr>
        <p:spPr>
          <a:xfrm>
            <a:off x="762000" y="5207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dirty="0">
                <a:solidFill>
                  <a:srgbClr val="111111"/>
                </a:solidFill>
                <a:latin typeface="Cascadia Mono"/>
                <a:cs typeface="Cascadia Mono"/>
              </a:rPr>
              <a:t>контакты.exe</a:t>
            </a:r>
            <a:endParaRPr lang="ru-RU" sz="1100" dirty="0">
              <a:solidFill>
                <a:srgbClr val="111111"/>
              </a:solidFill>
              <a:latin typeface="Cascadia Mono"/>
              <a:cs typeface="Cascadia Mono"/>
            </a:endParaRPr>
          </a:p>
        </p:txBody>
      </p:sp>
      <p:sp>
        <p:nvSpPr>
          <p:cNvPr id="7" name="b1"/>
          <p:cNvSpPr/>
          <p:nvPr/>
        </p:nvSpPr>
        <p:spPr>
          <a:xfrm>
            <a:off x="10388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12000"/>
                </a:moveTo>
                <a:lnTo>
                  <a:pt x="19000" y="12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8" name="b2"/>
          <p:cNvSpPr/>
          <p:nvPr/>
        </p:nvSpPr>
        <p:spPr>
          <a:xfrm>
            <a:off x="10769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b3"/>
          <p:cNvSpPr/>
          <p:nvPr/>
        </p:nvSpPr>
        <p:spPr>
          <a:xfrm>
            <a:off x="11150600" y="469900"/>
            <a:ext cx="279400" cy="2794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8000" y="6000"/>
                </a:moveTo>
                <a:lnTo>
                  <a:pt x="6000" y="18000"/>
                </a:lnTo>
              </a:path>
              <a:path w="24000" h="24000" fill="none">
                <a:moveTo>
                  <a:pt x="6000" y="6000"/>
                </a:moveTo>
                <a:lnTo>
                  <a:pt x="18000" y="18000"/>
                </a:lnTo>
              </a:path>
            </a:pathLst>
          </a:custGeom>
          <a:noFill/>
          <a:ln w="34925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h"/>
          <p:cNvSpPr txBox="1"/>
          <p:nvPr/>
        </p:nvSpPr>
        <p:spPr>
          <a:xfrm>
            <a:off x="1016000" y="1397000"/>
            <a:ext cx="546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5600" dirty="0">
                <a:solidFill>
                  <a:srgbClr val="111111"/>
                </a:solidFill>
                <a:latin typeface="Unbounded ExtraBold"/>
                <a:cs typeface="Unbounded ExtraBold"/>
              </a:rPr>
              <a:t>Спасибо!</a:t>
            </a:r>
            <a:endParaRPr lang="ru-RU" sz="5600" dirty="0">
              <a:solidFill>
                <a:srgbClr val="111111"/>
              </a:solidFill>
              <a:latin typeface="Unbounded ExtraBold"/>
              <a:cs typeface="Unbounded ExtraBold"/>
            </a:endParaRPr>
          </a:p>
        </p:txBody>
      </p:sp>
      <p:sp>
        <p:nvSpPr>
          <p:cNvPr id="11" name="lead"/>
          <p:cNvSpPr txBox="1"/>
          <p:nvPr/>
        </p:nvSpPr>
        <p:spPr>
          <a:xfrm>
            <a:off x="1016000" y="2616200"/>
            <a:ext cx="5080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ru-RU" sz="1600" dirty="0">
                <a:solidFill>
                  <a:srgbClr val="3A322B"/>
                </a:solidFill>
                <a:latin typeface="+mn-lt"/>
                <a:cs typeface="+mn-lt"/>
              </a:rPr>
              <a:t>Расскажите о задаче — через два рабочих дня пришлём план работ и оценку.</a:t>
            </a:r>
            <a:endParaRPr lang="ru-RU" sz="1600" dirty="0">
              <a:solidFill>
                <a:srgbClr val="3A322B"/>
              </a:solidFill>
              <a:latin typeface="+mn-lt"/>
              <a:cs typeface="+mn-lt"/>
            </a:endParaRPr>
          </a:p>
        </p:txBody>
      </p:sp>
      <p:sp>
        <p:nvSpPr>
          <p:cNvPr id="12" name="btn"/>
          <p:cNvSpPr/>
          <p:nvPr/>
        </p:nvSpPr>
        <p:spPr>
          <a:xfrm>
            <a:off x="1016000" y="3759200"/>
            <a:ext cx="3429000" cy="685800"/>
          </a:xfrm>
          <a:prstGeom prst="rect">
            <a:avLst/>
          </a:prstGeom>
          <a:solidFill>
            <a:schemeClr val="accent1"/>
          </a:solidFill>
          <a:ln w="31750" cap="rnd">
            <a:solidFill>
              <a:srgbClr val="111111"/>
            </a:solidFill>
            <a:round/>
          </a:ln>
          <a:effectLst>
            <a:outerShdw blurRad="0" dist="76200" dir="2700000" algn="tl" rotWithShape="0">
              <a:srgbClr val="000000"/>
            </a:outerShdw>
          </a:effectLst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buNone/>
            </a:pPr>
            <a:r>
              <a:rPr lang="ru-RU" sz="1400" dirty="0">
                <a:solidFill>
                  <a:srgbClr val="111111"/>
                </a:solidFill>
                <a:latin typeface="Unbounded ExtraBold"/>
                <a:cs typeface="Unbounded ExtraBold"/>
              </a:rPr>
              <a:t>Обсудить проект </a:t>
            </a:r>
            <a:r>
              <a:rPr lang="ru-RU" sz="1400" dirty="0">
                <a:solidFill>
                  <a:srgbClr val="111111"/>
                </a:solidFill>
                <a:latin typeface="Segoe UI"/>
                <a:cs typeface="Segoe UI"/>
              </a:rPr>
              <a:t>→</a:t>
            </a:r>
            <a:endParaRPr lang="ru-RU" sz="1400" dirty="0">
              <a:solidFill>
                <a:srgbClr val="111111"/>
              </a:solidFill>
              <a:latin typeface="Unbounded ExtraBold"/>
              <a:cs typeface="Unbounded ExtraBold"/>
            </a:endParaRPr>
          </a:p>
        </p:txBody>
      </p:sp>
      <p:grpSp>
        <p:nvGrpSpPr>
          <p:cNvPr id="13" name="cwin"/>
          <p:cNvGrpSpPr/>
          <p:nvPr/>
        </p:nvGrpSpPr>
        <p:grpSpPr>
          <a:xfrm>
            <a:off x="6680200" y="1270000"/>
            <a:ext cx="4394200" cy="3200400"/>
            <a:chOff x="6680200" y="1270000"/>
            <a:chExt cx="4394200" cy="3200400"/>
          </a:xfrm>
        </p:grpSpPr>
        <p:sp>
          <p:nvSpPr>
            <p:cNvPr id="14" name="shape 14"/>
            <p:cNvSpPr/>
            <p:nvPr/>
          </p:nvSpPr>
          <p:spPr>
            <a:xfrm>
              <a:off x="6680200" y="1270000"/>
              <a:ext cx="4394200" cy="32004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5" name="shape 15"/>
            <p:cNvSpPr/>
            <p:nvPr/>
          </p:nvSpPr>
          <p:spPr>
            <a:xfrm>
              <a:off x="6680200" y="1270000"/>
              <a:ext cx="4394200" cy="330200"/>
            </a:xfrm>
            <a:prstGeom prst="rect">
              <a:avLst/>
            </a:prstGeom>
            <a:solidFill>
              <a:schemeClr val="accent3"/>
            </a:solidFill>
            <a:ln w="317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6832600" y="1333500"/>
              <a:ext cx="2540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00" dirty="0">
                  <a:solidFill>
                    <a:srgbClr val="111111"/>
                  </a:solidFill>
                  <a:latin typeface="Cascadia Mono"/>
                  <a:cs typeface="Cascadia Mono"/>
                </a:rPr>
                <a:t>контакты.vcf</a:t>
              </a:r>
              <a:endParaRPr lang="ru-RU" sz="1000" dirty="0">
                <a:solidFill>
                  <a:srgbClr val="111111"/>
                </a:solidFill>
                <a:latin typeface="Cascadia Mono"/>
                <a:cs typeface="Cascadia Mono"/>
              </a:endParaRPr>
            </a:p>
          </p:txBody>
        </p:sp>
        <p:sp>
          <p:nvSpPr>
            <p:cNvPr id="17" name="icon 17"/>
            <p:cNvSpPr/>
            <p:nvPr/>
          </p:nvSpPr>
          <p:spPr>
            <a:xfrm>
              <a:off x="10769600" y="1346200"/>
              <a:ext cx="177800" cy="177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8000" y="6000"/>
                  </a:moveTo>
                  <a:lnTo>
                    <a:pt x="6000" y="18000"/>
                  </a:lnTo>
                </a:path>
                <a:path w="24000" h="24000" fill="none">
                  <a:moveTo>
                    <a:pt x="6000" y="6000"/>
                  </a:moveTo>
                  <a:lnTo>
                    <a:pt x="18000" y="18000"/>
                  </a:lnTo>
                </a:path>
              </a:pathLst>
            </a:custGeom>
            <a:noFill/>
            <a:ln w="22225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8" name="shape 18"/>
            <p:cNvSpPr/>
            <p:nvPr/>
          </p:nvSpPr>
          <p:spPr>
            <a:xfrm>
              <a:off x="6934200" y="1828800"/>
              <a:ext cx="508000" cy="508000"/>
            </a:xfrm>
            <a:prstGeom prst="rect">
              <a:avLst/>
            </a:prstGeom>
            <a:solidFill>
              <a:schemeClr val="accent1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9" name="icon 19"/>
            <p:cNvSpPr/>
            <p:nvPr/>
          </p:nvSpPr>
          <p:spPr>
            <a:xfrm>
              <a:off x="7048500" y="1943100"/>
              <a:ext cx="279400" cy="2794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2000" y="7000"/>
                  </a:moveTo>
                  <a:lnTo>
                    <a:pt x="13009" y="12727"/>
                  </a:lnTo>
                  <a:cubicBezTo>
                    <a:pt x="12388" y="13088"/>
                    <a:pt x="11621" y="13088"/>
                    <a:pt x="11000" y="12727"/>
                  </a:cubicBezTo>
                  <a:lnTo>
                    <a:pt x="2000" y="7000"/>
                  </a:lnTo>
                </a:path>
                <a:path w="24000" h="24000" fill="none">
                  <a:moveTo>
                    <a:pt x="4000" y="4000"/>
                  </a:moveTo>
                  <a:lnTo>
                    <a:pt x="20000" y="4000"/>
                  </a:lnTo>
                  <a:cubicBezTo>
                    <a:pt x="21105" y="4000"/>
                    <a:pt x="22000" y="4895"/>
                    <a:pt x="22000" y="6000"/>
                  </a:cubicBezTo>
                  <a:lnTo>
                    <a:pt x="22000" y="18000"/>
                  </a:lnTo>
                  <a:cubicBezTo>
                    <a:pt x="22000" y="19105"/>
                    <a:pt x="21105" y="20000"/>
                    <a:pt x="20000" y="20000"/>
                  </a:cubicBezTo>
                  <a:lnTo>
                    <a:pt x="4000" y="20000"/>
                  </a:lnTo>
                  <a:cubicBezTo>
                    <a:pt x="2895" y="20000"/>
                    <a:pt x="2000" y="19105"/>
                    <a:pt x="2000" y="18000"/>
                  </a:cubicBezTo>
                  <a:lnTo>
                    <a:pt x="2000" y="6000"/>
                  </a:lnTo>
                  <a:cubicBezTo>
                    <a:pt x="2000" y="4895"/>
                    <a:pt x="2895" y="4000"/>
                    <a:pt x="4000" y="4000"/>
                  </a:cubicBezTo>
                  <a:close/>
                </a:path>
              </a:pathLst>
            </a:custGeom>
            <a:noFill/>
            <a:ln w="25612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" name="shape 20"/>
            <p:cNvSpPr/>
            <p:nvPr/>
          </p:nvSpPr>
          <p:spPr>
            <a:xfrm>
              <a:off x="7442200" y="1828800"/>
              <a:ext cx="3378200" cy="508000"/>
            </a:xfrm>
            <a:prstGeom prst="rect">
              <a:avLst/>
            </a:prstGeom>
            <a:solidFill>
              <a:srgbClr val="FFFFFF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177800" tIns="0" rIns="152400" bIns="0" anchor="ctr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111111"/>
                  </a:solidFill>
                  <a:latin typeface="Manrope SemiBold"/>
                  <a:cs typeface="Manrope SemiBold"/>
                </a:rPr>
                <a:t>hello@pixel.design</a:t>
              </a:r>
              <a:endParaRPr lang="ru-RU" sz="1400" dirty="0">
                <a:solidFill>
                  <a:srgbClr val="111111"/>
                </a:solidFill>
                <a:latin typeface="Manrope SemiBold"/>
                <a:cs typeface="Manrope SemiBold"/>
              </a:endParaRPr>
            </a:p>
          </p:txBody>
        </p:sp>
        <p:sp>
          <p:nvSpPr>
            <p:cNvPr id="21" name="shape 21"/>
            <p:cNvSpPr/>
            <p:nvPr/>
          </p:nvSpPr>
          <p:spPr>
            <a:xfrm>
              <a:off x="6934200" y="2463800"/>
              <a:ext cx="508000" cy="508000"/>
            </a:xfrm>
            <a:prstGeom prst="rect">
              <a:avLst/>
            </a:prstGeom>
            <a:solidFill>
              <a:schemeClr val="accent2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2" name="icon 22"/>
            <p:cNvSpPr/>
            <p:nvPr/>
          </p:nvSpPr>
          <p:spPr>
            <a:xfrm>
              <a:off x="7048500" y="2578100"/>
              <a:ext cx="279400" cy="2794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4536" y="21686"/>
                  </a:moveTo>
                  <a:cubicBezTo>
                    <a:pt x="14614" y="21880"/>
                    <a:pt x="14804" y="22005"/>
                    <a:pt x="15013" y="22000"/>
                  </a:cubicBezTo>
                  <a:cubicBezTo>
                    <a:pt x="15222" y="21994"/>
                    <a:pt x="15405" y="21860"/>
                    <a:pt x="15473" y="21662"/>
                  </a:cubicBezTo>
                  <a:lnTo>
                    <a:pt x="21973" y="2662"/>
                  </a:lnTo>
                  <a:cubicBezTo>
                    <a:pt x="22038" y="2481"/>
                    <a:pt x="21993" y="2279"/>
                    <a:pt x="21857" y="2143"/>
                  </a:cubicBezTo>
                  <a:cubicBezTo>
                    <a:pt x="21721" y="2007"/>
                    <a:pt x="21519" y="1962"/>
                    <a:pt x="21338" y="2027"/>
                  </a:cubicBezTo>
                  <a:lnTo>
                    <a:pt x="2338" y="8527"/>
                  </a:lnTo>
                  <a:cubicBezTo>
                    <a:pt x="2140" y="8595"/>
                    <a:pt x="2006" y="8778"/>
                    <a:pt x="2000" y="8987"/>
                  </a:cubicBezTo>
                  <a:cubicBezTo>
                    <a:pt x="1995" y="9196"/>
                    <a:pt x="2120" y="9386"/>
                    <a:pt x="2314" y="9464"/>
                  </a:cubicBezTo>
                  <a:lnTo>
                    <a:pt x="10244" y="12644"/>
                  </a:lnTo>
                  <a:cubicBezTo>
                    <a:pt x="10751" y="12847"/>
                    <a:pt x="11152" y="13248"/>
                    <a:pt x="11356" y="13754"/>
                  </a:cubicBezTo>
                  <a:close/>
                </a:path>
                <a:path w="24000" h="24000" fill="none">
                  <a:moveTo>
                    <a:pt x="21854" y="2147"/>
                  </a:moveTo>
                  <a:lnTo>
                    <a:pt x="10914" y="13086"/>
                  </a:lnTo>
                </a:path>
              </a:pathLst>
            </a:custGeom>
            <a:noFill/>
            <a:ln w="25612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3" name="shape 23"/>
            <p:cNvSpPr/>
            <p:nvPr/>
          </p:nvSpPr>
          <p:spPr>
            <a:xfrm>
              <a:off x="7442200" y="2463800"/>
              <a:ext cx="3378200" cy="508000"/>
            </a:xfrm>
            <a:prstGeom prst="rect">
              <a:avLst/>
            </a:prstGeom>
            <a:solidFill>
              <a:srgbClr val="FFFFFF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177800" tIns="0" rIns="152400" bIns="0" anchor="ctr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111111"/>
                  </a:solidFill>
                  <a:latin typeface="Manrope SemiBold"/>
                  <a:cs typeface="Manrope SemiBold"/>
                </a:rPr>
                <a:t>@pixel_studio</a:t>
              </a:r>
              <a:endParaRPr lang="ru-RU" sz="1400" dirty="0">
                <a:solidFill>
                  <a:srgbClr val="111111"/>
                </a:solidFill>
                <a:latin typeface="Manrope SemiBold"/>
                <a:cs typeface="Manrope SemiBold"/>
              </a:endParaRPr>
            </a:p>
          </p:txBody>
        </p:sp>
        <p:sp>
          <p:nvSpPr>
            <p:cNvPr id="24" name="shape 24"/>
            <p:cNvSpPr/>
            <p:nvPr/>
          </p:nvSpPr>
          <p:spPr>
            <a:xfrm>
              <a:off x="6934200" y="3098800"/>
              <a:ext cx="508000" cy="508000"/>
            </a:xfrm>
            <a:prstGeom prst="rect">
              <a:avLst/>
            </a:prstGeom>
            <a:solidFill>
              <a:schemeClr val="accent4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5" name="icon 25"/>
            <p:cNvSpPr/>
            <p:nvPr/>
          </p:nvSpPr>
          <p:spPr>
            <a:xfrm>
              <a:off x="7048500" y="3213100"/>
              <a:ext cx="279400" cy="2794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2000"/>
                  </a:moveTo>
                  <a:cubicBezTo>
                    <a:pt x="6667" y="7600"/>
                    <a:pt x="6667" y="16400"/>
                    <a:pt x="12000" y="22000"/>
                  </a:cubicBezTo>
                  <a:cubicBezTo>
                    <a:pt x="17333" y="16400"/>
                    <a:pt x="17333" y="7600"/>
                    <a:pt x="12000" y="2000"/>
                  </a:cubicBezTo>
                </a:path>
                <a:path w="24000" h="24000" fill="none">
                  <a:moveTo>
                    <a:pt x="2000" y="12000"/>
                  </a:moveTo>
                  <a:lnTo>
                    <a:pt x="22000" y="12000"/>
                  </a:lnTo>
                </a:path>
              </a:pathLst>
            </a:custGeom>
            <a:noFill/>
            <a:ln w="25612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shape 26"/>
            <p:cNvSpPr/>
            <p:nvPr/>
          </p:nvSpPr>
          <p:spPr>
            <a:xfrm>
              <a:off x="7442200" y="3098800"/>
              <a:ext cx="3378200" cy="508000"/>
            </a:xfrm>
            <a:prstGeom prst="rect">
              <a:avLst/>
            </a:prstGeom>
            <a:solidFill>
              <a:srgbClr val="FFFFFF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177800" tIns="0" rIns="152400" bIns="0" anchor="ctr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111111"/>
                  </a:solidFill>
                  <a:latin typeface="Manrope SemiBold"/>
                  <a:cs typeface="Manrope SemiBold"/>
                </a:rPr>
                <a:t>pixel.design</a:t>
              </a:r>
              <a:endParaRPr lang="ru-RU" sz="1400" dirty="0">
                <a:solidFill>
                  <a:srgbClr val="111111"/>
                </a:solidFill>
                <a:latin typeface="Manrope SemiBold"/>
                <a:cs typeface="Manrope SemiBold"/>
              </a:endParaRPr>
            </a:p>
          </p:txBody>
        </p:sp>
        <p:sp>
          <p:nvSpPr>
            <p:cNvPr id="27" name="shape 27"/>
            <p:cNvSpPr/>
            <p:nvPr/>
          </p:nvSpPr>
          <p:spPr>
            <a:xfrm>
              <a:off x="6934200" y="3733800"/>
              <a:ext cx="508000" cy="508000"/>
            </a:xfrm>
            <a:prstGeom prst="rect">
              <a:avLst/>
            </a:prstGeom>
            <a:solidFill>
              <a:schemeClr val="accent5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8" name="icon 28"/>
            <p:cNvSpPr/>
            <p:nvPr/>
          </p:nvSpPr>
          <p:spPr>
            <a:xfrm>
              <a:off x="7048500" y="3848100"/>
              <a:ext cx="279400" cy="2794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3832" y="16568"/>
                  </a:moveTo>
                  <a:cubicBezTo>
                    <a:pt x="14257" y="16763"/>
                    <a:pt x="14761" y="16637"/>
                    <a:pt x="15045" y="16265"/>
                  </a:cubicBezTo>
                  <a:lnTo>
                    <a:pt x="15400" y="15800"/>
                  </a:lnTo>
                  <a:cubicBezTo>
                    <a:pt x="15778" y="15296"/>
                    <a:pt x="16370" y="15000"/>
                    <a:pt x="17000" y="15000"/>
                  </a:cubicBezTo>
                  <a:lnTo>
                    <a:pt x="20000" y="15000"/>
                  </a:lnTo>
                  <a:cubicBezTo>
                    <a:pt x="21105" y="15000"/>
                    <a:pt x="22000" y="15895"/>
                    <a:pt x="22000" y="17000"/>
                  </a:cubicBezTo>
                  <a:lnTo>
                    <a:pt x="22000" y="20000"/>
                  </a:lnTo>
                  <a:cubicBezTo>
                    <a:pt x="22000" y="21105"/>
                    <a:pt x="21105" y="22000"/>
                    <a:pt x="20000" y="22000"/>
                  </a:cubicBezTo>
                  <a:cubicBezTo>
                    <a:pt x="10059" y="22000"/>
                    <a:pt x="2000" y="13941"/>
                    <a:pt x="2000" y="4000"/>
                  </a:cubicBezTo>
                  <a:cubicBezTo>
                    <a:pt x="2000" y="2895"/>
                    <a:pt x="2895" y="2000"/>
                    <a:pt x="4000" y="2000"/>
                  </a:cubicBezTo>
                  <a:lnTo>
                    <a:pt x="7000" y="2000"/>
                  </a:lnTo>
                  <a:cubicBezTo>
                    <a:pt x="8105" y="2000"/>
                    <a:pt x="9000" y="2895"/>
                    <a:pt x="9000" y="4000"/>
                  </a:cubicBezTo>
                  <a:lnTo>
                    <a:pt x="9000" y="7000"/>
                  </a:lnTo>
                  <a:cubicBezTo>
                    <a:pt x="9000" y="7630"/>
                    <a:pt x="8704" y="8222"/>
                    <a:pt x="8200" y="8600"/>
                  </a:cubicBezTo>
                  <a:lnTo>
                    <a:pt x="7732" y="8951"/>
                  </a:lnTo>
                  <a:cubicBezTo>
                    <a:pt x="7353" y="9240"/>
                    <a:pt x="7231" y="9756"/>
                    <a:pt x="7440" y="10184"/>
                  </a:cubicBezTo>
                  <a:cubicBezTo>
                    <a:pt x="8807" y="12960"/>
                    <a:pt x="11054" y="15205"/>
                    <a:pt x="13832" y="16568"/>
                  </a:cubicBezTo>
                </a:path>
              </a:pathLst>
            </a:custGeom>
            <a:noFill/>
            <a:ln w="25612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shape 29"/>
            <p:cNvSpPr/>
            <p:nvPr/>
          </p:nvSpPr>
          <p:spPr>
            <a:xfrm>
              <a:off x="7442200" y="3733800"/>
              <a:ext cx="3378200" cy="508000"/>
            </a:xfrm>
            <a:prstGeom prst="rect">
              <a:avLst/>
            </a:prstGeom>
            <a:solidFill>
              <a:srgbClr val="FFFFFF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177800" tIns="0" rIns="152400" bIns="0" anchor="ctr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111111"/>
                  </a:solidFill>
                  <a:latin typeface="Manrope SemiBold"/>
                  <a:cs typeface="Manrope SemiBold"/>
                </a:rPr>
                <a:t>+7 495 123-45-67</a:t>
              </a:r>
              <a:endParaRPr lang="ru-RU" sz="1400" dirty="0">
                <a:solidFill>
                  <a:srgbClr val="111111"/>
                </a:solidFill>
                <a:latin typeface="Manrope SemiBold"/>
                <a:cs typeface="Manrope SemiBold"/>
              </a:endParaRPr>
            </a:p>
          </p:txBody>
        </p:sp>
      </p:grpSp>
      <p:grpSp>
        <p:nvGrpSpPr>
          <p:cNvPr id="30" name="geo"/>
          <p:cNvGrpSpPr/>
          <p:nvPr/>
        </p:nvGrpSpPr>
        <p:grpSpPr>
          <a:xfrm>
            <a:off x="6934200" y="4749800"/>
            <a:ext cx="3149600" cy="266700"/>
            <a:chOff x="6934200" y="4749800"/>
            <a:chExt cx="3149600" cy="266700"/>
          </a:xfrm>
        </p:grpSpPr>
        <p:sp>
          <p:nvSpPr>
            <p:cNvPr id="31" name="icon 31"/>
            <p:cNvSpPr/>
            <p:nvPr/>
          </p:nvSpPr>
          <p:spPr>
            <a:xfrm>
              <a:off x="6934200" y="4749800"/>
              <a:ext cx="254000" cy="254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0000" y="10000"/>
                  </a:moveTo>
                  <a:cubicBezTo>
                    <a:pt x="20000" y="14993"/>
                    <a:pt x="14461" y="20193"/>
                    <a:pt x="12601" y="21799"/>
                  </a:cubicBezTo>
                  <a:cubicBezTo>
                    <a:pt x="12245" y="22067"/>
                    <a:pt x="11755" y="22067"/>
                    <a:pt x="11399" y="21799"/>
                  </a:cubicBezTo>
                  <a:cubicBezTo>
                    <a:pt x="9539" y="20193"/>
                    <a:pt x="4000" y="14993"/>
                    <a:pt x="4000" y="10000"/>
                  </a:cubicBezTo>
                  <a:cubicBezTo>
                    <a:pt x="4000" y="5582"/>
                    <a:pt x="7582" y="2000"/>
                    <a:pt x="12000" y="2000"/>
                  </a:cubicBezTo>
                  <a:cubicBezTo>
                    <a:pt x="16418" y="2000"/>
                    <a:pt x="20000" y="5582"/>
                    <a:pt x="20000" y="10000"/>
                  </a:cubicBezTo>
                </a:path>
                <a:path w="24000" h="24000">
                  <a:moveTo>
                    <a:pt x="15000" y="10000"/>
                  </a:moveTo>
                  <a:cubicBezTo>
                    <a:pt x="15000" y="11657"/>
                    <a:pt x="13657" y="13000"/>
                    <a:pt x="12000" y="13000"/>
                  </a:cubicBezTo>
                  <a:cubicBezTo>
                    <a:pt x="10343" y="13000"/>
                    <a:pt x="9000" y="11657"/>
                    <a:pt x="9000" y="10000"/>
                  </a:cubicBezTo>
                  <a:cubicBezTo>
                    <a:pt x="9000" y="8343"/>
                    <a:pt x="10343" y="7000"/>
                    <a:pt x="12000" y="7000"/>
                  </a:cubicBezTo>
                  <a:cubicBezTo>
                    <a:pt x="13657" y="7000"/>
                    <a:pt x="15000" y="8343"/>
                    <a:pt x="15000" y="10000"/>
                  </a:cubicBezTo>
                  <a:close/>
                </a:path>
              </a:pathLst>
            </a:custGeom>
            <a:solidFill>
              <a:schemeClr val="accent1"/>
            </a:solidFill>
            <a:ln w="23283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text 32"/>
            <p:cNvSpPr txBox="1"/>
            <p:nvPr/>
          </p:nvSpPr>
          <p:spPr>
            <a:xfrm>
              <a:off x="7289800" y="4762500"/>
              <a:ext cx="27940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00" dirty="0">
                  <a:solidFill>
                    <a:srgbClr val="111111"/>
                  </a:solidFill>
                  <a:latin typeface="Manrope SemiBold"/>
                  <a:cs typeface="Manrope SemiBold"/>
                </a:rPr>
                <a:t>Москва · Казань · удалённо</a:t>
              </a:r>
              <a:endParaRPr lang="ru-RU" sz="1300" dirty="0">
                <a:solidFill>
                  <a:srgbClr val="111111"/>
                </a:solidFill>
                <a:latin typeface="Manrope SemiBold"/>
                <a:cs typeface="Manrope SemiBold"/>
              </a:endParaRPr>
            </a:p>
          </p:txBody>
        </p:sp>
      </p:grpSp>
      <p:grpSp>
        <p:nvGrpSpPr>
          <p:cNvPr id="33" name="toast"/>
          <p:cNvGrpSpPr/>
          <p:nvPr/>
        </p:nvGrpSpPr>
        <p:grpSpPr>
          <a:xfrm>
            <a:off x="1016000" y="4927600"/>
            <a:ext cx="3429000" cy="787400"/>
            <a:chOff x="1016000" y="4927600"/>
            <a:chExt cx="3429000" cy="787400"/>
          </a:xfrm>
        </p:grpSpPr>
        <p:sp>
          <p:nvSpPr>
            <p:cNvPr id="34" name="shape 34"/>
            <p:cNvSpPr/>
            <p:nvPr/>
          </p:nvSpPr>
          <p:spPr>
            <a:xfrm>
              <a:off x="1016000" y="4927600"/>
              <a:ext cx="3429000" cy="787400"/>
            </a:xfrm>
            <a:prstGeom prst="rect">
              <a:avLst/>
            </a:prstGeom>
            <a:solidFill>
              <a:schemeClr val="accent2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5" name="icon 35"/>
            <p:cNvSpPr/>
            <p:nvPr/>
          </p:nvSpPr>
          <p:spPr>
            <a:xfrm>
              <a:off x="1219200" y="5118100"/>
              <a:ext cx="406400" cy="406400"/>
            </a:xfrm>
            <a:custGeom>
              <a:avLst/>
              <a:gdLst/>
              <a:ahLst/>
              <a:cxnLst/>
              <a:rect l="0" t="0" r="r" b="b"/>
              <a:pathLst>
                <a:path w="24000" h="24000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6000" y="9000"/>
                  </a:moveTo>
                  <a:lnTo>
                    <a:pt x="10500" y="14500"/>
                  </a:lnTo>
                  <a:lnTo>
                    <a:pt x="8000" y="12000"/>
                  </a:lnTo>
                </a:path>
              </a:pathLst>
            </a:custGeom>
            <a:solidFill>
              <a:srgbClr val="FFFFFF"/>
            </a:solidFill>
            <a:ln w="37253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text 36"/>
            <p:cNvSpPr txBox="1"/>
            <p:nvPr/>
          </p:nvSpPr>
          <p:spPr>
            <a:xfrm>
              <a:off x="1778000" y="5054600"/>
              <a:ext cx="25400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00" dirty="0">
                  <a:solidFill>
                    <a:srgbClr val="111111"/>
                  </a:solidFill>
                  <a:latin typeface="Manrope ExtraBold"/>
                  <a:cs typeface="Manrope ExtraBold"/>
                </a:rPr>
                <a:t>Бриф отправлен</a:t>
              </a:r>
              <a:endParaRPr lang="ru-RU" sz="1300" dirty="0">
                <a:solidFill>
                  <a:srgbClr val="111111"/>
                </a:solidFill>
                <a:latin typeface="Manrope ExtraBold"/>
                <a:cs typeface="Manrope ExtraBold"/>
              </a:endParaRPr>
            </a:p>
          </p:txBody>
        </p:sp>
        <p:sp>
          <p:nvSpPr>
            <p:cNvPr id="37" name="text 37"/>
            <p:cNvSpPr txBox="1"/>
            <p:nvPr/>
          </p:nvSpPr>
          <p:spPr>
            <a:xfrm>
              <a:off x="1778000" y="5308600"/>
              <a:ext cx="254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dirty="0">
                  <a:solidFill>
                    <a:srgbClr val="3A322B"/>
                  </a:solidFill>
                  <a:latin typeface="+mn-lt"/>
                  <a:cs typeface="+mn-lt"/>
                </a:rPr>
                <a:t>Ответим в течение дня</a:t>
              </a:r>
              <a:endParaRPr lang="ru-RU" sz="1100" dirty="0">
                <a:solidFill>
                  <a:srgbClr val="3A322B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38" name="fig"/>
          <p:cNvGrpSpPr/>
          <p:nvPr/>
        </p:nvGrpSpPr>
        <p:grpSpPr>
          <a:xfrm>
            <a:off x="9906000" y="5105400"/>
            <a:ext cx="1905000" cy="1117600"/>
            <a:chOff x="9906000" y="5105400"/>
            <a:chExt cx="1905000" cy="1117600"/>
          </a:xfrm>
        </p:grpSpPr>
        <p:sp>
          <p:nvSpPr>
            <p:cNvPr id="39" name="shape 39"/>
            <p:cNvSpPr/>
            <p:nvPr/>
          </p:nvSpPr>
          <p:spPr>
            <a:xfrm>
              <a:off x="9906000" y="5105400"/>
              <a:ext cx="1905000" cy="1117600"/>
            </a:xfrm>
            <a:prstGeom prst="rect">
              <a:avLst/>
            </a:prstGeom>
            <a:solidFill>
              <a:srgbClr val="FBF5E9"/>
            </a:solidFill>
            <a:ln w="31750" cap="rnd">
              <a:solidFill>
                <a:srgbClr val="111111"/>
              </a:solidFill>
              <a:round/>
            </a:ln>
            <a:effectLst>
              <a:outerShdw blurRad="0" dist="76200" dir="2700000" algn="tl" rotWithShape="0">
                <a:srgbClr val="000000"/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40" name="line 40"/>
            <p:cNvCxnSpPr/>
            <p:nvPr/>
          </p:nvCxnSpPr>
          <p:spPr>
            <a:xfrm>
              <a:off x="9906000" y="5384800"/>
              <a:ext cx="1905000" cy="0"/>
            </a:xfrm>
            <a:prstGeom prst="line">
              <a:avLst/>
            </a:prstGeom>
            <a:ln w="31750" cap="rnd">
              <a:solidFill>
                <a:srgbClr val="111111"/>
              </a:solidFill>
              <a:round/>
            </a:ln>
          </p:spPr>
        </p:cxnSp>
        <p:sp>
          <p:nvSpPr>
            <p:cNvPr id="41" name="text 41"/>
            <p:cNvSpPr txBox="1"/>
            <p:nvPr/>
          </p:nvSpPr>
          <p:spPr>
            <a:xfrm>
              <a:off x="10007600" y="5156200"/>
              <a:ext cx="17018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111111"/>
                  </a:solidFill>
                  <a:latin typeface="Cascadia Mono"/>
                  <a:cs typeface="Cascadia Mono"/>
                </a:rPr>
                <a:t>Ваш_проект.fig</a:t>
              </a:r>
              <a:endParaRPr lang="ru-RU" sz="950" dirty="0">
                <a:solidFill>
                  <a:srgbClr val="111111"/>
                </a:solidFill>
                <a:latin typeface="Cascadia Mono"/>
                <a:cs typeface="Cascadia Mono"/>
              </a:endParaRPr>
            </a:p>
          </p:txBody>
        </p:sp>
        <p:sp>
          <p:nvSpPr>
            <p:cNvPr id="42" name="shape 42"/>
            <p:cNvSpPr/>
            <p:nvPr/>
          </p:nvSpPr>
          <p:spPr>
            <a:xfrm>
              <a:off x="10083800" y="5537200"/>
              <a:ext cx="533400" cy="533400"/>
            </a:xfrm>
            <a:prstGeom prst="roundRect">
              <a:avLst>
                <a:gd name="adj" fmla="val 19048"/>
              </a:avLst>
            </a:prstGeom>
            <a:solidFill>
              <a:schemeClr val="accent1"/>
            </a:solidFill>
            <a:ln w="2540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3" name="icon 43"/>
            <p:cNvSpPr/>
            <p:nvPr/>
          </p:nvSpPr>
          <p:spPr>
            <a:xfrm>
              <a:off x="10198100" y="5651500"/>
              <a:ext cx="304800" cy="304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000" y="9500"/>
                  </a:moveTo>
                  <a:cubicBezTo>
                    <a:pt x="2000" y="7222"/>
                    <a:pt x="3404" y="5180"/>
                    <a:pt x="5532" y="4364"/>
                  </a:cubicBezTo>
                  <a:cubicBezTo>
                    <a:pt x="7659" y="3549"/>
                    <a:pt x="10068" y="4130"/>
                    <a:pt x="11591" y="5824"/>
                  </a:cubicBezTo>
                  <a:cubicBezTo>
                    <a:pt x="11697" y="5937"/>
                    <a:pt x="11845" y="6001"/>
                    <a:pt x="12000" y="6001"/>
                  </a:cubicBezTo>
                  <a:cubicBezTo>
                    <a:pt x="12155" y="6001"/>
                    <a:pt x="12303" y="5937"/>
                    <a:pt x="12409" y="5824"/>
                  </a:cubicBezTo>
                  <a:cubicBezTo>
                    <a:pt x="13927" y="4118"/>
                    <a:pt x="16343" y="3530"/>
                    <a:pt x="18475" y="4347"/>
                  </a:cubicBezTo>
                  <a:cubicBezTo>
                    <a:pt x="20607" y="5165"/>
                    <a:pt x="22011" y="7217"/>
                    <a:pt x="22000" y="9500"/>
                  </a:cubicBezTo>
                  <a:cubicBezTo>
                    <a:pt x="22000" y="11790"/>
                    <a:pt x="20500" y="13500"/>
                    <a:pt x="19000" y="15000"/>
                  </a:cubicBezTo>
                  <a:lnTo>
                    <a:pt x="13508" y="20313"/>
                  </a:lnTo>
                  <a:cubicBezTo>
                    <a:pt x="13131" y="20746"/>
                    <a:pt x="12586" y="20996"/>
                    <a:pt x="12012" y="21000"/>
                  </a:cubicBezTo>
                  <a:cubicBezTo>
                    <a:pt x="11438" y="21003"/>
                    <a:pt x="10890" y="20760"/>
                    <a:pt x="10508" y="20332"/>
                  </a:cubicBezTo>
                  <a:lnTo>
                    <a:pt x="5000" y="15000"/>
                  </a:lnTo>
                  <a:cubicBezTo>
                    <a:pt x="3500" y="13500"/>
                    <a:pt x="2000" y="11800"/>
                    <a:pt x="2000" y="9500"/>
                  </a:cubicBezTo>
                </a:path>
              </a:pathLst>
            </a:custGeom>
            <a:solidFill>
              <a:srgbClr val="FFFFFF"/>
            </a:solidFill>
            <a:ln w="27940" cap="rnd">
              <a:solidFill>
                <a:srgbClr val="11111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shape 44"/>
            <p:cNvSpPr/>
            <p:nvPr/>
          </p:nvSpPr>
          <p:spPr>
            <a:xfrm>
              <a:off x="10769600" y="5613400"/>
              <a:ext cx="863600" cy="88900"/>
            </a:xfrm>
            <a:prstGeom prst="roundRect">
              <a:avLst>
                <a:gd name="adj" fmla="val 42857"/>
              </a:avLst>
            </a:prstGeom>
            <a:solidFill>
              <a:srgbClr val="11111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5" name="shape 45"/>
            <p:cNvSpPr/>
            <p:nvPr/>
          </p:nvSpPr>
          <p:spPr>
            <a:xfrm>
              <a:off x="10769600" y="5791200"/>
              <a:ext cx="558800" cy="88900"/>
            </a:xfrm>
            <a:prstGeom prst="roundRect">
              <a:avLst>
                <a:gd name="adj" fmla="val 42857"/>
              </a:avLst>
            </a:prstGeom>
            <a:solidFill>
              <a:srgbClr val="11111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6" name="shape 46"/>
            <p:cNvSpPr/>
            <p:nvPr/>
          </p:nvSpPr>
          <p:spPr>
            <a:xfrm>
              <a:off x="10769600" y="5956300"/>
              <a:ext cx="711200" cy="8890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9050" cap="rnd">
              <a:solidFill>
                <a:srgbClr val="111111"/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sp>
        <p:nvSpPr>
          <p:cNvPr id="47" name="ptr"/>
          <p:cNvSpPr/>
          <p:nvPr/>
        </p:nvSpPr>
        <p:spPr>
          <a:xfrm>
            <a:off x="4038600" y="4140200"/>
            <a:ext cx="508000" cy="508000"/>
          </a:xfrm>
          <a:custGeom>
            <a:avLst/>
            <a:gdLst/>
            <a:ahLst/>
            <a:cxnLst/>
            <a:rect l="0" t="0" r="r" b="b"/>
            <a:pathLst>
              <a:path w="24000" h="24000">
                <a:moveTo>
                  <a:pt x="4037" y="4688"/>
                </a:moveTo>
                <a:cubicBezTo>
                  <a:pt x="3956" y="4502"/>
                  <a:pt x="3998" y="4285"/>
                  <a:pt x="4141" y="4141"/>
                </a:cubicBezTo>
                <a:cubicBezTo>
                  <a:pt x="4285" y="3998"/>
                  <a:pt x="4502" y="3956"/>
                  <a:pt x="4688" y="4037"/>
                </a:cubicBezTo>
                <a:lnTo>
                  <a:pt x="20688" y="10537"/>
                </a:lnTo>
                <a:cubicBezTo>
                  <a:pt x="20888" y="10618"/>
                  <a:pt x="21013" y="10818"/>
                  <a:pt x="20998" y="11033"/>
                </a:cubicBezTo>
                <a:cubicBezTo>
                  <a:pt x="20984" y="11248"/>
                  <a:pt x="20834" y="11430"/>
                  <a:pt x="20625" y="11484"/>
                </a:cubicBezTo>
                <a:lnTo>
                  <a:pt x="14501" y="13064"/>
                </a:lnTo>
                <a:cubicBezTo>
                  <a:pt x="13796" y="13245"/>
                  <a:pt x="13246" y="13795"/>
                  <a:pt x="13063" y="14499"/>
                </a:cubicBezTo>
                <a:lnTo>
                  <a:pt x="11484" y="20625"/>
                </a:lnTo>
                <a:cubicBezTo>
                  <a:pt x="11430" y="20834"/>
                  <a:pt x="11248" y="20984"/>
                  <a:pt x="11033" y="20998"/>
                </a:cubicBezTo>
                <a:cubicBezTo>
                  <a:pt x="10818" y="21013"/>
                  <a:pt x="10618" y="20888"/>
                  <a:pt x="10537" y="20688"/>
                </a:cubicBezTo>
                <a:close/>
              </a:path>
            </a:pathLst>
          </a:custGeom>
          <a:solidFill>
            <a:srgbClr val="FFFFFF"/>
          </a:solidFill>
          <a:ln w="42333" cap="rnd">
            <a:solidFill>
              <a:srgbClr val="111111"/>
            </a:solidFill>
            <a:round/>
          </a:ln>
        </p:spPr>
        <p:txBody>
          <a:bodyPr rtlCol="0" anchor="ctr"/>
          <a:lstStyle/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15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6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47" grpId="0" animBg="1"/>
    </p:bldLst>
  </p:timing>
</p:sld>
</file>

<file path=ppt/theme/theme1.xml><?xml version="1.0" encoding="utf-8"?>
<a:theme xmlns:a="http://schemas.openxmlformats.org/drawingml/2006/main" name="SlideML">
  <a:themeElements>
    <a:clrScheme name="SlideML">
      <a:dk1>
        <a:srgbClr val="111111"/>
      </a:dk1>
      <a:lt1>
        <a:srgbClr val="FBF5E9"/>
      </a:lt1>
      <a:dk2>
        <a:srgbClr val="3A322B"/>
      </a:dk2>
      <a:lt2>
        <a:srgbClr val="D9CFC3"/>
      </a:lt2>
      <a:accent1>
        <a:srgbClr val="F4C2C2"/>
      </a:accent1>
      <a:accent2>
        <a:srgbClr val="CDE5D7"/>
      </a:accent2>
      <a:accent3>
        <a:srgbClr val="DCCBEA"/>
      </a:accent3>
      <a:accent4>
        <a:srgbClr val="F8CBA6"/>
      </a:accent4>
      <a:accent5>
        <a:srgbClr val="F3E3A1"/>
      </a:accent5>
      <a:accent6>
        <a:srgbClr val="6B6259"/>
      </a:accent6>
      <a:hlink>
        <a:srgbClr val="2F6BFF"/>
      </a:hlink>
      <a:folHlink>
        <a:srgbClr val="8B5CF6"/>
      </a:folHlink>
    </a:clrScheme>
    <a:fontScheme name="SlideML">
      <a:majorFont>
        <a:latin typeface="Unbounded ExtraBold"/>
        <a:ea typeface=""/>
        <a:cs typeface=""/>
      </a:majorFont>
      <a:minorFont>
        <a:latin typeface="Manrope"/>
        <a:ea typeface=""/>
        <a:cs typeface=""/>
      </a:minorFont>
    </a:fontScheme>
    <a:fmtScheme name="SlideM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SlideML</Application>
  <Slides>6</Slides>
</Properties>
</file>

<file path=docProps/core.xml><?xml version="1.0" encoding="utf-8"?>
<cp:coreProperties xmlns:cp="http://schemas.openxmlformats.org/package/2006/metadata/core-properties" xmlns:dc="http://purl.org/dc/elements/1.1/">
  <dc:title>deck</dc:title>
  <dc:creator>SlideML</dc:creator>
</cp:coreProperties>
</file>