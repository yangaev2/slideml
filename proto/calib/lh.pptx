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xlsx" ContentType="application/vnd.openxmlformats-officedocument.spreadsheetml.sheet"/>
  <Override PartName="/ppt/slides/slide1.xml" ContentType="application/vnd.openxmlformats-officedocument.presentationml.slide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sz="4000" kern="120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bodyStyle>
    <p:otherStyle>
      <a:lvl1pPr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p14="http://schemas.microsoft.com/office/powerpoint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0"/>
          <p:cNvSpPr txBox="1"/>
          <p:nvPr/>
        </p:nvSpPr>
        <p:spPr>
          <a:xfrm>
            <a:off x="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3" name="t1"/>
          <p:cNvSpPr txBox="1"/>
          <p:nvPr/>
        </p:nvSpPr>
        <p:spPr>
          <a:xfrm>
            <a:off x="1143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4" name="t2"/>
          <p:cNvSpPr txBox="1"/>
          <p:nvPr/>
        </p:nvSpPr>
        <p:spPr>
          <a:xfrm>
            <a:off x="2286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5" name="t3"/>
          <p:cNvSpPr txBox="1"/>
          <p:nvPr/>
        </p:nvSpPr>
        <p:spPr>
          <a:xfrm>
            <a:off x="3429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6" name="t4"/>
          <p:cNvSpPr txBox="1"/>
          <p:nvPr/>
        </p:nvSpPr>
        <p:spPr>
          <a:xfrm>
            <a:off x="4572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7" name="t5"/>
          <p:cNvSpPr txBox="1"/>
          <p:nvPr/>
        </p:nvSpPr>
        <p:spPr>
          <a:xfrm>
            <a:off x="5715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8" name="t6"/>
          <p:cNvSpPr txBox="1"/>
          <p:nvPr/>
        </p:nvSpPr>
        <p:spPr>
          <a:xfrm>
            <a:off x="6858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9" name="t7"/>
          <p:cNvSpPr txBox="1"/>
          <p:nvPr/>
        </p:nvSpPr>
        <p:spPr>
          <a:xfrm>
            <a:off x="8001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0" name="t8"/>
          <p:cNvSpPr txBox="1"/>
          <p:nvPr/>
        </p:nvSpPr>
        <p:spPr>
          <a:xfrm>
            <a:off x="9144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1" name="t9"/>
          <p:cNvSpPr txBox="1"/>
          <p:nvPr/>
        </p:nvSpPr>
        <p:spPr>
          <a:xfrm>
            <a:off x="10287000" y="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2" name="t10"/>
          <p:cNvSpPr txBox="1"/>
          <p:nvPr/>
        </p:nvSpPr>
        <p:spPr>
          <a:xfrm>
            <a:off x="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3" name="t11"/>
          <p:cNvSpPr txBox="1"/>
          <p:nvPr/>
        </p:nvSpPr>
        <p:spPr>
          <a:xfrm>
            <a:off x="1143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4" name="t12"/>
          <p:cNvSpPr txBox="1"/>
          <p:nvPr/>
        </p:nvSpPr>
        <p:spPr>
          <a:xfrm>
            <a:off x="2286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5" name="t13"/>
          <p:cNvSpPr txBox="1"/>
          <p:nvPr/>
        </p:nvSpPr>
        <p:spPr>
          <a:xfrm>
            <a:off x="3429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6" name="t14"/>
          <p:cNvSpPr txBox="1"/>
          <p:nvPr/>
        </p:nvSpPr>
        <p:spPr>
          <a:xfrm>
            <a:off x="4572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7" name="t15"/>
          <p:cNvSpPr txBox="1"/>
          <p:nvPr/>
        </p:nvSpPr>
        <p:spPr>
          <a:xfrm>
            <a:off x="5715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8" name="t16"/>
          <p:cNvSpPr txBox="1"/>
          <p:nvPr/>
        </p:nvSpPr>
        <p:spPr>
          <a:xfrm>
            <a:off x="6858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19" name="t17"/>
          <p:cNvSpPr txBox="1"/>
          <p:nvPr/>
        </p:nvSpPr>
        <p:spPr>
          <a:xfrm>
            <a:off x="8001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20" name="t18"/>
          <p:cNvSpPr txBox="1"/>
          <p:nvPr/>
        </p:nvSpPr>
        <p:spPr>
          <a:xfrm>
            <a:off x="9144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21" name="t19"/>
          <p:cNvSpPr txBox="1"/>
          <p:nvPr/>
        </p:nvSpPr>
        <p:spPr>
          <a:xfrm>
            <a:off x="10287000" y="381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22" name="t20"/>
          <p:cNvSpPr txBox="1"/>
          <p:nvPr/>
        </p:nvSpPr>
        <p:spPr>
          <a:xfrm>
            <a:off x="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</a:br>
            <a:r>
              <a:rPr lang="ru-RU" sz="2400" dirty="0">
                <a:solidFill>
                  <a:schemeClr val="tx1"/>
                </a:solidFill>
                <a:latin typeface="Inter"/>
                <a:cs typeface="Inter"/>
              </a:rPr>
              <a:t>Аб</a:t>
            </a:r>
            <a:endParaRPr lang="ru-RU" sz="2400" dirty="0">
              <a:solidFill>
                <a:schemeClr val="tx1"/>
              </a:solidFill>
              <a:latin typeface="Inter"/>
              <a:cs typeface="Inter"/>
            </a:endParaRPr>
          </a:p>
        </p:txBody>
      </p:sp>
      <p:sp>
        <p:nvSpPr>
          <p:cNvPr id="23" name="t21"/>
          <p:cNvSpPr txBox="1"/>
          <p:nvPr/>
        </p:nvSpPr>
        <p:spPr>
          <a:xfrm>
            <a:off x="1143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4" name="t22"/>
          <p:cNvSpPr txBox="1"/>
          <p:nvPr/>
        </p:nvSpPr>
        <p:spPr>
          <a:xfrm>
            <a:off x="2286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5" name="t23"/>
          <p:cNvSpPr txBox="1"/>
          <p:nvPr/>
        </p:nvSpPr>
        <p:spPr>
          <a:xfrm>
            <a:off x="3429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6" name="t24"/>
          <p:cNvSpPr txBox="1"/>
          <p:nvPr/>
        </p:nvSpPr>
        <p:spPr>
          <a:xfrm>
            <a:off x="4572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7" name="t25"/>
          <p:cNvSpPr txBox="1"/>
          <p:nvPr/>
        </p:nvSpPr>
        <p:spPr>
          <a:xfrm>
            <a:off x="5715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8" name="t26"/>
          <p:cNvSpPr txBox="1"/>
          <p:nvPr/>
        </p:nvSpPr>
        <p:spPr>
          <a:xfrm>
            <a:off x="6858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29" name="t27"/>
          <p:cNvSpPr txBox="1"/>
          <p:nvPr/>
        </p:nvSpPr>
        <p:spPr>
          <a:xfrm>
            <a:off x="8001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0" name="t28"/>
          <p:cNvSpPr txBox="1"/>
          <p:nvPr/>
        </p:nvSpPr>
        <p:spPr>
          <a:xfrm>
            <a:off x="9144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1" name="t29"/>
          <p:cNvSpPr txBox="1"/>
          <p:nvPr/>
        </p:nvSpPr>
        <p:spPr>
          <a:xfrm>
            <a:off x="10287000" y="762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2" name="t30"/>
          <p:cNvSpPr txBox="1"/>
          <p:nvPr/>
        </p:nvSpPr>
        <p:spPr>
          <a:xfrm>
            <a:off x="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3" name="t31"/>
          <p:cNvSpPr txBox="1"/>
          <p:nvPr/>
        </p:nvSpPr>
        <p:spPr>
          <a:xfrm>
            <a:off x="1143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4" name="t32"/>
          <p:cNvSpPr txBox="1"/>
          <p:nvPr/>
        </p:nvSpPr>
        <p:spPr>
          <a:xfrm>
            <a:off x="2286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5" name="t33"/>
          <p:cNvSpPr txBox="1"/>
          <p:nvPr/>
        </p:nvSpPr>
        <p:spPr>
          <a:xfrm>
            <a:off x="3429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6" name="t34"/>
          <p:cNvSpPr txBox="1"/>
          <p:nvPr/>
        </p:nvSpPr>
        <p:spPr>
          <a:xfrm>
            <a:off x="4572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7" name="t35"/>
          <p:cNvSpPr txBox="1"/>
          <p:nvPr/>
        </p:nvSpPr>
        <p:spPr>
          <a:xfrm>
            <a:off x="5715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8" name="t36"/>
          <p:cNvSpPr txBox="1"/>
          <p:nvPr/>
        </p:nvSpPr>
        <p:spPr>
          <a:xfrm>
            <a:off x="6858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39" name="t37"/>
          <p:cNvSpPr txBox="1"/>
          <p:nvPr/>
        </p:nvSpPr>
        <p:spPr>
          <a:xfrm>
            <a:off x="8001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40" name="t38"/>
          <p:cNvSpPr txBox="1"/>
          <p:nvPr/>
        </p:nvSpPr>
        <p:spPr>
          <a:xfrm>
            <a:off x="9144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41" name="t39"/>
          <p:cNvSpPr txBox="1"/>
          <p:nvPr/>
        </p:nvSpPr>
        <p:spPr>
          <a:xfrm>
            <a:off x="10287000" y="1143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42" name="t40"/>
          <p:cNvSpPr txBox="1"/>
          <p:nvPr/>
        </p:nvSpPr>
        <p:spPr>
          <a:xfrm>
            <a:off x="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43" name="t41"/>
          <p:cNvSpPr txBox="1"/>
          <p:nvPr/>
        </p:nvSpPr>
        <p:spPr>
          <a:xfrm>
            <a:off x="1143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</a:br>
            <a:r>
              <a:rPr lang="ru-RU" sz="2400" dirty="0">
                <a:solidFill>
                  <a:schemeClr val="tx1"/>
                </a:solidFill>
                <a:latin typeface="Manrope"/>
                <a:cs typeface="Manrope"/>
              </a:rPr>
              <a:t>Аб</a:t>
            </a:r>
            <a:endParaRPr lang="ru-RU" sz="2400" dirty="0">
              <a:solidFill>
                <a:schemeClr val="tx1"/>
              </a:solidFill>
              <a:latin typeface="Manrope"/>
              <a:cs typeface="Manrope"/>
            </a:endParaRPr>
          </a:p>
        </p:txBody>
      </p:sp>
      <p:sp>
        <p:nvSpPr>
          <p:cNvPr id="44" name="t42"/>
          <p:cNvSpPr txBox="1"/>
          <p:nvPr/>
        </p:nvSpPr>
        <p:spPr>
          <a:xfrm>
            <a:off x="2286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45" name="t43"/>
          <p:cNvSpPr txBox="1"/>
          <p:nvPr/>
        </p:nvSpPr>
        <p:spPr>
          <a:xfrm>
            <a:off x="3429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46" name="t44"/>
          <p:cNvSpPr txBox="1"/>
          <p:nvPr/>
        </p:nvSpPr>
        <p:spPr>
          <a:xfrm>
            <a:off x="4572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47" name="t45"/>
          <p:cNvSpPr txBox="1"/>
          <p:nvPr/>
        </p:nvSpPr>
        <p:spPr>
          <a:xfrm>
            <a:off x="5715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48" name="t46"/>
          <p:cNvSpPr txBox="1"/>
          <p:nvPr/>
        </p:nvSpPr>
        <p:spPr>
          <a:xfrm>
            <a:off x="6858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49" name="t47"/>
          <p:cNvSpPr txBox="1"/>
          <p:nvPr/>
        </p:nvSpPr>
        <p:spPr>
          <a:xfrm>
            <a:off x="8001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0" name="t48"/>
          <p:cNvSpPr txBox="1"/>
          <p:nvPr/>
        </p:nvSpPr>
        <p:spPr>
          <a:xfrm>
            <a:off x="9144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1" name="t49"/>
          <p:cNvSpPr txBox="1"/>
          <p:nvPr/>
        </p:nvSpPr>
        <p:spPr>
          <a:xfrm>
            <a:off x="10287000" y="1524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2" name="t50"/>
          <p:cNvSpPr txBox="1"/>
          <p:nvPr/>
        </p:nvSpPr>
        <p:spPr>
          <a:xfrm>
            <a:off x="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3" name="t51"/>
          <p:cNvSpPr txBox="1"/>
          <p:nvPr/>
        </p:nvSpPr>
        <p:spPr>
          <a:xfrm>
            <a:off x="1143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4" name="t52"/>
          <p:cNvSpPr txBox="1"/>
          <p:nvPr/>
        </p:nvSpPr>
        <p:spPr>
          <a:xfrm>
            <a:off x="2286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5" name="t53"/>
          <p:cNvSpPr txBox="1"/>
          <p:nvPr/>
        </p:nvSpPr>
        <p:spPr>
          <a:xfrm>
            <a:off x="3429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6" name="t54"/>
          <p:cNvSpPr txBox="1"/>
          <p:nvPr/>
        </p:nvSpPr>
        <p:spPr>
          <a:xfrm>
            <a:off x="4572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7" name="t55"/>
          <p:cNvSpPr txBox="1"/>
          <p:nvPr/>
        </p:nvSpPr>
        <p:spPr>
          <a:xfrm>
            <a:off x="5715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8" name="t56"/>
          <p:cNvSpPr txBox="1"/>
          <p:nvPr/>
        </p:nvSpPr>
        <p:spPr>
          <a:xfrm>
            <a:off x="6858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59" name="t57"/>
          <p:cNvSpPr txBox="1"/>
          <p:nvPr/>
        </p:nvSpPr>
        <p:spPr>
          <a:xfrm>
            <a:off x="8001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0" name="t58"/>
          <p:cNvSpPr txBox="1"/>
          <p:nvPr/>
        </p:nvSpPr>
        <p:spPr>
          <a:xfrm>
            <a:off x="9144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1" name="t59"/>
          <p:cNvSpPr txBox="1"/>
          <p:nvPr/>
        </p:nvSpPr>
        <p:spPr>
          <a:xfrm>
            <a:off x="10287000" y="1905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2" name="t60"/>
          <p:cNvSpPr txBox="1"/>
          <p:nvPr/>
        </p:nvSpPr>
        <p:spPr>
          <a:xfrm>
            <a:off x="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3" name="t61"/>
          <p:cNvSpPr txBox="1"/>
          <p:nvPr/>
        </p:nvSpPr>
        <p:spPr>
          <a:xfrm>
            <a:off x="1143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4" name="t62"/>
          <p:cNvSpPr txBox="1"/>
          <p:nvPr/>
        </p:nvSpPr>
        <p:spPr>
          <a:xfrm>
            <a:off x="2286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</a:br>
            <a:r>
              <a:rPr lang="ru-RU" sz="2400" dirty="0">
                <a:solidFill>
                  <a:schemeClr val="tx1"/>
                </a:solidFill>
                <a:latin typeface="Unbounded"/>
                <a:cs typeface="Unbounded"/>
              </a:rPr>
              <a:t>Аб</a:t>
            </a:r>
            <a:endParaRPr lang="ru-RU" sz="2400" dirty="0">
              <a:solidFill>
                <a:schemeClr val="tx1"/>
              </a:solidFill>
              <a:latin typeface="Unbounded"/>
              <a:cs typeface="Unbounded"/>
            </a:endParaRPr>
          </a:p>
        </p:txBody>
      </p:sp>
      <p:sp>
        <p:nvSpPr>
          <p:cNvPr id="65" name="t63"/>
          <p:cNvSpPr txBox="1"/>
          <p:nvPr/>
        </p:nvSpPr>
        <p:spPr>
          <a:xfrm>
            <a:off x="3429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66" name="t64"/>
          <p:cNvSpPr txBox="1"/>
          <p:nvPr/>
        </p:nvSpPr>
        <p:spPr>
          <a:xfrm>
            <a:off x="4572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67" name="t65"/>
          <p:cNvSpPr txBox="1"/>
          <p:nvPr/>
        </p:nvSpPr>
        <p:spPr>
          <a:xfrm>
            <a:off x="5715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8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68" name="t66"/>
          <p:cNvSpPr txBox="1"/>
          <p:nvPr/>
        </p:nvSpPr>
        <p:spPr>
          <a:xfrm>
            <a:off x="6858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69" name="t67"/>
          <p:cNvSpPr txBox="1"/>
          <p:nvPr/>
        </p:nvSpPr>
        <p:spPr>
          <a:xfrm>
            <a:off x="8001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0" name="t68"/>
          <p:cNvSpPr txBox="1"/>
          <p:nvPr/>
        </p:nvSpPr>
        <p:spPr>
          <a:xfrm>
            <a:off x="9144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9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1" name="t69"/>
          <p:cNvSpPr txBox="1"/>
          <p:nvPr/>
        </p:nvSpPr>
        <p:spPr>
          <a:xfrm>
            <a:off x="10287000" y="2286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2" name="t70"/>
          <p:cNvSpPr txBox="1"/>
          <p:nvPr/>
        </p:nvSpPr>
        <p:spPr>
          <a:xfrm>
            <a:off x="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3" name="t71"/>
          <p:cNvSpPr txBox="1"/>
          <p:nvPr/>
        </p:nvSpPr>
        <p:spPr>
          <a:xfrm>
            <a:off x="1143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4" name="t72"/>
          <p:cNvSpPr txBox="1"/>
          <p:nvPr/>
        </p:nvSpPr>
        <p:spPr>
          <a:xfrm>
            <a:off x="2286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5" name="t73"/>
          <p:cNvSpPr txBox="1"/>
          <p:nvPr/>
        </p:nvSpPr>
        <p:spPr>
          <a:xfrm>
            <a:off x="3429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6" name="t74"/>
          <p:cNvSpPr txBox="1"/>
          <p:nvPr/>
        </p:nvSpPr>
        <p:spPr>
          <a:xfrm>
            <a:off x="4572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1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7" name="t75"/>
          <p:cNvSpPr txBox="1"/>
          <p:nvPr/>
        </p:nvSpPr>
        <p:spPr>
          <a:xfrm>
            <a:off x="5715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8" name="t76"/>
          <p:cNvSpPr txBox="1"/>
          <p:nvPr/>
        </p:nvSpPr>
        <p:spPr>
          <a:xfrm>
            <a:off x="6858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79" name="t77"/>
          <p:cNvSpPr txBox="1"/>
          <p:nvPr/>
        </p:nvSpPr>
        <p:spPr>
          <a:xfrm>
            <a:off x="8001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3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0" name="t78"/>
          <p:cNvSpPr txBox="1"/>
          <p:nvPr/>
        </p:nvSpPr>
        <p:spPr>
          <a:xfrm>
            <a:off x="9144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1" name="t79"/>
          <p:cNvSpPr txBox="1"/>
          <p:nvPr/>
        </p:nvSpPr>
        <p:spPr>
          <a:xfrm>
            <a:off x="10287000" y="2667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2" name="t80"/>
          <p:cNvSpPr txBox="1"/>
          <p:nvPr/>
        </p:nvSpPr>
        <p:spPr>
          <a:xfrm>
            <a:off x="0" y="3048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15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3" name="t81"/>
          <p:cNvSpPr txBox="1"/>
          <p:nvPr/>
        </p:nvSpPr>
        <p:spPr>
          <a:xfrm>
            <a:off x="1143000" y="3048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4" name="t82"/>
          <p:cNvSpPr txBox="1"/>
          <p:nvPr/>
        </p:nvSpPr>
        <p:spPr>
          <a:xfrm>
            <a:off x="2286000" y="3048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  <p:sp>
        <p:nvSpPr>
          <p:cNvPr id="85" name="t83"/>
          <p:cNvSpPr txBox="1"/>
          <p:nvPr/>
        </p:nvSpPr>
        <p:spPr>
          <a:xfrm>
            <a:off x="3429000" y="3048000"/>
            <a:ext cx="1016000" cy="254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>
              <a:lnSpc>
                <a:spcPct val="200000"/>
              </a:lnSpc>
              <a:buNone/>
            </a:pP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b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</a:br>
            <a:r>
              <a:rPr lang="ru-RU" sz="2400" dirty="0">
                <a:solidFill>
                  <a:schemeClr val="tx1"/>
                </a:solidFill>
                <a:latin typeface="Segoe UI"/>
                <a:cs typeface="Segoe UI"/>
              </a:rPr>
              <a:t>Аб</a:t>
            </a:r>
            <a:endParaRPr lang="ru-RU" sz="2400" dirty="0">
              <a:solidFill>
                <a:schemeClr val="tx1"/>
              </a:solidFill>
              <a:latin typeface="Segoe UI"/>
              <a:cs typeface="Segoe U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ML">
  <a:themeElements>
    <a:clrScheme name="SlideML">
      <a:dk1>
        <a:srgbClr val="111418"/>
      </a:dk1>
      <a:lt1>
        <a:srgbClr val="FFFFFF"/>
      </a:lt1>
      <a:dk2>
        <a:srgbClr val="1D2433"/>
      </a:dk2>
      <a:lt2>
        <a:srgbClr val="F2F4F7"/>
      </a:lt2>
      <a:accent1>
        <a:srgbClr val="2F6BFF"/>
      </a:accent1>
      <a:accent2>
        <a:srgbClr val="FF7A1A"/>
      </a:accent2>
      <a:accent3>
        <a:srgbClr val="18B39B"/>
      </a:accent3>
      <a:accent4>
        <a:srgbClr val="8B5CF6"/>
      </a:accent4>
      <a:accent5>
        <a:srgbClr val="F2B705"/>
      </a:accent5>
      <a:accent6>
        <a:srgbClr val="E5484D"/>
      </a:accent6>
      <a:hlink>
        <a:srgbClr val="2F6BFF"/>
      </a:hlink>
      <a:folHlink>
        <a:srgbClr val="8B5CF6"/>
      </a:folHlink>
    </a:clrScheme>
    <a:fontScheme name="SlideML">
      <a:majorFont>
        <a:latin typeface="Inter SemiBold"/>
        <a:ea typeface=""/>
        <a:cs typeface=""/>
      </a:majorFont>
      <a:minorFont>
        <a:latin typeface="Inter"/>
        <a:ea typeface=""/>
        <a:cs typeface=""/>
      </a:minorFont>
    </a:fontScheme>
    <a:fmtScheme name="SlideM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SlideML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lh</dc:title>
  <dc:creator>SlideML</dc:creator>
</cp:coreProperties>
</file>