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xlsx" ContentType="application/vnd.openxmlformats-officedocument.spreadsheetml.sheet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0" y="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  <a:t>Дж</a:t>
            </a:r>
            <a:endParaRPr lang="ru-RU" sz="12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3" name="t1"/>
          <p:cNvSpPr txBox="1"/>
          <p:nvPr/>
        </p:nvSpPr>
        <p:spPr>
          <a:xfrm>
            <a:off x="2032000" y="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  <a:t>Дж</a:t>
            </a:r>
            <a:endParaRPr lang="ru-RU" sz="12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4" name="t2"/>
          <p:cNvSpPr txBox="1"/>
          <p:nvPr/>
        </p:nvSpPr>
        <p:spPr>
          <a:xfrm>
            <a:off x="4064000" y="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Дж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5" name="t3"/>
          <p:cNvSpPr txBox="1"/>
          <p:nvPr/>
        </p:nvSpPr>
        <p:spPr>
          <a:xfrm>
            <a:off x="6096000" y="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Дж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6" name="t4"/>
          <p:cNvSpPr txBox="1"/>
          <p:nvPr/>
        </p:nvSpPr>
        <p:spPr>
          <a:xfrm>
            <a:off x="8128000" y="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4800" dirty="0">
                <a:solidFill>
                  <a:schemeClr val="tx1"/>
                </a:solidFill>
                <a:latin typeface="Inter"/>
                <a:cs typeface="Inter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4800" dirty="0">
                <a:solidFill>
                  <a:schemeClr val="tx1"/>
                </a:solidFill>
                <a:latin typeface="Inter"/>
                <a:cs typeface="Inter"/>
              </a:rPr>
              <a:t>Дж</a:t>
            </a:r>
            <a:endParaRPr lang="ru-RU" sz="48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7" name="t5"/>
          <p:cNvSpPr txBox="1"/>
          <p:nvPr/>
        </p:nvSpPr>
        <p:spPr>
          <a:xfrm>
            <a:off x="10160000" y="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4800" dirty="0">
                <a:solidFill>
                  <a:schemeClr val="tx1"/>
                </a:solidFill>
                <a:latin typeface="Inter"/>
                <a:cs typeface="Inter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4800" dirty="0">
                <a:solidFill>
                  <a:schemeClr val="tx1"/>
                </a:solidFill>
                <a:latin typeface="Inter"/>
                <a:cs typeface="Inter"/>
              </a:rPr>
              <a:t>Дж</a:t>
            </a:r>
            <a:endParaRPr lang="ru-RU" sz="48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8" name="t6"/>
          <p:cNvSpPr txBox="1"/>
          <p:nvPr/>
        </p:nvSpPr>
        <p:spPr>
          <a:xfrm>
            <a:off x="0" y="50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  <a:t>Дж</a:t>
            </a:r>
            <a:endParaRPr lang="ru-RU" sz="1200" dirty="0">
              <a:solidFill>
                <a:schemeClr val="tx1"/>
              </a:solidFill>
              <a:latin typeface="Inter SemiBold"/>
              <a:cs typeface="Inter SemiBold"/>
            </a:endParaRPr>
          </a:p>
        </p:txBody>
      </p:sp>
      <p:sp>
        <p:nvSpPr>
          <p:cNvPr id="9" name="t7"/>
          <p:cNvSpPr txBox="1"/>
          <p:nvPr/>
        </p:nvSpPr>
        <p:spPr>
          <a:xfrm>
            <a:off x="2032000" y="50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  <a:t>Дж</a:t>
            </a:r>
            <a:endParaRPr lang="ru-RU" sz="1200" dirty="0">
              <a:solidFill>
                <a:schemeClr val="tx1"/>
              </a:solidFill>
              <a:latin typeface="Inter SemiBold"/>
              <a:cs typeface="Inter SemiBold"/>
            </a:endParaRPr>
          </a:p>
        </p:txBody>
      </p:sp>
      <p:sp>
        <p:nvSpPr>
          <p:cNvPr id="10" name="t8"/>
          <p:cNvSpPr txBox="1"/>
          <p:nvPr/>
        </p:nvSpPr>
        <p:spPr>
          <a:xfrm>
            <a:off x="4064000" y="50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  <a:t>Дж</a:t>
            </a:r>
            <a:endParaRPr lang="ru-RU" sz="2400" dirty="0">
              <a:solidFill>
                <a:schemeClr val="tx1"/>
              </a:solidFill>
              <a:latin typeface="Inter SemiBold"/>
              <a:cs typeface="Inter SemiBold"/>
            </a:endParaRPr>
          </a:p>
        </p:txBody>
      </p:sp>
      <p:sp>
        <p:nvSpPr>
          <p:cNvPr id="11" name="t9"/>
          <p:cNvSpPr txBox="1"/>
          <p:nvPr/>
        </p:nvSpPr>
        <p:spPr>
          <a:xfrm>
            <a:off x="6096000" y="50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  <a:t>Дж</a:t>
            </a:r>
            <a:endParaRPr lang="ru-RU" sz="2400" dirty="0">
              <a:solidFill>
                <a:schemeClr val="tx1"/>
              </a:solidFill>
              <a:latin typeface="Inter SemiBold"/>
              <a:cs typeface="Inter SemiBold"/>
            </a:endParaRPr>
          </a:p>
        </p:txBody>
      </p:sp>
      <p:sp>
        <p:nvSpPr>
          <p:cNvPr id="12" name="t10"/>
          <p:cNvSpPr txBox="1"/>
          <p:nvPr/>
        </p:nvSpPr>
        <p:spPr>
          <a:xfrm>
            <a:off x="8128000" y="50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Inter SemiBold"/>
                <a:cs typeface="Inter SemiBold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4800" dirty="0">
                <a:solidFill>
                  <a:schemeClr val="tx1"/>
                </a:solidFill>
                <a:latin typeface="Inter SemiBold"/>
                <a:cs typeface="Inter SemiBold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4800" dirty="0">
                <a:solidFill>
                  <a:schemeClr val="tx1"/>
                </a:solidFill>
                <a:latin typeface="Inter SemiBold"/>
                <a:cs typeface="Inter SemiBold"/>
              </a:rPr>
              <a:t>Дж</a:t>
            </a:r>
            <a:endParaRPr lang="ru-RU" sz="4800" dirty="0">
              <a:solidFill>
                <a:schemeClr val="tx1"/>
              </a:solidFill>
              <a:latin typeface="Inter SemiBold"/>
              <a:cs typeface="Inter SemiBold"/>
            </a:endParaRPr>
          </a:p>
        </p:txBody>
      </p:sp>
      <p:sp>
        <p:nvSpPr>
          <p:cNvPr id="13" name="t11"/>
          <p:cNvSpPr txBox="1"/>
          <p:nvPr/>
        </p:nvSpPr>
        <p:spPr>
          <a:xfrm>
            <a:off x="10160000" y="50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Inter SemiBold"/>
                <a:cs typeface="Inter SemiBold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4800" dirty="0">
                <a:solidFill>
                  <a:schemeClr val="tx1"/>
                </a:solidFill>
                <a:latin typeface="Inter SemiBold"/>
                <a:cs typeface="Inter SemiBold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Inter SemiBold"/>
                <a:cs typeface="Inter SemiBold"/>
              </a:rPr>
            </a:br>
            <a:r>
              <a:rPr lang="ru-RU" sz="4800" dirty="0">
                <a:solidFill>
                  <a:schemeClr val="tx1"/>
                </a:solidFill>
                <a:latin typeface="Inter SemiBold"/>
                <a:cs typeface="Inter SemiBold"/>
              </a:rPr>
              <a:t>Дж</a:t>
            </a:r>
            <a:endParaRPr lang="ru-RU" sz="4800" dirty="0">
              <a:solidFill>
                <a:schemeClr val="tx1"/>
              </a:solidFill>
              <a:latin typeface="Inter SemiBold"/>
              <a:cs typeface="Inter SemiBold"/>
            </a:endParaRPr>
          </a:p>
        </p:txBody>
      </p:sp>
      <p:sp>
        <p:nvSpPr>
          <p:cNvPr id="14" name="t12"/>
          <p:cNvSpPr txBox="1"/>
          <p:nvPr/>
        </p:nvSpPr>
        <p:spPr>
          <a:xfrm>
            <a:off x="0" y="101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  <a:t>Дж</a:t>
            </a:r>
            <a:endParaRPr lang="ru-RU" sz="12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15" name="t13"/>
          <p:cNvSpPr txBox="1"/>
          <p:nvPr/>
        </p:nvSpPr>
        <p:spPr>
          <a:xfrm>
            <a:off x="2032000" y="101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  <a:t>Дж</a:t>
            </a:r>
            <a:endParaRPr lang="ru-RU" sz="12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16" name="t14"/>
          <p:cNvSpPr txBox="1"/>
          <p:nvPr/>
        </p:nvSpPr>
        <p:spPr>
          <a:xfrm>
            <a:off x="4064000" y="101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Дж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17" name="t15"/>
          <p:cNvSpPr txBox="1"/>
          <p:nvPr/>
        </p:nvSpPr>
        <p:spPr>
          <a:xfrm>
            <a:off x="6096000" y="101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Дж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18" name="t16"/>
          <p:cNvSpPr txBox="1"/>
          <p:nvPr/>
        </p:nvSpPr>
        <p:spPr>
          <a:xfrm>
            <a:off x="8128000" y="101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4800" dirty="0">
                <a:solidFill>
                  <a:schemeClr val="tx1"/>
                </a:solidFill>
                <a:latin typeface="Manrope"/>
                <a:cs typeface="Manrope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4800" dirty="0">
                <a:solidFill>
                  <a:schemeClr val="tx1"/>
                </a:solidFill>
                <a:latin typeface="Manrope"/>
                <a:cs typeface="Manrope"/>
              </a:rPr>
              <a:t>Дж</a:t>
            </a:r>
            <a:endParaRPr lang="ru-RU" sz="48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19" name="t17"/>
          <p:cNvSpPr txBox="1"/>
          <p:nvPr/>
        </p:nvSpPr>
        <p:spPr>
          <a:xfrm>
            <a:off x="10160000" y="101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4800" dirty="0">
                <a:solidFill>
                  <a:schemeClr val="tx1"/>
                </a:solidFill>
                <a:latin typeface="Manrope"/>
                <a:cs typeface="Manrope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4800" dirty="0">
                <a:solidFill>
                  <a:schemeClr val="tx1"/>
                </a:solidFill>
                <a:latin typeface="Manrope"/>
                <a:cs typeface="Manrope"/>
              </a:rPr>
              <a:t>Дж</a:t>
            </a:r>
            <a:endParaRPr lang="ru-RU" sz="48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20" name="t18"/>
          <p:cNvSpPr txBox="1"/>
          <p:nvPr/>
        </p:nvSpPr>
        <p:spPr>
          <a:xfrm>
            <a:off x="0" y="152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  <a:t>Дж</a:t>
            </a:r>
            <a:endParaRPr lang="ru-RU" sz="1200" dirty="0">
              <a:solidFill>
                <a:schemeClr val="tx1"/>
              </a:solidFill>
              <a:latin typeface="Manrope ExtraBold"/>
              <a:cs typeface="Manrope ExtraBold"/>
            </a:endParaRPr>
          </a:p>
        </p:txBody>
      </p:sp>
      <p:sp>
        <p:nvSpPr>
          <p:cNvPr id="21" name="t19"/>
          <p:cNvSpPr txBox="1"/>
          <p:nvPr/>
        </p:nvSpPr>
        <p:spPr>
          <a:xfrm>
            <a:off x="2032000" y="152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  <a:t>Дж</a:t>
            </a:r>
            <a:endParaRPr lang="ru-RU" sz="1200" dirty="0">
              <a:solidFill>
                <a:schemeClr val="tx1"/>
              </a:solidFill>
              <a:latin typeface="Manrope ExtraBold"/>
              <a:cs typeface="Manrope ExtraBold"/>
            </a:endParaRPr>
          </a:p>
        </p:txBody>
      </p:sp>
      <p:sp>
        <p:nvSpPr>
          <p:cNvPr id="22" name="t20"/>
          <p:cNvSpPr txBox="1"/>
          <p:nvPr/>
        </p:nvSpPr>
        <p:spPr>
          <a:xfrm>
            <a:off x="4064000" y="152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  <a:t>Дж</a:t>
            </a:r>
            <a:endParaRPr lang="ru-RU" sz="2400" dirty="0">
              <a:solidFill>
                <a:schemeClr val="tx1"/>
              </a:solidFill>
              <a:latin typeface="Manrope ExtraBold"/>
              <a:cs typeface="Manrope ExtraBold"/>
            </a:endParaRPr>
          </a:p>
        </p:txBody>
      </p:sp>
      <p:sp>
        <p:nvSpPr>
          <p:cNvPr id="23" name="t21"/>
          <p:cNvSpPr txBox="1"/>
          <p:nvPr/>
        </p:nvSpPr>
        <p:spPr>
          <a:xfrm>
            <a:off x="6096000" y="152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  <a:t>Дж</a:t>
            </a:r>
            <a:endParaRPr lang="ru-RU" sz="2400" dirty="0">
              <a:solidFill>
                <a:schemeClr val="tx1"/>
              </a:solidFill>
              <a:latin typeface="Manrope ExtraBold"/>
              <a:cs typeface="Manrope ExtraBold"/>
            </a:endParaRPr>
          </a:p>
        </p:txBody>
      </p:sp>
      <p:sp>
        <p:nvSpPr>
          <p:cNvPr id="24" name="t22"/>
          <p:cNvSpPr txBox="1"/>
          <p:nvPr/>
        </p:nvSpPr>
        <p:spPr>
          <a:xfrm>
            <a:off x="8128000" y="152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Manrope ExtraBold"/>
                <a:cs typeface="Manrope ExtraBold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4800" dirty="0">
                <a:solidFill>
                  <a:schemeClr val="tx1"/>
                </a:solidFill>
                <a:latin typeface="Manrope ExtraBold"/>
                <a:cs typeface="Manrope ExtraBold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4800" dirty="0">
                <a:solidFill>
                  <a:schemeClr val="tx1"/>
                </a:solidFill>
                <a:latin typeface="Manrope ExtraBold"/>
                <a:cs typeface="Manrope ExtraBold"/>
              </a:rPr>
              <a:t>Дж</a:t>
            </a:r>
            <a:endParaRPr lang="ru-RU" sz="4800" dirty="0">
              <a:solidFill>
                <a:schemeClr val="tx1"/>
              </a:solidFill>
              <a:latin typeface="Manrope ExtraBold"/>
              <a:cs typeface="Manrope ExtraBold"/>
            </a:endParaRPr>
          </a:p>
        </p:txBody>
      </p:sp>
      <p:sp>
        <p:nvSpPr>
          <p:cNvPr id="25" name="t23"/>
          <p:cNvSpPr txBox="1"/>
          <p:nvPr/>
        </p:nvSpPr>
        <p:spPr>
          <a:xfrm>
            <a:off x="10160000" y="152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Manrope ExtraBold"/>
                <a:cs typeface="Manrope ExtraBold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4800" dirty="0">
                <a:solidFill>
                  <a:schemeClr val="tx1"/>
                </a:solidFill>
                <a:latin typeface="Manrope ExtraBold"/>
                <a:cs typeface="Manrope ExtraBold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Manrope ExtraBold"/>
                <a:cs typeface="Manrope ExtraBold"/>
              </a:rPr>
            </a:br>
            <a:r>
              <a:rPr lang="ru-RU" sz="4800" dirty="0">
                <a:solidFill>
                  <a:schemeClr val="tx1"/>
                </a:solidFill>
                <a:latin typeface="Manrope ExtraBold"/>
                <a:cs typeface="Manrope ExtraBold"/>
              </a:rPr>
              <a:t>Дж</a:t>
            </a:r>
            <a:endParaRPr lang="ru-RU" sz="4800" dirty="0">
              <a:solidFill>
                <a:schemeClr val="tx1"/>
              </a:solidFill>
              <a:latin typeface="Manrope ExtraBold"/>
              <a:cs typeface="Manrope ExtraBold"/>
            </a:endParaRPr>
          </a:p>
        </p:txBody>
      </p:sp>
      <p:sp>
        <p:nvSpPr>
          <p:cNvPr id="26" name="t24"/>
          <p:cNvSpPr txBox="1"/>
          <p:nvPr/>
        </p:nvSpPr>
        <p:spPr>
          <a:xfrm>
            <a:off x="0" y="203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  <a:t>Дж</a:t>
            </a:r>
            <a:endParaRPr lang="ru-RU" sz="12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27" name="t25"/>
          <p:cNvSpPr txBox="1"/>
          <p:nvPr/>
        </p:nvSpPr>
        <p:spPr>
          <a:xfrm>
            <a:off x="2032000" y="203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  <a:t>Дж</a:t>
            </a:r>
            <a:endParaRPr lang="ru-RU" sz="12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28" name="t26"/>
          <p:cNvSpPr txBox="1"/>
          <p:nvPr/>
        </p:nvSpPr>
        <p:spPr>
          <a:xfrm>
            <a:off x="4064000" y="203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Дж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29" name="t27"/>
          <p:cNvSpPr txBox="1"/>
          <p:nvPr/>
        </p:nvSpPr>
        <p:spPr>
          <a:xfrm>
            <a:off x="6096000" y="203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Дж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30" name="t28"/>
          <p:cNvSpPr txBox="1"/>
          <p:nvPr/>
        </p:nvSpPr>
        <p:spPr>
          <a:xfrm>
            <a:off x="8128000" y="203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4800" dirty="0">
                <a:solidFill>
                  <a:schemeClr val="tx1"/>
                </a:solidFill>
                <a:latin typeface="Unbounded"/>
                <a:cs typeface="Unbounded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4800" dirty="0">
                <a:solidFill>
                  <a:schemeClr val="tx1"/>
                </a:solidFill>
                <a:latin typeface="Unbounded"/>
                <a:cs typeface="Unbounded"/>
              </a:rPr>
              <a:t>Дж</a:t>
            </a:r>
            <a:endParaRPr lang="ru-RU" sz="48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31" name="t29"/>
          <p:cNvSpPr txBox="1"/>
          <p:nvPr/>
        </p:nvSpPr>
        <p:spPr>
          <a:xfrm>
            <a:off x="10160000" y="203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4800" dirty="0">
                <a:solidFill>
                  <a:schemeClr val="tx1"/>
                </a:solidFill>
                <a:latin typeface="Unbounded"/>
                <a:cs typeface="Unbounded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4800" dirty="0">
                <a:solidFill>
                  <a:schemeClr val="tx1"/>
                </a:solidFill>
                <a:latin typeface="Unbounded"/>
                <a:cs typeface="Unbounded"/>
              </a:rPr>
              <a:t>Дж</a:t>
            </a:r>
            <a:endParaRPr lang="ru-RU" sz="48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32" name="t30"/>
          <p:cNvSpPr txBox="1"/>
          <p:nvPr/>
        </p:nvSpPr>
        <p:spPr>
          <a:xfrm>
            <a:off x="0" y="2540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  <a:t>Дж</a:t>
            </a:r>
            <a:endParaRPr lang="ru-RU" sz="1200" dirty="0">
              <a:solidFill>
                <a:schemeClr val="tx1"/>
              </a:solidFill>
              <a:latin typeface="Unbounded ExtraBold"/>
              <a:cs typeface="Unbounded ExtraBold"/>
            </a:endParaRPr>
          </a:p>
        </p:txBody>
      </p:sp>
      <p:sp>
        <p:nvSpPr>
          <p:cNvPr id="33" name="t31"/>
          <p:cNvSpPr txBox="1"/>
          <p:nvPr/>
        </p:nvSpPr>
        <p:spPr>
          <a:xfrm>
            <a:off x="2032000" y="2540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  <a:t>Дж</a:t>
            </a:r>
            <a:endParaRPr lang="ru-RU" sz="1200" dirty="0">
              <a:solidFill>
                <a:schemeClr val="tx1"/>
              </a:solidFill>
              <a:latin typeface="Unbounded ExtraBold"/>
              <a:cs typeface="Unbounded ExtraBold"/>
            </a:endParaRPr>
          </a:p>
        </p:txBody>
      </p:sp>
      <p:sp>
        <p:nvSpPr>
          <p:cNvPr id="34" name="t32"/>
          <p:cNvSpPr txBox="1"/>
          <p:nvPr/>
        </p:nvSpPr>
        <p:spPr>
          <a:xfrm>
            <a:off x="4064000" y="2540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  <a:t>Дж</a:t>
            </a:r>
            <a:endParaRPr lang="ru-RU" sz="2400" dirty="0">
              <a:solidFill>
                <a:schemeClr val="tx1"/>
              </a:solidFill>
              <a:latin typeface="Unbounded ExtraBold"/>
              <a:cs typeface="Unbounded ExtraBold"/>
            </a:endParaRPr>
          </a:p>
        </p:txBody>
      </p:sp>
      <p:sp>
        <p:nvSpPr>
          <p:cNvPr id="35" name="t33"/>
          <p:cNvSpPr txBox="1"/>
          <p:nvPr/>
        </p:nvSpPr>
        <p:spPr>
          <a:xfrm>
            <a:off x="6096000" y="2540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  <a:t>Дж</a:t>
            </a:r>
            <a:endParaRPr lang="ru-RU" sz="2400" dirty="0">
              <a:solidFill>
                <a:schemeClr val="tx1"/>
              </a:solidFill>
              <a:latin typeface="Unbounded ExtraBold"/>
              <a:cs typeface="Unbounded ExtraBold"/>
            </a:endParaRPr>
          </a:p>
        </p:txBody>
      </p:sp>
      <p:sp>
        <p:nvSpPr>
          <p:cNvPr id="36" name="t34"/>
          <p:cNvSpPr txBox="1"/>
          <p:nvPr/>
        </p:nvSpPr>
        <p:spPr>
          <a:xfrm>
            <a:off x="8128000" y="2540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Unbounded ExtraBold"/>
                <a:cs typeface="Unbounded ExtraBold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4800" dirty="0">
                <a:solidFill>
                  <a:schemeClr val="tx1"/>
                </a:solidFill>
                <a:latin typeface="Unbounded ExtraBold"/>
                <a:cs typeface="Unbounded ExtraBold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4800" dirty="0">
                <a:solidFill>
                  <a:schemeClr val="tx1"/>
                </a:solidFill>
                <a:latin typeface="Unbounded ExtraBold"/>
                <a:cs typeface="Unbounded ExtraBold"/>
              </a:rPr>
              <a:t>Дж</a:t>
            </a:r>
            <a:endParaRPr lang="ru-RU" sz="4800" dirty="0">
              <a:solidFill>
                <a:schemeClr val="tx1"/>
              </a:solidFill>
              <a:latin typeface="Unbounded ExtraBold"/>
              <a:cs typeface="Unbounded ExtraBold"/>
            </a:endParaRPr>
          </a:p>
        </p:txBody>
      </p:sp>
      <p:sp>
        <p:nvSpPr>
          <p:cNvPr id="37" name="t35"/>
          <p:cNvSpPr txBox="1"/>
          <p:nvPr/>
        </p:nvSpPr>
        <p:spPr>
          <a:xfrm>
            <a:off x="10160000" y="2540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Unbounded ExtraBold"/>
                <a:cs typeface="Unbounded ExtraBold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4800" dirty="0">
                <a:solidFill>
                  <a:schemeClr val="tx1"/>
                </a:solidFill>
                <a:latin typeface="Unbounded ExtraBold"/>
                <a:cs typeface="Unbounded ExtraBold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Unbounded ExtraBold"/>
                <a:cs typeface="Unbounded ExtraBold"/>
              </a:rPr>
            </a:br>
            <a:r>
              <a:rPr lang="ru-RU" sz="4800" dirty="0">
                <a:solidFill>
                  <a:schemeClr val="tx1"/>
                </a:solidFill>
                <a:latin typeface="Unbounded ExtraBold"/>
                <a:cs typeface="Unbounded ExtraBold"/>
              </a:rPr>
              <a:t>Дж</a:t>
            </a:r>
            <a:endParaRPr lang="ru-RU" sz="4800" dirty="0">
              <a:solidFill>
                <a:schemeClr val="tx1"/>
              </a:solidFill>
              <a:latin typeface="Unbounded ExtraBold"/>
              <a:cs typeface="Unbounded ExtraBold"/>
            </a:endParaRPr>
          </a:p>
        </p:txBody>
      </p:sp>
      <p:sp>
        <p:nvSpPr>
          <p:cNvPr id="38" name="t36"/>
          <p:cNvSpPr txBox="1"/>
          <p:nvPr/>
        </p:nvSpPr>
        <p:spPr>
          <a:xfrm>
            <a:off x="0" y="304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  <a:t>Дж</a:t>
            </a:r>
            <a:endParaRPr lang="ru-RU" sz="1200" dirty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sp>
        <p:nvSpPr>
          <p:cNvPr id="39" name="t37"/>
          <p:cNvSpPr txBox="1"/>
          <p:nvPr/>
        </p:nvSpPr>
        <p:spPr>
          <a:xfrm>
            <a:off x="2032000" y="304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  <a:t>Дж</a:t>
            </a:r>
            <a:endParaRPr lang="ru-RU" sz="1200" dirty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sp>
        <p:nvSpPr>
          <p:cNvPr id="40" name="t38"/>
          <p:cNvSpPr txBox="1"/>
          <p:nvPr/>
        </p:nvSpPr>
        <p:spPr>
          <a:xfrm>
            <a:off x="4064000" y="304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  <a:t>Дж</a:t>
            </a:r>
            <a:endParaRPr lang="ru-RU" sz="2400" dirty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sp>
        <p:nvSpPr>
          <p:cNvPr id="41" name="t39"/>
          <p:cNvSpPr txBox="1"/>
          <p:nvPr/>
        </p:nvSpPr>
        <p:spPr>
          <a:xfrm>
            <a:off x="6096000" y="304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  <a:t>Дж</a:t>
            </a:r>
            <a:endParaRPr lang="ru-RU" sz="2400" dirty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sp>
        <p:nvSpPr>
          <p:cNvPr id="42" name="t40"/>
          <p:cNvSpPr txBox="1"/>
          <p:nvPr/>
        </p:nvSpPr>
        <p:spPr>
          <a:xfrm>
            <a:off x="8128000" y="304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Montserrat"/>
                <a:cs typeface="Montserrat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4800" dirty="0">
                <a:solidFill>
                  <a:schemeClr val="tx1"/>
                </a:solidFill>
                <a:latin typeface="Montserrat"/>
                <a:cs typeface="Montserrat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4800" dirty="0">
                <a:solidFill>
                  <a:schemeClr val="tx1"/>
                </a:solidFill>
                <a:latin typeface="Montserrat"/>
                <a:cs typeface="Montserrat"/>
              </a:rPr>
              <a:t>Дж</a:t>
            </a:r>
            <a:endParaRPr lang="ru-RU" sz="4800" dirty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sp>
        <p:nvSpPr>
          <p:cNvPr id="43" name="t41"/>
          <p:cNvSpPr txBox="1"/>
          <p:nvPr/>
        </p:nvSpPr>
        <p:spPr>
          <a:xfrm>
            <a:off x="10160000" y="304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Montserrat"/>
                <a:cs typeface="Montserrat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4800" dirty="0">
                <a:solidFill>
                  <a:schemeClr val="tx1"/>
                </a:solidFill>
                <a:latin typeface="Montserrat"/>
                <a:cs typeface="Montserrat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Montserrat"/>
                <a:cs typeface="Montserrat"/>
              </a:rPr>
            </a:br>
            <a:r>
              <a:rPr lang="ru-RU" sz="4800" dirty="0">
                <a:solidFill>
                  <a:schemeClr val="tx1"/>
                </a:solidFill>
                <a:latin typeface="Montserrat"/>
                <a:cs typeface="Montserrat"/>
              </a:rPr>
              <a:t>Дж</a:t>
            </a:r>
            <a:endParaRPr lang="ru-RU" sz="4800" dirty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sp>
        <p:nvSpPr>
          <p:cNvPr id="44" name="t42"/>
          <p:cNvSpPr txBox="1"/>
          <p:nvPr/>
        </p:nvSpPr>
        <p:spPr>
          <a:xfrm>
            <a:off x="0" y="355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  <a:t>Дж</a:t>
            </a:r>
            <a:endParaRPr lang="ru-RU" sz="1200" dirty="0">
              <a:solidFill>
                <a:schemeClr val="tx1"/>
              </a:solidFill>
              <a:latin typeface="Arial Black"/>
              <a:cs typeface="Arial Black"/>
            </a:endParaRPr>
          </a:p>
        </p:txBody>
      </p:sp>
      <p:sp>
        <p:nvSpPr>
          <p:cNvPr id="45" name="t43"/>
          <p:cNvSpPr txBox="1"/>
          <p:nvPr/>
        </p:nvSpPr>
        <p:spPr>
          <a:xfrm>
            <a:off x="2032000" y="355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  <a:t>Дж</a:t>
            </a:r>
            <a:endParaRPr lang="ru-RU" sz="1200" dirty="0">
              <a:solidFill>
                <a:schemeClr val="tx1"/>
              </a:solidFill>
              <a:latin typeface="Arial Black"/>
              <a:cs typeface="Arial Black"/>
            </a:endParaRPr>
          </a:p>
        </p:txBody>
      </p:sp>
      <p:sp>
        <p:nvSpPr>
          <p:cNvPr id="46" name="t44"/>
          <p:cNvSpPr txBox="1"/>
          <p:nvPr/>
        </p:nvSpPr>
        <p:spPr>
          <a:xfrm>
            <a:off x="4064000" y="355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  <a:t>Дж</a:t>
            </a:r>
            <a:endParaRPr lang="ru-RU" sz="2400" dirty="0">
              <a:solidFill>
                <a:schemeClr val="tx1"/>
              </a:solidFill>
              <a:latin typeface="Arial Black"/>
              <a:cs typeface="Arial Black"/>
            </a:endParaRPr>
          </a:p>
        </p:txBody>
      </p:sp>
      <p:sp>
        <p:nvSpPr>
          <p:cNvPr id="47" name="t45"/>
          <p:cNvSpPr txBox="1"/>
          <p:nvPr/>
        </p:nvSpPr>
        <p:spPr>
          <a:xfrm>
            <a:off x="6096000" y="355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  <a:t>Дж</a:t>
            </a:r>
            <a:endParaRPr lang="ru-RU" sz="2400" dirty="0">
              <a:solidFill>
                <a:schemeClr val="tx1"/>
              </a:solidFill>
              <a:latin typeface="Arial Black"/>
              <a:cs typeface="Arial Black"/>
            </a:endParaRPr>
          </a:p>
        </p:txBody>
      </p:sp>
      <p:sp>
        <p:nvSpPr>
          <p:cNvPr id="48" name="t46"/>
          <p:cNvSpPr txBox="1"/>
          <p:nvPr/>
        </p:nvSpPr>
        <p:spPr>
          <a:xfrm>
            <a:off x="8128000" y="355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Arial Black"/>
                <a:cs typeface="Arial Black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4800" dirty="0">
                <a:solidFill>
                  <a:schemeClr val="tx1"/>
                </a:solidFill>
                <a:latin typeface="Arial Black"/>
                <a:cs typeface="Arial Black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4800" dirty="0">
                <a:solidFill>
                  <a:schemeClr val="tx1"/>
                </a:solidFill>
                <a:latin typeface="Arial Black"/>
                <a:cs typeface="Arial Black"/>
              </a:rPr>
              <a:t>Дж</a:t>
            </a:r>
            <a:endParaRPr lang="ru-RU" sz="4800" dirty="0">
              <a:solidFill>
                <a:schemeClr val="tx1"/>
              </a:solidFill>
              <a:latin typeface="Arial Black"/>
              <a:cs typeface="Arial Black"/>
            </a:endParaRPr>
          </a:p>
        </p:txBody>
      </p:sp>
      <p:sp>
        <p:nvSpPr>
          <p:cNvPr id="49" name="t47"/>
          <p:cNvSpPr txBox="1"/>
          <p:nvPr/>
        </p:nvSpPr>
        <p:spPr>
          <a:xfrm>
            <a:off x="10160000" y="355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Arial Black"/>
                <a:cs typeface="Arial Black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4800" dirty="0">
                <a:solidFill>
                  <a:schemeClr val="tx1"/>
                </a:solidFill>
                <a:latin typeface="Arial Black"/>
                <a:cs typeface="Arial Black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Arial Black"/>
                <a:cs typeface="Arial Black"/>
              </a:rPr>
            </a:br>
            <a:r>
              <a:rPr lang="ru-RU" sz="4800" dirty="0">
                <a:solidFill>
                  <a:schemeClr val="tx1"/>
                </a:solidFill>
                <a:latin typeface="Arial Black"/>
                <a:cs typeface="Arial Black"/>
              </a:rPr>
              <a:t>Дж</a:t>
            </a:r>
            <a:endParaRPr lang="ru-RU" sz="4800" dirty="0">
              <a:solidFill>
                <a:schemeClr val="tx1"/>
              </a:solidFill>
              <a:latin typeface="Arial Black"/>
              <a:cs typeface="Arial Black"/>
            </a:endParaRPr>
          </a:p>
        </p:txBody>
      </p:sp>
      <p:sp>
        <p:nvSpPr>
          <p:cNvPr id="50" name="t48"/>
          <p:cNvSpPr txBox="1"/>
          <p:nvPr/>
        </p:nvSpPr>
        <p:spPr>
          <a:xfrm>
            <a:off x="0" y="406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Дж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51" name="t49"/>
          <p:cNvSpPr txBox="1"/>
          <p:nvPr/>
        </p:nvSpPr>
        <p:spPr>
          <a:xfrm>
            <a:off x="2032000" y="406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Дж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52" name="t50"/>
          <p:cNvSpPr txBox="1"/>
          <p:nvPr/>
        </p:nvSpPr>
        <p:spPr>
          <a:xfrm>
            <a:off x="4064000" y="406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Дж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53" name="t51"/>
          <p:cNvSpPr txBox="1"/>
          <p:nvPr/>
        </p:nvSpPr>
        <p:spPr>
          <a:xfrm>
            <a:off x="6096000" y="406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Дж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54" name="t52"/>
          <p:cNvSpPr txBox="1"/>
          <p:nvPr/>
        </p:nvSpPr>
        <p:spPr>
          <a:xfrm>
            <a:off x="8128000" y="406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4800" dirty="0">
                <a:solidFill>
                  <a:schemeClr val="tx1"/>
                </a:solidFill>
                <a:latin typeface="Segoe UI"/>
                <a:cs typeface="Segoe UI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4800" dirty="0">
                <a:solidFill>
                  <a:schemeClr val="tx1"/>
                </a:solidFill>
                <a:latin typeface="Segoe UI"/>
                <a:cs typeface="Segoe UI"/>
              </a:rPr>
              <a:t>Дж</a:t>
            </a:r>
            <a:endParaRPr lang="ru-RU" sz="48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55" name="t53"/>
          <p:cNvSpPr txBox="1"/>
          <p:nvPr/>
        </p:nvSpPr>
        <p:spPr>
          <a:xfrm>
            <a:off x="10160000" y="406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4800" dirty="0">
                <a:solidFill>
                  <a:schemeClr val="tx1"/>
                </a:solidFill>
                <a:latin typeface="Segoe UI"/>
                <a:cs typeface="Segoe UI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4800" dirty="0">
                <a:solidFill>
                  <a:schemeClr val="tx1"/>
                </a:solidFill>
                <a:latin typeface="Segoe UI"/>
                <a:cs typeface="Segoe UI"/>
              </a:rPr>
              <a:t>Дж</a:t>
            </a:r>
            <a:endParaRPr lang="ru-RU" sz="48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56" name="t54"/>
          <p:cNvSpPr txBox="1"/>
          <p:nvPr/>
        </p:nvSpPr>
        <p:spPr>
          <a:xfrm>
            <a:off x="0" y="457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  <a:t>Дж</a:t>
            </a:r>
            <a:endParaRPr lang="ru-RU" sz="1200" dirty="0">
              <a:solidFill>
                <a:schemeClr val="tx1"/>
              </a:solidFill>
              <a:latin typeface="Cascadia Mono"/>
              <a:cs typeface="Cascadia Mono"/>
            </a:endParaRPr>
          </a:p>
        </p:txBody>
      </p:sp>
      <p:sp>
        <p:nvSpPr>
          <p:cNvPr id="57" name="t55"/>
          <p:cNvSpPr txBox="1"/>
          <p:nvPr/>
        </p:nvSpPr>
        <p:spPr>
          <a:xfrm>
            <a:off x="2032000" y="457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  <a:t>Аб</a:t>
            </a:r>
            <a:b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  <a:t>Вг</a:t>
            </a:r>
            <a:b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  <a:t>Дж</a:t>
            </a:r>
            <a:endParaRPr lang="ru-RU" sz="1200" dirty="0">
              <a:solidFill>
                <a:schemeClr val="tx1"/>
              </a:solidFill>
              <a:latin typeface="Cascadia Mono"/>
              <a:cs typeface="Cascadia Mono"/>
            </a:endParaRPr>
          </a:p>
        </p:txBody>
      </p:sp>
      <p:sp>
        <p:nvSpPr>
          <p:cNvPr id="58" name="t56"/>
          <p:cNvSpPr txBox="1"/>
          <p:nvPr/>
        </p:nvSpPr>
        <p:spPr>
          <a:xfrm>
            <a:off x="4064000" y="457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  <a:t>Дж</a:t>
            </a:r>
            <a:endParaRPr lang="ru-RU" sz="2400" dirty="0">
              <a:solidFill>
                <a:schemeClr val="tx1"/>
              </a:solidFill>
              <a:latin typeface="Cascadia Mono"/>
              <a:cs typeface="Cascadia Mono"/>
            </a:endParaRPr>
          </a:p>
        </p:txBody>
      </p:sp>
      <p:sp>
        <p:nvSpPr>
          <p:cNvPr id="59" name="t57"/>
          <p:cNvSpPr txBox="1"/>
          <p:nvPr/>
        </p:nvSpPr>
        <p:spPr>
          <a:xfrm>
            <a:off x="6096000" y="457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  <a:t>Вг</a:t>
            </a:r>
            <a:b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  <a:t>Дж</a:t>
            </a:r>
            <a:endParaRPr lang="ru-RU" sz="2400" dirty="0">
              <a:solidFill>
                <a:schemeClr val="tx1"/>
              </a:solidFill>
              <a:latin typeface="Cascadia Mono"/>
              <a:cs typeface="Cascadia Mono"/>
            </a:endParaRPr>
          </a:p>
        </p:txBody>
      </p:sp>
      <p:sp>
        <p:nvSpPr>
          <p:cNvPr id="60" name="t58"/>
          <p:cNvSpPr txBox="1"/>
          <p:nvPr/>
        </p:nvSpPr>
        <p:spPr>
          <a:xfrm>
            <a:off x="8128000" y="457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Cascadia Mono"/>
                <a:cs typeface="Cascadia Mono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4800" dirty="0">
                <a:solidFill>
                  <a:schemeClr val="tx1"/>
                </a:solidFill>
                <a:latin typeface="Cascadia Mono"/>
                <a:cs typeface="Cascadia Mono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4800" dirty="0">
                <a:solidFill>
                  <a:schemeClr val="tx1"/>
                </a:solidFill>
                <a:latin typeface="Cascadia Mono"/>
                <a:cs typeface="Cascadia Mono"/>
              </a:rPr>
              <a:t>Дж</a:t>
            </a:r>
            <a:endParaRPr lang="ru-RU" sz="4800" dirty="0">
              <a:solidFill>
                <a:schemeClr val="tx1"/>
              </a:solidFill>
              <a:latin typeface="Cascadia Mono"/>
              <a:cs typeface="Cascadia Mono"/>
            </a:endParaRPr>
          </a:p>
        </p:txBody>
      </p:sp>
      <p:sp>
        <p:nvSpPr>
          <p:cNvPr id="61" name="t59"/>
          <p:cNvSpPr txBox="1"/>
          <p:nvPr/>
        </p:nvSpPr>
        <p:spPr>
          <a:xfrm>
            <a:off x="10160000" y="4572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4800" dirty="0">
                <a:solidFill>
                  <a:schemeClr val="tx1"/>
                </a:solidFill>
                <a:latin typeface="Cascadia Mono"/>
                <a:cs typeface="Cascadia Mono"/>
              </a:rPr>
              <a:t>Аб</a:t>
            </a:r>
            <a:br>
              <a:rPr lang="ru-RU" sz="48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4800" dirty="0">
                <a:solidFill>
                  <a:schemeClr val="tx1"/>
                </a:solidFill>
                <a:latin typeface="Cascadia Mono"/>
                <a:cs typeface="Cascadia Mono"/>
              </a:rPr>
              <a:t>Вг</a:t>
            </a:r>
            <a:br>
              <a:rPr lang="ru-RU" sz="4800" dirty="0">
                <a:solidFill>
                  <a:schemeClr val="tx1"/>
                </a:solidFill>
                <a:latin typeface="Cascadia Mono"/>
                <a:cs typeface="Cascadia Mono"/>
              </a:rPr>
            </a:br>
            <a:r>
              <a:rPr lang="ru-RU" sz="4800" dirty="0">
                <a:solidFill>
                  <a:schemeClr val="tx1"/>
                </a:solidFill>
                <a:latin typeface="Cascadia Mono"/>
                <a:cs typeface="Cascadia Mono"/>
              </a:rPr>
              <a:t>Дж</a:t>
            </a:r>
            <a:endParaRPr lang="ru-RU" sz="4800" dirty="0">
              <a:solidFill>
                <a:schemeClr val="tx1"/>
              </a:solidFill>
              <a:latin typeface="Cascadia Mono"/>
              <a:cs typeface="Cascadia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ML">
  <a:themeElements>
    <a:clrScheme name="SlideML">
      <a:dk1>
        <a:srgbClr val="111418"/>
      </a:dk1>
      <a:lt1>
        <a:srgbClr val="FFFFFF"/>
      </a:lt1>
      <a:dk2>
        <a:srgbClr val="1D2433"/>
      </a:dk2>
      <a:lt2>
        <a:srgbClr val="F2F4F7"/>
      </a:lt2>
      <a:accent1>
        <a:srgbClr val="2F6BFF"/>
      </a:accent1>
      <a:accent2>
        <a:srgbClr val="FF7A1A"/>
      </a:accent2>
      <a:accent3>
        <a:srgbClr val="18B39B"/>
      </a:accent3>
      <a:accent4>
        <a:srgbClr val="8B5CF6"/>
      </a:accent4>
      <a:accent5>
        <a:srgbClr val="F2B705"/>
      </a:accent5>
      <a:accent6>
        <a:srgbClr val="E5484D"/>
      </a:accent6>
      <a:hlink>
        <a:srgbClr val="2F6BFF"/>
      </a:hlink>
      <a:folHlink>
        <a:srgbClr val="8B5CF6"/>
      </a:folHlink>
    </a:clrScheme>
    <a:fontScheme name="SlideML">
      <a:majorFont>
        <a:latin typeface="Inter SemiBold"/>
        <a:ea typeface=""/>
        <a:cs typeface=""/>
      </a:majorFont>
      <a:minorFont>
        <a:latin typeface="Inter"/>
        <a:ea typeface=""/>
        <a:cs typeface=""/>
      </a:minorFont>
    </a:fontScheme>
    <a:fmtScheme name="SlideM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SlideML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lines</dc:title>
  <dc:creator>SlideML</dc:creator>
</cp:coreProperties>
</file>